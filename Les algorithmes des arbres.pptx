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9" r:id="rId1"/>
  </p:sldMasterIdLst>
  <p:notesMasterIdLst>
    <p:notesMasterId r:id="rId14"/>
  </p:notesMasterIdLst>
  <p:sldIdLst>
    <p:sldId id="256" r:id="rId2"/>
    <p:sldId id="258" r:id="rId3"/>
    <p:sldId id="307" r:id="rId4"/>
    <p:sldId id="257" r:id="rId5"/>
    <p:sldId id="267" r:id="rId6"/>
    <p:sldId id="305" r:id="rId7"/>
    <p:sldId id="311" r:id="rId8"/>
    <p:sldId id="304" r:id="rId9"/>
    <p:sldId id="306" r:id="rId10"/>
    <p:sldId id="310" r:id="rId11"/>
    <p:sldId id="312" r:id="rId12"/>
    <p:sldId id="282" r:id="rId13"/>
  </p:sldIdLst>
  <p:sldSz cx="9144000" cy="5143500" type="screen16x9"/>
  <p:notesSz cx="6858000" cy="9144000"/>
  <p:embeddedFontLst>
    <p:embeddedFont>
      <p:font typeface="Bebas Neue" panose="020B0604020202020204" charset="0"/>
      <p:regular r:id="rId15"/>
    </p:embeddedFont>
    <p:embeddedFont>
      <p:font typeface="Roboto" panose="02000000000000000000" pitchFamily="2" charset="0"/>
      <p:regular r:id="rId16"/>
      <p:bold r:id="rId17"/>
      <p:italic r:id="rId18"/>
      <p:boldItalic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40">
          <p15:clr>
            <a:srgbClr val="9AA0A6"/>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4F03473-74BD-4ACC-899A-122D4058022F}">
  <a:tblStyle styleId="{F4F03473-74BD-4ACC-899A-122D4058022F}"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144" y="426"/>
      </p:cViewPr>
      <p:guideLst>
        <p:guide orient="horz" pos="34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1"/>
        <p:cNvGrpSpPr/>
        <p:nvPr/>
      </p:nvGrpSpPr>
      <p:grpSpPr>
        <a:xfrm>
          <a:off x="0" y="0"/>
          <a:ext cx="0" cy="0"/>
          <a:chOff x="0" y="0"/>
          <a:chExt cx="0" cy="0"/>
        </a:xfrm>
      </p:grpSpPr>
      <p:sp>
        <p:nvSpPr>
          <p:cNvPr id="1852" name="Google Shape;185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3" name="Google Shape;185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9"/>
        <p:cNvGrpSpPr/>
        <p:nvPr/>
      </p:nvGrpSpPr>
      <p:grpSpPr>
        <a:xfrm>
          <a:off x="0" y="0"/>
          <a:ext cx="0" cy="0"/>
          <a:chOff x="0" y="0"/>
          <a:chExt cx="0" cy="0"/>
        </a:xfrm>
      </p:grpSpPr>
      <p:sp>
        <p:nvSpPr>
          <p:cNvPr id="1880" name="Google Shape;1880;g86ca632bb8_0_4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1" name="Google Shape;1881;g86ca632bb8_0_4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8"/>
        <p:cNvGrpSpPr/>
        <p:nvPr/>
      </p:nvGrpSpPr>
      <p:grpSpPr>
        <a:xfrm>
          <a:off x="0" y="0"/>
          <a:ext cx="0" cy="0"/>
          <a:chOff x="0" y="0"/>
          <a:chExt cx="0" cy="0"/>
        </a:xfrm>
      </p:grpSpPr>
      <p:sp>
        <p:nvSpPr>
          <p:cNvPr id="2149" name="Google Shape;2149;g92b9ca3f2f_0_13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0" name="Google Shape;2150;g92b9ca3f2f_0_13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934748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3"/>
        <p:cNvGrpSpPr/>
        <p:nvPr/>
      </p:nvGrpSpPr>
      <p:grpSpPr>
        <a:xfrm>
          <a:off x="0" y="0"/>
          <a:ext cx="0" cy="0"/>
          <a:chOff x="0" y="0"/>
          <a:chExt cx="0" cy="0"/>
        </a:xfrm>
      </p:grpSpPr>
      <p:sp>
        <p:nvSpPr>
          <p:cNvPr id="1874" name="Google Shape;1874;g86ca632bb8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5" name="Google Shape;1875;g86ca632bb8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8"/>
        <p:cNvGrpSpPr/>
        <p:nvPr/>
      </p:nvGrpSpPr>
      <p:grpSpPr>
        <a:xfrm>
          <a:off x="0" y="0"/>
          <a:ext cx="0" cy="0"/>
          <a:chOff x="0" y="0"/>
          <a:chExt cx="0" cy="0"/>
        </a:xfrm>
      </p:grpSpPr>
      <p:sp>
        <p:nvSpPr>
          <p:cNvPr id="2149" name="Google Shape;2149;g92b9ca3f2f_0_13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0" name="Google Shape;2150;g92b9ca3f2f_0_13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7"/>
        <p:cNvGrpSpPr/>
        <p:nvPr/>
      </p:nvGrpSpPr>
      <p:grpSpPr>
        <a:xfrm>
          <a:off x="0" y="0"/>
          <a:ext cx="0" cy="0"/>
          <a:chOff x="0" y="0"/>
          <a:chExt cx="0" cy="0"/>
        </a:xfrm>
      </p:grpSpPr>
      <p:sp>
        <p:nvSpPr>
          <p:cNvPr id="1908" name="Google Shape;1908;g86ca632bb8_0_17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9" name="Google Shape;1909;g86ca632bb8_0_17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946240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3"/>
        <p:cNvGrpSpPr/>
        <p:nvPr/>
      </p:nvGrpSpPr>
      <p:grpSpPr>
        <a:xfrm>
          <a:off x="0" y="0"/>
          <a:ext cx="0" cy="0"/>
          <a:chOff x="0" y="0"/>
          <a:chExt cx="0" cy="0"/>
        </a:xfrm>
      </p:grpSpPr>
      <p:sp>
        <p:nvSpPr>
          <p:cNvPr id="2034" name="Google Shape;2034;g86ca632bb8_0_36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5" name="Google Shape;2035;g86ca632bb8_0_36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750159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8"/>
        <p:cNvGrpSpPr/>
        <p:nvPr/>
      </p:nvGrpSpPr>
      <p:grpSpPr>
        <a:xfrm>
          <a:off x="0" y="0"/>
          <a:ext cx="0" cy="0"/>
          <a:chOff x="0" y="0"/>
          <a:chExt cx="0" cy="0"/>
        </a:xfrm>
      </p:grpSpPr>
      <p:sp>
        <p:nvSpPr>
          <p:cNvPr id="2149" name="Google Shape;2149;g92b9ca3f2f_0_13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0" name="Google Shape;2150;g92b9ca3f2f_0_13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069046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7"/>
        <p:cNvGrpSpPr/>
        <p:nvPr/>
      </p:nvGrpSpPr>
      <p:grpSpPr>
        <a:xfrm>
          <a:off x="0" y="0"/>
          <a:ext cx="0" cy="0"/>
          <a:chOff x="0" y="0"/>
          <a:chExt cx="0" cy="0"/>
        </a:xfrm>
      </p:grpSpPr>
      <p:sp>
        <p:nvSpPr>
          <p:cNvPr id="1908" name="Google Shape;1908;g86ca632bb8_0_17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9" name="Google Shape;1909;g86ca632bb8_0_17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876930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3"/>
        <p:cNvGrpSpPr/>
        <p:nvPr/>
      </p:nvGrpSpPr>
      <p:grpSpPr>
        <a:xfrm>
          <a:off x="0" y="0"/>
          <a:ext cx="0" cy="0"/>
          <a:chOff x="0" y="0"/>
          <a:chExt cx="0" cy="0"/>
        </a:xfrm>
      </p:grpSpPr>
      <p:sp>
        <p:nvSpPr>
          <p:cNvPr id="2034" name="Google Shape;2034;g86ca632bb8_0_36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5" name="Google Shape;2035;g86ca632bb8_0_36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440819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3"/>
        <p:cNvGrpSpPr/>
        <p:nvPr/>
      </p:nvGrpSpPr>
      <p:grpSpPr>
        <a:xfrm>
          <a:off x="0" y="0"/>
          <a:ext cx="0" cy="0"/>
          <a:chOff x="0" y="0"/>
          <a:chExt cx="0" cy="0"/>
        </a:xfrm>
      </p:grpSpPr>
      <p:sp>
        <p:nvSpPr>
          <p:cNvPr id="2034" name="Google Shape;2034;g86ca632bb8_0_36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5" name="Google Shape;2035;g86ca632bb8_0_36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835550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6"/>
        <p:cNvGrpSpPr/>
        <p:nvPr/>
      </p:nvGrpSpPr>
      <p:grpSpPr>
        <a:xfrm>
          <a:off x="0" y="0"/>
          <a:ext cx="0" cy="0"/>
          <a:chOff x="0" y="0"/>
          <a:chExt cx="0" cy="0"/>
        </a:xfrm>
      </p:grpSpPr>
      <p:sp>
        <p:nvSpPr>
          <p:cNvPr id="2657" name="Google Shape;2657;g92b9ca3f2f_0_22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8" name="Google Shape;2658;g92b9ca3f2f_0_22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1376525" y="-1521150"/>
            <a:ext cx="7767703" cy="3383025"/>
            <a:chOff x="24125" y="294775"/>
            <a:chExt cx="7767703" cy="3383025"/>
          </a:xfrm>
        </p:grpSpPr>
        <p:sp>
          <p:nvSpPr>
            <p:cNvPr id="10" name="Google Shape;10;p2"/>
            <p:cNvSpPr/>
            <p:nvPr/>
          </p:nvSpPr>
          <p:spPr>
            <a:xfrm>
              <a:off x="1686375" y="607200"/>
              <a:ext cx="142125" cy="129550"/>
            </a:xfrm>
            <a:custGeom>
              <a:avLst/>
              <a:gdLst/>
              <a:ahLst/>
              <a:cxnLst/>
              <a:rect l="l" t="t" r="r" b="b"/>
              <a:pathLst>
                <a:path w="5685" h="5182" extrusionOk="0">
                  <a:moveTo>
                    <a:pt x="2834" y="1"/>
                  </a:moveTo>
                  <a:cubicBezTo>
                    <a:pt x="2169" y="1"/>
                    <a:pt x="1507" y="252"/>
                    <a:pt x="1005" y="754"/>
                  </a:cubicBezTo>
                  <a:cubicBezTo>
                    <a:pt x="1" y="1781"/>
                    <a:pt x="1" y="3402"/>
                    <a:pt x="1005" y="4429"/>
                  </a:cubicBezTo>
                  <a:cubicBezTo>
                    <a:pt x="1507" y="4931"/>
                    <a:pt x="2169" y="5182"/>
                    <a:pt x="2834" y="5182"/>
                  </a:cubicBezTo>
                  <a:cubicBezTo>
                    <a:pt x="3499" y="5182"/>
                    <a:pt x="4166" y="4931"/>
                    <a:pt x="4680" y="4429"/>
                  </a:cubicBezTo>
                  <a:cubicBezTo>
                    <a:pt x="5684" y="3402"/>
                    <a:pt x="5684" y="1781"/>
                    <a:pt x="4680" y="754"/>
                  </a:cubicBezTo>
                  <a:cubicBezTo>
                    <a:pt x="4166" y="252"/>
                    <a:pt x="3499" y="1"/>
                    <a:pt x="28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6609800" y="3191600"/>
              <a:ext cx="148950" cy="93025"/>
            </a:xfrm>
            <a:custGeom>
              <a:avLst/>
              <a:gdLst/>
              <a:ahLst/>
              <a:cxnLst/>
              <a:rect l="l" t="t" r="r" b="b"/>
              <a:pathLst>
                <a:path w="5958" h="3721" extrusionOk="0">
                  <a:moveTo>
                    <a:pt x="0" y="0"/>
                  </a:moveTo>
                  <a:lnTo>
                    <a:pt x="3584" y="3721"/>
                  </a:lnTo>
                  <a:lnTo>
                    <a:pt x="5958" y="3721"/>
                  </a:lnTo>
                  <a:lnTo>
                    <a:pt x="23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6721650" y="3191600"/>
              <a:ext cx="149525" cy="93025"/>
            </a:xfrm>
            <a:custGeom>
              <a:avLst/>
              <a:gdLst/>
              <a:ahLst/>
              <a:cxnLst/>
              <a:rect l="l" t="t" r="r" b="b"/>
              <a:pathLst>
                <a:path w="5981" h="3721" extrusionOk="0">
                  <a:moveTo>
                    <a:pt x="0" y="0"/>
                  </a:moveTo>
                  <a:lnTo>
                    <a:pt x="3584" y="3721"/>
                  </a:lnTo>
                  <a:lnTo>
                    <a:pt x="5980" y="3721"/>
                  </a:lnTo>
                  <a:lnTo>
                    <a:pt x="23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6834050" y="3191600"/>
              <a:ext cx="148975" cy="93025"/>
            </a:xfrm>
            <a:custGeom>
              <a:avLst/>
              <a:gdLst/>
              <a:ahLst/>
              <a:cxnLst/>
              <a:rect l="l" t="t" r="r" b="b"/>
              <a:pathLst>
                <a:path w="5959" h="3721" extrusionOk="0">
                  <a:moveTo>
                    <a:pt x="1" y="0"/>
                  </a:moveTo>
                  <a:lnTo>
                    <a:pt x="3584" y="3721"/>
                  </a:lnTo>
                  <a:lnTo>
                    <a:pt x="5958" y="3721"/>
                  </a:lnTo>
                  <a:lnTo>
                    <a:pt x="237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6945900" y="3191600"/>
              <a:ext cx="148950" cy="93025"/>
            </a:xfrm>
            <a:custGeom>
              <a:avLst/>
              <a:gdLst/>
              <a:ahLst/>
              <a:cxnLst/>
              <a:rect l="l" t="t" r="r" b="b"/>
              <a:pathLst>
                <a:path w="5958" h="3721" extrusionOk="0">
                  <a:moveTo>
                    <a:pt x="0" y="0"/>
                  </a:moveTo>
                  <a:lnTo>
                    <a:pt x="3584" y="3721"/>
                  </a:lnTo>
                  <a:lnTo>
                    <a:pt x="5958" y="3721"/>
                  </a:lnTo>
                  <a:lnTo>
                    <a:pt x="23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7057750" y="3191600"/>
              <a:ext cx="149525" cy="93025"/>
            </a:xfrm>
            <a:custGeom>
              <a:avLst/>
              <a:gdLst/>
              <a:ahLst/>
              <a:cxnLst/>
              <a:rect l="l" t="t" r="r" b="b"/>
              <a:pathLst>
                <a:path w="5981" h="3721" extrusionOk="0">
                  <a:moveTo>
                    <a:pt x="0" y="0"/>
                  </a:moveTo>
                  <a:lnTo>
                    <a:pt x="3607" y="3721"/>
                  </a:lnTo>
                  <a:lnTo>
                    <a:pt x="5980" y="3721"/>
                  </a:lnTo>
                  <a:lnTo>
                    <a:pt x="239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7170150" y="3191600"/>
              <a:ext cx="148975" cy="93025"/>
            </a:xfrm>
            <a:custGeom>
              <a:avLst/>
              <a:gdLst/>
              <a:ahLst/>
              <a:cxnLst/>
              <a:rect l="l" t="t" r="r" b="b"/>
              <a:pathLst>
                <a:path w="5959" h="3721" extrusionOk="0">
                  <a:moveTo>
                    <a:pt x="1" y="0"/>
                  </a:moveTo>
                  <a:lnTo>
                    <a:pt x="3584" y="3721"/>
                  </a:lnTo>
                  <a:lnTo>
                    <a:pt x="5958" y="3721"/>
                  </a:lnTo>
                  <a:lnTo>
                    <a:pt x="237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7282000" y="3191600"/>
              <a:ext cx="149525" cy="93025"/>
            </a:xfrm>
            <a:custGeom>
              <a:avLst/>
              <a:gdLst/>
              <a:ahLst/>
              <a:cxnLst/>
              <a:rect l="l" t="t" r="r" b="b"/>
              <a:pathLst>
                <a:path w="5981" h="3721" extrusionOk="0">
                  <a:moveTo>
                    <a:pt x="1" y="0"/>
                  </a:moveTo>
                  <a:lnTo>
                    <a:pt x="3584" y="3721"/>
                  </a:lnTo>
                  <a:lnTo>
                    <a:pt x="5981" y="3721"/>
                  </a:lnTo>
                  <a:lnTo>
                    <a:pt x="23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2406525" y="1218350"/>
              <a:ext cx="5385303" cy="1110475"/>
            </a:xfrm>
            <a:custGeom>
              <a:avLst/>
              <a:gdLst/>
              <a:ahLst/>
              <a:cxnLst/>
              <a:rect l="l" t="t" r="r" b="b"/>
              <a:pathLst>
                <a:path w="206136" h="44419" extrusionOk="0">
                  <a:moveTo>
                    <a:pt x="183" y="0"/>
                  </a:moveTo>
                  <a:cubicBezTo>
                    <a:pt x="91" y="0"/>
                    <a:pt x="0" y="92"/>
                    <a:pt x="0" y="206"/>
                  </a:cubicBezTo>
                  <a:cubicBezTo>
                    <a:pt x="0" y="297"/>
                    <a:pt x="91" y="388"/>
                    <a:pt x="183" y="388"/>
                  </a:cubicBezTo>
                  <a:lnTo>
                    <a:pt x="31887" y="388"/>
                  </a:lnTo>
                  <a:lnTo>
                    <a:pt x="54507" y="23031"/>
                  </a:lnTo>
                  <a:lnTo>
                    <a:pt x="101870" y="23031"/>
                  </a:lnTo>
                  <a:lnTo>
                    <a:pt x="123257" y="44418"/>
                  </a:lnTo>
                  <a:lnTo>
                    <a:pt x="205930" y="44418"/>
                  </a:lnTo>
                  <a:cubicBezTo>
                    <a:pt x="206044" y="44418"/>
                    <a:pt x="206136" y="44327"/>
                    <a:pt x="206136" y="44213"/>
                  </a:cubicBezTo>
                  <a:cubicBezTo>
                    <a:pt x="206136" y="44122"/>
                    <a:pt x="206044" y="44030"/>
                    <a:pt x="205930" y="44030"/>
                  </a:cubicBezTo>
                  <a:lnTo>
                    <a:pt x="123417" y="44030"/>
                  </a:lnTo>
                  <a:lnTo>
                    <a:pt x="102029" y="22643"/>
                  </a:lnTo>
                  <a:lnTo>
                    <a:pt x="54667" y="22643"/>
                  </a:lnTo>
                  <a:lnTo>
                    <a:pt x="3202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987925" y="355975"/>
              <a:ext cx="6210225" cy="1468400"/>
            </a:xfrm>
            <a:custGeom>
              <a:avLst/>
              <a:gdLst/>
              <a:ahLst/>
              <a:cxnLst/>
              <a:rect l="l" t="t" r="r" b="b"/>
              <a:pathLst>
                <a:path w="248409" h="58736" extrusionOk="0">
                  <a:moveTo>
                    <a:pt x="248203" y="1"/>
                  </a:moveTo>
                  <a:cubicBezTo>
                    <a:pt x="248151" y="1"/>
                    <a:pt x="248100" y="18"/>
                    <a:pt x="248066" y="52"/>
                  </a:cubicBezTo>
                  <a:lnTo>
                    <a:pt x="196663" y="51455"/>
                  </a:lnTo>
                  <a:lnTo>
                    <a:pt x="175778" y="51455"/>
                  </a:lnTo>
                  <a:lnTo>
                    <a:pt x="155760" y="31460"/>
                  </a:lnTo>
                  <a:lnTo>
                    <a:pt x="121112" y="31460"/>
                  </a:lnTo>
                  <a:lnTo>
                    <a:pt x="94200" y="58371"/>
                  </a:lnTo>
                  <a:lnTo>
                    <a:pt x="183" y="58371"/>
                  </a:lnTo>
                  <a:cubicBezTo>
                    <a:pt x="92" y="58371"/>
                    <a:pt x="0" y="58439"/>
                    <a:pt x="0" y="58553"/>
                  </a:cubicBezTo>
                  <a:cubicBezTo>
                    <a:pt x="0" y="58645"/>
                    <a:pt x="92" y="58736"/>
                    <a:pt x="183" y="58736"/>
                  </a:cubicBezTo>
                  <a:lnTo>
                    <a:pt x="94360" y="58736"/>
                  </a:lnTo>
                  <a:lnTo>
                    <a:pt x="121248" y="31848"/>
                  </a:lnTo>
                  <a:lnTo>
                    <a:pt x="155623" y="31848"/>
                  </a:lnTo>
                  <a:lnTo>
                    <a:pt x="175618" y="51843"/>
                  </a:lnTo>
                  <a:lnTo>
                    <a:pt x="196823" y="51843"/>
                  </a:lnTo>
                  <a:lnTo>
                    <a:pt x="248340" y="326"/>
                  </a:lnTo>
                  <a:cubicBezTo>
                    <a:pt x="248408" y="235"/>
                    <a:pt x="248408" y="121"/>
                    <a:pt x="248340" y="52"/>
                  </a:cubicBezTo>
                  <a:cubicBezTo>
                    <a:pt x="248306" y="18"/>
                    <a:pt x="248254" y="1"/>
                    <a:pt x="2482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1265250" y="1389550"/>
              <a:ext cx="6299250" cy="1955000"/>
            </a:xfrm>
            <a:custGeom>
              <a:avLst/>
              <a:gdLst/>
              <a:ahLst/>
              <a:cxnLst/>
              <a:rect l="l" t="t" r="r" b="b"/>
              <a:pathLst>
                <a:path w="251970" h="78200" extrusionOk="0">
                  <a:moveTo>
                    <a:pt x="389" y="0"/>
                  </a:moveTo>
                  <a:cubicBezTo>
                    <a:pt x="160" y="0"/>
                    <a:pt x="1" y="183"/>
                    <a:pt x="1" y="388"/>
                  </a:cubicBezTo>
                  <a:cubicBezTo>
                    <a:pt x="1" y="593"/>
                    <a:pt x="160" y="776"/>
                    <a:pt x="389" y="776"/>
                  </a:cubicBezTo>
                  <a:lnTo>
                    <a:pt x="66217" y="776"/>
                  </a:lnTo>
                  <a:lnTo>
                    <a:pt x="89179" y="23738"/>
                  </a:lnTo>
                  <a:lnTo>
                    <a:pt x="125197" y="23738"/>
                  </a:lnTo>
                  <a:lnTo>
                    <a:pt x="179659" y="78199"/>
                  </a:lnTo>
                  <a:lnTo>
                    <a:pt x="251581" y="78199"/>
                  </a:lnTo>
                  <a:cubicBezTo>
                    <a:pt x="251787" y="78199"/>
                    <a:pt x="251969" y="78040"/>
                    <a:pt x="251969" y="77834"/>
                  </a:cubicBezTo>
                  <a:cubicBezTo>
                    <a:pt x="251969" y="77606"/>
                    <a:pt x="251787" y="77446"/>
                    <a:pt x="251581" y="77446"/>
                  </a:cubicBezTo>
                  <a:lnTo>
                    <a:pt x="179978" y="77446"/>
                  </a:lnTo>
                  <a:lnTo>
                    <a:pt x="125517" y="22962"/>
                  </a:lnTo>
                  <a:lnTo>
                    <a:pt x="89499" y="22962"/>
                  </a:lnTo>
                  <a:lnTo>
                    <a:pt x="665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1631600" y="1974425"/>
              <a:ext cx="6160000" cy="1095650"/>
            </a:xfrm>
            <a:custGeom>
              <a:avLst/>
              <a:gdLst/>
              <a:ahLst/>
              <a:cxnLst/>
              <a:rect l="l" t="t" r="r" b="b"/>
              <a:pathLst>
                <a:path w="246400" h="43826" extrusionOk="0">
                  <a:moveTo>
                    <a:pt x="183" y="1"/>
                  </a:moveTo>
                  <a:cubicBezTo>
                    <a:pt x="69" y="1"/>
                    <a:pt x="0" y="92"/>
                    <a:pt x="0" y="206"/>
                  </a:cubicBezTo>
                  <a:cubicBezTo>
                    <a:pt x="0" y="298"/>
                    <a:pt x="69" y="389"/>
                    <a:pt x="183" y="389"/>
                  </a:cubicBezTo>
                  <a:lnTo>
                    <a:pt x="61286" y="389"/>
                  </a:lnTo>
                  <a:lnTo>
                    <a:pt x="104723" y="43825"/>
                  </a:lnTo>
                  <a:lnTo>
                    <a:pt x="165210" y="43825"/>
                  </a:lnTo>
                  <a:lnTo>
                    <a:pt x="207414" y="1599"/>
                  </a:lnTo>
                  <a:lnTo>
                    <a:pt x="246217" y="1599"/>
                  </a:lnTo>
                  <a:cubicBezTo>
                    <a:pt x="246308" y="1599"/>
                    <a:pt x="246400" y="1507"/>
                    <a:pt x="246400" y="1416"/>
                  </a:cubicBezTo>
                  <a:cubicBezTo>
                    <a:pt x="246400" y="1302"/>
                    <a:pt x="246308" y="1233"/>
                    <a:pt x="246217" y="1233"/>
                  </a:cubicBezTo>
                  <a:lnTo>
                    <a:pt x="207254" y="1233"/>
                  </a:lnTo>
                  <a:lnTo>
                    <a:pt x="165050" y="43437"/>
                  </a:lnTo>
                  <a:lnTo>
                    <a:pt x="104883" y="43437"/>
                  </a:lnTo>
                  <a:lnTo>
                    <a:pt x="614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1978550" y="331575"/>
              <a:ext cx="4691750" cy="1289675"/>
            </a:xfrm>
            <a:custGeom>
              <a:avLst/>
              <a:gdLst/>
              <a:ahLst/>
              <a:cxnLst/>
              <a:rect l="l" t="t" r="r" b="b"/>
              <a:pathLst>
                <a:path w="187670" h="51587" extrusionOk="0">
                  <a:moveTo>
                    <a:pt x="187453" y="1"/>
                  </a:moveTo>
                  <a:cubicBezTo>
                    <a:pt x="187407" y="1"/>
                    <a:pt x="187362" y="24"/>
                    <a:pt x="187327" y="69"/>
                  </a:cubicBezTo>
                  <a:lnTo>
                    <a:pt x="143594" y="43780"/>
                  </a:lnTo>
                  <a:lnTo>
                    <a:pt x="103992" y="43780"/>
                  </a:lnTo>
                  <a:lnTo>
                    <a:pt x="87444" y="27232"/>
                  </a:lnTo>
                  <a:lnTo>
                    <a:pt x="46838" y="27232"/>
                  </a:lnTo>
                  <a:lnTo>
                    <a:pt x="22871" y="51198"/>
                  </a:lnTo>
                  <a:lnTo>
                    <a:pt x="183" y="51198"/>
                  </a:lnTo>
                  <a:cubicBezTo>
                    <a:pt x="91" y="51198"/>
                    <a:pt x="0" y="51289"/>
                    <a:pt x="0" y="51403"/>
                  </a:cubicBezTo>
                  <a:cubicBezTo>
                    <a:pt x="0" y="51495"/>
                    <a:pt x="91" y="51586"/>
                    <a:pt x="183" y="51586"/>
                  </a:cubicBezTo>
                  <a:lnTo>
                    <a:pt x="23031" y="51586"/>
                  </a:lnTo>
                  <a:lnTo>
                    <a:pt x="46997" y="27620"/>
                  </a:lnTo>
                  <a:lnTo>
                    <a:pt x="87284" y="27620"/>
                  </a:lnTo>
                  <a:lnTo>
                    <a:pt x="103833" y="44168"/>
                  </a:lnTo>
                  <a:lnTo>
                    <a:pt x="143754" y="44168"/>
                  </a:lnTo>
                  <a:lnTo>
                    <a:pt x="187579" y="321"/>
                  </a:lnTo>
                  <a:cubicBezTo>
                    <a:pt x="187670" y="252"/>
                    <a:pt x="187670" y="138"/>
                    <a:pt x="187579" y="69"/>
                  </a:cubicBezTo>
                  <a:cubicBezTo>
                    <a:pt x="187544" y="24"/>
                    <a:pt x="187499" y="1"/>
                    <a:pt x="1874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937150" y="2104550"/>
              <a:ext cx="6622775" cy="1510475"/>
            </a:xfrm>
            <a:custGeom>
              <a:avLst/>
              <a:gdLst/>
              <a:ahLst/>
              <a:cxnLst/>
              <a:rect l="l" t="t" r="r" b="b"/>
              <a:pathLst>
                <a:path w="264911" h="60419" extrusionOk="0">
                  <a:moveTo>
                    <a:pt x="183" y="0"/>
                  </a:moveTo>
                  <a:cubicBezTo>
                    <a:pt x="91" y="0"/>
                    <a:pt x="0" y="69"/>
                    <a:pt x="0" y="183"/>
                  </a:cubicBezTo>
                  <a:cubicBezTo>
                    <a:pt x="0" y="297"/>
                    <a:pt x="91" y="365"/>
                    <a:pt x="183" y="365"/>
                  </a:cubicBezTo>
                  <a:lnTo>
                    <a:pt x="57177" y="365"/>
                  </a:lnTo>
                  <a:lnTo>
                    <a:pt x="70941" y="14129"/>
                  </a:lnTo>
                  <a:lnTo>
                    <a:pt x="129214" y="14129"/>
                  </a:lnTo>
                  <a:lnTo>
                    <a:pt x="175504" y="60419"/>
                  </a:lnTo>
                  <a:lnTo>
                    <a:pt x="203419" y="60419"/>
                  </a:lnTo>
                  <a:lnTo>
                    <a:pt x="232316" y="31499"/>
                  </a:lnTo>
                  <a:lnTo>
                    <a:pt x="264705" y="31499"/>
                  </a:lnTo>
                  <a:cubicBezTo>
                    <a:pt x="264819" y="31499"/>
                    <a:pt x="264911" y="31430"/>
                    <a:pt x="264911" y="31316"/>
                  </a:cubicBezTo>
                  <a:cubicBezTo>
                    <a:pt x="264911" y="31225"/>
                    <a:pt x="264819" y="31134"/>
                    <a:pt x="264705" y="31134"/>
                  </a:cubicBezTo>
                  <a:lnTo>
                    <a:pt x="232156" y="31134"/>
                  </a:lnTo>
                  <a:lnTo>
                    <a:pt x="203259" y="60031"/>
                  </a:lnTo>
                  <a:lnTo>
                    <a:pt x="175664" y="60031"/>
                  </a:lnTo>
                  <a:lnTo>
                    <a:pt x="129374" y="13764"/>
                  </a:lnTo>
                  <a:lnTo>
                    <a:pt x="71101" y="13764"/>
                  </a:lnTo>
                  <a:lnTo>
                    <a:pt x="573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1664700" y="294775"/>
              <a:ext cx="3135650" cy="766675"/>
            </a:xfrm>
            <a:custGeom>
              <a:avLst/>
              <a:gdLst/>
              <a:ahLst/>
              <a:cxnLst/>
              <a:rect l="l" t="t" r="r" b="b"/>
              <a:pathLst>
                <a:path w="125426" h="30667" extrusionOk="0">
                  <a:moveTo>
                    <a:pt x="125014" y="1"/>
                  </a:moveTo>
                  <a:cubicBezTo>
                    <a:pt x="124917" y="1"/>
                    <a:pt x="124820" y="35"/>
                    <a:pt x="124741" y="103"/>
                  </a:cubicBezTo>
                  <a:lnTo>
                    <a:pt x="111936" y="12931"/>
                  </a:lnTo>
                  <a:lnTo>
                    <a:pt x="47020" y="12931"/>
                  </a:lnTo>
                  <a:lnTo>
                    <a:pt x="30016" y="29913"/>
                  </a:lnTo>
                  <a:lnTo>
                    <a:pt x="388" y="29913"/>
                  </a:lnTo>
                  <a:cubicBezTo>
                    <a:pt x="160" y="29913"/>
                    <a:pt x="0" y="30073"/>
                    <a:pt x="0" y="30301"/>
                  </a:cubicBezTo>
                  <a:cubicBezTo>
                    <a:pt x="0" y="30507"/>
                    <a:pt x="160" y="30666"/>
                    <a:pt x="388" y="30666"/>
                  </a:cubicBezTo>
                  <a:lnTo>
                    <a:pt x="30335" y="30666"/>
                  </a:lnTo>
                  <a:lnTo>
                    <a:pt x="47340" y="13685"/>
                  </a:lnTo>
                  <a:lnTo>
                    <a:pt x="112255" y="13685"/>
                  </a:lnTo>
                  <a:lnTo>
                    <a:pt x="125288" y="651"/>
                  </a:lnTo>
                  <a:cubicBezTo>
                    <a:pt x="125425" y="514"/>
                    <a:pt x="125425" y="263"/>
                    <a:pt x="125288" y="103"/>
                  </a:cubicBezTo>
                  <a:cubicBezTo>
                    <a:pt x="125208" y="35"/>
                    <a:pt x="125111" y="1"/>
                    <a:pt x="1250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100600" y="2193550"/>
              <a:ext cx="3410675" cy="530725"/>
            </a:xfrm>
            <a:custGeom>
              <a:avLst/>
              <a:gdLst/>
              <a:ahLst/>
              <a:cxnLst/>
              <a:rect l="l" t="t" r="r" b="b"/>
              <a:pathLst>
                <a:path w="136427" h="21229" extrusionOk="0">
                  <a:moveTo>
                    <a:pt x="20748" y="1"/>
                  </a:moveTo>
                  <a:lnTo>
                    <a:pt x="160" y="20589"/>
                  </a:lnTo>
                  <a:cubicBezTo>
                    <a:pt x="0" y="20726"/>
                    <a:pt x="0" y="20977"/>
                    <a:pt x="160" y="21114"/>
                  </a:cubicBezTo>
                  <a:cubicBezTo>
                    <a:pt x="228" y="21205"/>
                    <a:pt x="342" y="21228"/>
                    <a:pt x="434" y="21228"/>
                  </a:cubicBezTo>
                  <a:cubicBezTo>
                    <a:pt x="525" y="21228"/>
                    <a:pt x="616" y="21205"/>
                    <a:pt x="708" y="21114"/>
                  </a:cubicBezTo>
                  <a:lnTo>
                    <a:pt x="21045" y="777"/>
                  </a:lnTo>
                  <a:lnTo>
                    <a:pt x="85390" y="777"/>
                  </a:lnTo>
                  <a:lnTo>
                    <a:pt x="103307" y="18672"/>
                  </a:lnTo>
                  <a:lnTo>
                    <a:pt x="136039" y="18672"/>
                  </a:lnTo>
                  <a:cubicBezTo>
                    <a:pt x="136267" y="18672"/>
                    <a:pt x="136427" y="18512"/>
                    <a:pt x="136427" y="18307"/>
                  </a:cubicBezTo>
                  <a:cubicBezTo>
                    <a:pt x="136427" y="18078"/>
                    <a:pt x="136267" y="17919"/>
                    <a:pt x="136039" y="17919"/>
                  </a:cubicBezTo>
                  <a:lnTo>
                    <a:pt x="103627" y="17919"/>
                  </a:lnTo>
                  <a:lnTo>
                    <a:pt x="857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106300" y="832600"/>
              <a:ext cx="2024625" cy="395475"/>
            </a:xfrm>
            <a:custGeom>
              <a:avLst/>
              <a:gdLst/>
              <a:ahLst/>
              <a:cxnLst/>
              <a:rect l="l" t="t" r="r" b="b"/>
              <a:pathLst>
                <a:path w="80985" h="15819" extrusionOk="0">
                  <a:moveTo>
                    <a:pt x="206" y="1"/>
                  </a:moveTo>
                  <a:cubicBezTo>
                    <a:pt x="92" y="1"/>
                    <a:pt x="0" y="92"/>
                    <a:pt x="0" y="183"/>
                  </a:cubicBezTo>
                  <a:cubicBezTo>
                    <a:pt x="0" y="297"/>
                    <a:pt x="92" y="389"/>
                    <a:pt x="206" y="389"/>
                  </a:cubicBezTo>
                  <a:lnTo>
                    <a:pt x="37297" y="389"/>
                  </a:lnTo>
                  <a:lnTo>
                    <a:pt x="52750" y="15818"/>
                  </a:lnTo>
                  <a:lnTo>
                    <a:pt x="80779" y="15818"/>
                  </a:lnTo>
                  <a:cubicBezTo>
                    <a:pt x="80893" y="15818"/>
                    <a:pt x="80985" y="15727"/>
                    <a:pt x="80985" y="15636"/>
                  </a:cubicBezTo>
                  <a:cubicBezTo>
                    <a:pt x="80985" y="15522"/>
                    <a:pt x="80893" y="15430"/>
                    <a:pt x="80779" y="15430"/>
                  </a:cubicBezTo>
                  <a:lnTo>
                    <a:pt x="52909" y="15430"/>
                  </a:lnTo>
                  <a:lnTo>
                    <a:pt x="374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24125" y="1108225"/>
              <a:ext cx="1654850" cy="513025"/>
            </a:xfrm>
            <a:custGeom>
              <a:avLst/>
              <a:gdLst/>
              <a:ahLst/>
              <a:cxnLst/>
              <a:rect l="l" t="t" r="r" b="b"/>
              <a:pathLst>
                <a:path w="66194" h="20521" extrusionOk="0">
                  <a:moveTo>
                    <a:pt x="183" y="0"/>
                  </a:moveTo>
                  <a:cubicBezTo>
                    <a:pt x="92" y="0"/>
                    <a:pt x="1" y="91"/>
                    <a:pt x="1" y="206"/>
                  </a:cubicBezTo>
                  <a:cubicBezTo>
                    <a:pt x="1" y="297"/>
                    <a:pt x="92" y="388"/>
                    <a:pt x="183" y="388"/>
                  </a:cubicBezTo>
                  <a:lnTo>
                    <a:pt x="25245" y="388"/>
                  </a:lnTo>
                  <a:lnTo>
                    <a:pt x="45377" y="20520"/>
                  </a:lnTo>
                  <a:lnTo>
                    <a:pt x="66011" y="20520"/>
                  </a:lnTo>
                  <a:cubicBezTo>
                    <a:pt x="66103" y="20520"/>
                    <a:pt x="66194" y="20429"/>
                    <a:pt x="66194" y="20337"/>
                  </a:cubicBezTo>
                  <a:cubicBezTo>
                    <a:pt x="66194" y="20223"/>
                    <a:pt x="66103" y="20132"/>
                    <a:pt x="66011" y="20132"/>
                  </a:cubicBezTo>
                  <a:lnTo>
                    <a:pt x="45537" y="20132"/>
                  </a:lnTo>
                  <a:lnTo>
                    <a:pt x="25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24125" y="1371850"/>
              <a:ext cx="979225" cy="451975"/>
            </a:xfrm>
            <a:custGeom>
              <a:avLst/>
              <a:gdLst/>
              <a:ahLst/>
              <a:cxnLst/>
              <a:rect l="l" t="t" r="r" b="b"/>
              <a:pathLst>
                <a:path w="39169" h="18079" extrusionOk="0">
                  <a:moveTo>
                    <a:pt x="183" y="0"/>
                  </a:moveTo>
                  <a:cubicBezTo>
                    <a:pt x="92" y="0"/>
                    <a:pt x="1" y="92"/>
                    <a:pt x="1" y="206"/>
                  </a:cubicBezTo>
                  <a:cubicBezTo>
                    <a:pt x="1" y="297"/>
                    <a:pt x="92" y="388"/>
                    <a:pt x="183" y="388"/>
                  </a:cubicBezTo>
                  <a:lnTo>
                    <a:pt x="21182" y="388"/>
                  </a:lnTo>
                  <a:lnTo>
                    <a:pt x="38826" y="18010"/>
                  </a:lnTo>
                  <a:cubicBezTo>
                    <a:pt x="38849" y="18055"/>
                    <a:pt x="38895" y="18078"/>
                    <a:pt x="38940" y="18078"/>
                  </a:cubicBezTo>
                  <a:cubicBezTo>
                    <a:pt x="39009" y="18078"/>
                    <a:pt x="39055" y="18055"/>
                    <a:pt x="39077" y="18010"/>
                  </a:cubicBezTo>
                  <a:cubicBezTo>
                    <a:pt x="39169" y="17941"/>
                    <a:pt x="39169" y="17827"/>
                    <a:pt x="39077" y="17736"/>
                  </a:cubicBezTo>
                  <a:lnTo>
                    <a:pt x="213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5585500" y="1408375"/>
              <a:ext cx="1529900" cy="580350"/>
            </a:xfrm>
            <a:custGeom>
              <a:avLst/>
              <a:gdLst/>
              <a:ahLst/>
              <a:cxnLst/>
              <a:rect l="l" t="t" r="r" b="b"/>
              <a:pathLst>
                <a:path w="61196" h="23214" extrusionOk="0">
                  <a:moveTo>
                    <a:pt x="49121" y="0"/>
                  </a:moveTo>
                  <a:lnTo>
                    <a:pt x="26661" y="22460"/>
                  </a:lnTo>
                  <a:lnTo>
                    <a:pt x="389" y="22460"/>
                  </a:lnTo>
                  <a:cubicBezTo>
                    <a:pt x="161" y="22460"/>
                    <a:pt x="1" y="22620"/>
                    <a:pt x="1" y="22848"/>
                  </a:cubicBezTo>
                  <a:cubicBezTo>
                    <a:pt x="1" y="23054"/>
                    <a:pt x="161" y="23214"/>
                    <a:pt x="389" y="23214"/>
                  </a:cubicBezTo>
                  <a:lnTo>
                    <a:pt x="26980" y="23214"/>
                  </a:lnTo>
                  <a:lnTo>
                    <a:pt x="49441" y="776"/>
                  </a:lnTo>
                  <a:lnTo>
                    <a:pt x="60808" y="776"/>
                  </a:lnTo>
                  <a:cubicBezTo>
                    <a:pt x="61013" y="776"/>
                    <a:pt x="61196" y="594"/>
                    <a:pt x="61196" y="388"/>
                  </a:cubicBezTo>
                  <a:cubicBezTo>
                    <a:pt x="61196" y="183"/>
                    <a:pt x="61013" y="0"/>
                    <a:pt x="608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5953000" y="3543100"/>
              <a:ext cx="134700" cy="134700"/>
            </a:xfrm>
            <a:custGeom>
              <a:avLst/>
              <a:gdLst/>
              <a:ahLst/>
              <a:cxnLst/>
              <a:rect l="l" t="t" r="r" b="b"/>
              <a:pathLst>
                <a:path w="5388" h="5388" extrusionOk="0">
                  <a:moveTo>
                    <a:pt x="2694" y="366"/>
                  </a:moveTo>
                  <a:cubicBezTo>
                    <a:pt x="3972" y="366"/>
                    <a:pt x="5022" y="1416"/>
                    <a:pt x="5022" y="2694"/>
                  </a:cubicBezTo>
                  <a:cubicBezTo>
                    <a:pt x="5022" y="3949"/>
                    <a:pt x="3972" y="4999"/>
                    <a:pt x="2694" y="4999"/>
                  </a:cubicBezTo>
                  <a:cubicBezTo>
                    <a:pt x="1416" y="4999"/>
                    <a:pt x="388" y="3949"/>
                    <a:pt x="388" y="2694"/>
                  </a:cubicBezTo>
                  <a:cubicBezTo>
                    <a:pt x="388" y="1416"/>
                    <a:pt x="1416" y="366"/>
                    <a:pt x="2694" y="366"/>
                  </a:cubicBezTo>
                  <a:close/>
                  <a:moveTo>
                    <a:pt x="2694" y="1"/>
                  </a:moveTo>
                  <a:cubicBezTo>
                    <a:pt x="1210" y="1"/>
                    <a:pt x="0" y="1187"/>
                    <a:pt x="0" y="2694"/>
                  </a:cubicBezTo>
                  <a:cubicBezTo>
                    <a:pt x="0" y="4178"/>
                    <a:pt x="1210" y="5387"/>
                    <a:pt x="2694" y="5387"/>
                  </a:cubicBezTo>
                  <a:cubicBezTo>
                    <a:pt x="4177" y="5387"/>
                    <a:pt x="5387" y="4178"/>
                    <a:pt x="5387" y="2694"/>
                  </a:cubicBezTo>
                  <a:cubicBezTo>
                    <a:pt x="5387" y="1187"/>
                    <a:pt x="4177"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5976400" y="3566500"/>
              <a:ext cx="87900" cy="87325"/>
            </a:xfrm>
            <a:custGeom>
              <a:avLst/>
              <a:gdLst/>
              <a:ahLst/>
              <a:cxnLst/>
              <a:rect l="l" t="t" r="r" b="b"/>
              <a:pathLst>
                <a:path w="3516" h="3493" extrusionOk="0">
                  <a:moveTo>
                    <a:pt x="1758" y="0"/>
                  </a:moveTo>
                  <a:cubicBezTo>
                    <a:pt x="799" y="0"/>
                    <a:pt x="0" y="776"/>
                    <a:pt x="0" y="1758"/>
                  </a:cubicBezTo>
                  <a:cubicBezTo>
                    <a:pt x="0" y="2717"/>
                    <a:pt x="799" y="3493"/>
                    <a:pt x="1758" y="3493"/>
                  </a:cubicBezTo>
                  <a:cubicBezTo>
                    <a:pt x="2739" y="3493"/>
                    <a:pt x="3515" y="2717"/>
                    <a:pt x="3515" y="1758"/>
                  </a:cubicBezTo>
                  <a:cubicBezTo>
                    <a:pt x="3515" y="776"/>
                    <a:pt x="2739"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5421175" y="2256325"/>
              <a:ext cx="134700" cy="134700"/>
            </a:xfrm>
            <a:custGeom>
              <a:avLst/>
              <a:gdLst/>
              <a:ahLst/>
              <a:cxnLst/>
              <a:rect l="l" t="t" r="r" b="b"/>
              <a:pathLst>
                <a:path w="5388" h="5388" extrusionOk="0">
                  <a:moveTo>
                    <a:pt x="2694" y="389"/>
                  </a:moveTo>
                  <a:cubicBezTo>
                    <a:pt x="3972" y="389"/>
                    <a:pt x="4999" y="1416"/>
                    <a:pt x="4999" y="2694"/>
                  </a:cubicBezTo>
                  <a:cubicBezTo>
                    <a:pt x="4999" y="3972"/>
                    <a:pt x="3972" y="5022"/>
                    <a:pt x="2694" y="5022"/>
                  </a:cubicBezTo>
                  <a:cubicBezTo>
                    <a:pt x="1415" y="5022"/>
                    <a:pt x="365" y="3972"/>
                    <a:pt x="365" y="2694"/>
                  </a:cubicBezTo>
                  <a:cubicBezTo>
                    <a:pt x="365" y="1416"/>
                    <a:pt x="1415" y="389"/>
                    <a:pt x="2694" y="389"/>
                  </a:cubicBezTo>
                  <a:close/>
                  <a:moveTo>
                    <a:pt x="2694" y="1"/>
                  </a:moveTo>
                  <a:cubicBezTo>
                    <a:pt x="1210" y="1"/>
                    <a:pt x="0" y="1210"/>
                    <a:pt x="0" y="2694"/>
                  </a:cubicBezTo>
                  <a:cubicBezTo>
                    <a:pt x="0" y="4178"/>
                    <a:pt x="1210" y="5387"/>
                    <a:pt x="2694" y="5387"/>
                  </a:cubicBezTo>
                  <a:cubicBezTo>
                    <a:pt x="4177" y="5387"/>
                    <a:pt x="5387" y="4178"/>
                    <a:pt x="5387" y="2694"/>
                  </a:cubicBezTo>
                  <a:cubicBezTo>
                    <a:pt x="5387" y="1210"/>
                    <a:pt x="4177"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5444575" y="2279725"/>
              <a:ext cx="87900" cy="87900"/>
            </a:xfrm>
            <a:custGeom>
              <a:avLst/>
              <a:gdLst/>
              <a:ahLst/>
              <a:cxnLst/>
              <a:rect l="l" t="t" r="r" b="b"/>
              <a:pathLst>
                <a:path w="3516" h="3516" extrusionOk="0">
                  <a:moveTo>
                    <a:pt x="1758" y="0"/>
                  </a:moveTo>
                  <a:cubicBezTo>
                    <a:pt x="776" y="0"/>
                    <a:pt x="0" y="799"/>
                    <a:pt x="0" y="1758"/>
                  </a:cubicBezTo>
                  <a:cubicBezTo>
                    <a:pt x="0" y="2739"/>
                    <a:pt x="776" y="3516"/>
                    <a:pt x="1758" y="3516"/>
                  </a:cubicBezTo>
                  <a:cubicBezTo>
                    <a:pt x="2716" y="3516"/>
                    <a:pt x="3515" y="2739"/>
                    <a:pt x="3515" y="1758"/>
                  </a:cubicBezTo>
                  <a:cubicBezTo>
                    <a:pt x="3515" y="799"/>
                    <a:pt x="2716"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5459400" y="1912225"/>
              <a:ext cx="134700" cy="134700"/>
            </a:xfrm>
            <a:custGeom>
              <a:avLst/>
              <a:gdLst/>
              <a:ahLst/>
              <a:cxnLst/>
              <a:rect l="l" t="t" r="r" b="b"/>
              <a:pathLst>
                <a:path w="5388" h="5388" extrusionOk="0">
                  <a:moveTo>
                    <a:pt x="2694" y="366"/>
                  </a:moveTo>
                  <a:cubicBezTo>
                    <a:pt x="3972" y="366"/>
                    <a:pt x="4999" y="1416"/>
                    <a:pt x="4999" y="2694"/>
                  </a:cubicBezTo>
                  <a:cubicBezTo>
                    <a:pt x="4999" y="3973"/>
                    <a:pt x="3972" y="5000"/>
                    <a:pt x="2694" y="5000"/>
                  </a:cubicBezTo>
                  <a:cubicBezTo>
                    <a:pt x="1416" y="5000"/>
                    <a:pt x="389" y="3973"/>
                    <a:pt x="389" y="2694"/>
                  </a:cubicBezTo>
                  <a:cubicBezTo>
                    <a:pt x="389" y="1416"/>
                    <a:pt x="1416" y="366"/>
                    <a:pt x="2694" y="366"/>
                  </a:cubicBezTo>
                  <a:close/>
                  <a:moveTo>
                    <a:pt x="2694" y="1"/>
                  </a:moveTo>
                  <a:cubicBezTo>
                    <a:pt x="1210" y="1"/>
                    <a:pt x="1" y="1211"/>
                    <a:pt x="1" y="2694"/>
                  </a:cubicBezTo>
                  <a:cubicBezTo>
                    <a:pt x="1" y="4178"/>
                    <a:pt x="1210" y="5388"/>
                    <a:pt x="2694" y="5388"/>
                  </a:cubicBezTo>
                  <a:cubicBezTo>
                    <a:pt x="4178" y="5388"/>
                    <a:pt x="5387" y="4178"/>
                    <a:pt x="5387" y="2694"/>
                  </a:cubicBezTo>
                  <a:cubicBezTo>
                    <a:pt x="5387" y="1211"/>
                    <a:pt x="4178"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5482800" y="1935625"/>
              <a:ext cx="87900" cy="87900"/>
            </a:xfrm>
            <a:custGeom>
              <a:avLst/>
              <a:gdLst/>
              <a:ahLst/>
              <a:cxnLst/>
              <a:rect l="l" t="t" r="r" b="b"/>
              <a:pathLst>
                <a:path w="3516" h="3516" extrusionOk="0">
                  <a:moveTo>
                    <a:pt x="1758" y="1"/>
                  </a:moveTo>
                  <a:cubicBezTo>
                    <a:pt x="799" y="1"/>
                    <a:pt x="0" y="777"/>
                    <a:pt x="0" y="1758"/>
                  </a:cubicBezTo>
                  <a:cubicBezTo>
                    <a:pt x="0" y="2717"/>
                    <a:pt x="799" y="3516"/>
                    <a:pt x="1758" y="3516"/>
                  </a:cubicBezTo>
                  <a:cubicBezTo>
                    <a:pt x="2739" y="3516"/>
                    <a:pt x="3515" y="2717"/>
                    <a:pt x="3515" y="1758"/>
                  </a:cubicBezTo>
                  <a:cubicBezTo>
                    <a:pt x="3515" y="777"/>
                    <a:pt x="2739"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4736975" y="1935625"/>
              <a:ext cx="87900" cy="87900"/>
            </a:xfrm>
            <a:custGeom>
              <a:avLst/>
              <a:gdLst/>
              <a:ahLst/>
              <a:cxnLst/>
              <a:rect l="l" t="t" r="r" b="b"/>
              <a:pathLst>
                <a:path w="3516" h="3516" extrusionOk="0">
                  <a:moveTo>
                    <a:pt x="1758" y="1"/>
                  </a:moveTo>
                  <a:cubicBezTo>
                    <a:pt x="777" y="1"/>
                    <a:pt x="1" y="777"/>
                    <a:pt x="1" y="1758"/>
                  </a:cubicBezTo>
                  <a:cubicBezTo>
                    <a:pt x="1" y="2717"/>
                    <a:pt x="777" y="3516"/>
                    <a:pt x="1758" y="3516"/>
                  </a:cubicBezTo>
                  <a:cubicBezTo>
                    <a:pt x="2717" y="3516"/>
                    <a:pt x="3516" y="2717"/>
                    <a:pt x="3516" y="1758"/>
                  </a:cubicBezTo>
                  <a:cubicBezTo>
                    <a:pt x="3516" y="777"/>
                    <a:pt x="2717"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7044625" y="2632950"/>
              <a:ext cx="87900" cy="87325"/>
            </a:xfrm>
            <a:custGeom>
              <a:avLst/>
              <a:gdLst/>
              <a:ahLst/>
              <a:cxnLst/>
              <a:rect l="l" t="t" r="r" b="b"/>
              <a:pathLst>
                <a:path w="3516" h="3493" extrusionOk="0">
                  <a:moveTo>
                    <a:pt x="1758" y="0"/>
                  </a:moveTo>
                  <a:cubicBezTo>
                    <a:pt x="799" y="0"/>
                    <a:pt x="0" y="776"/>
                    <a:pt x="0" y="1735"/>
                  </a:cubicBezTo>
                  <a:cubicBezTo>
                    <a:pt x="0" y="2716"/>
                    <a:pt x="799" y="3493"/>
                    <a:pt x="1758" y="3493"/>
                  </a:cubicBezTo>
                  <a:cubicBezTo>
                    <a:pt x="2739" y="3493"/>
                    <a:pt x="3515" y="2716"/>
                    <a:pt x="3515" y="1735"/>
                  </a:cubicBezTo>
                  <a:cubicBezTo>
                    <a:pt x="3515" y="776"/>
                    <a:pt x="2739"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4222850" y="1085400"/>
              <a:ext cx="134675" cy="134675"/>
            </a:xfrm>
            <a:custGeom>
              <a:avLst/>
              <a:gdLst/>
              <a:ahLst/>
              <a:cxnLst/>
              <a:rect l="l" t="t" r="r" b="b"/>
              <a:pathLst>
                <a:path w="5387" h="5387" extrusionOk="0">
                  <a:moveTo>
                    <a:pt x="2694" y="388"/>
                  </a:moveTo>
                  <a:cubicBezTo>
                    <a:pt x="3972" y="388"/>
                    <a:pt x="5022" y="1415"/>
                    <a:pt x="5022" y="2694"/>
                  </a:cubicBezTo>
                  <a:cubicBezTo>
                    <a:pt x="5022" y="3972"/>
                    <a:pt x="3972" y="4999"/>
                    <a:pt x="2694" y="4999"/>
                  </a:cubicBezTo>
                  <a:cubicBezTo>
                    <a:pt x="1415" y="4999"/>
                    <a:pt x="388" y="3972"/>
                    <a:pt x="388" y="2694"/>
                  </a:cubicBezTo>
                  <a:cubicBezTo>
                    <a:pt x="388" y="1415"/>
                    <a:pt x="1415" y="388"/>
                    <a:pt x="2694" y="388"/>
                  </a:cubicBezTo>
                  <a:close/>
                  <a:moveTo>
                    <a:pt x="2694" y="0"/>
                  </a:moveTo>
                  <a:cubicBezTo>
                    <a:pt x="1210" y="0"/>
                    <a:pt x="0" y="1210"/>
                    <a:pt x="0" y="2694"/>
                  </a:cubicBezTo>
                  <a:cubicBezTo>
                    <a:pt x="0" y="4177"/>
                    <a:pt x="1210" y="5387"/>
                    <a:pt x="2694" y="5387"/>
                  </a:cubicBezTo>
                  <a:cubicBezTo>
                    <a:pt x="4177" y="5387"/>
                    <a:pt x="5387" y="4177"/>
                    <a:pt x="5387" y="2694"/>
                  </a:cubicBezTo>
                  <a:cubicBezTo>
                    <a:pt x="5387" y="1210"/>
                    <a:pt x="4177" y="0"/>
                    <a:pt x="26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4246800" y="1108775"/>
              <a:ext cx="87350" cy="87925"/>
            </a:xfrm>
            <a:custGeom>
              <a:avLst/>
              <a:gdLst/>
              <a:ahLst/>
              <a:cxnLst/>
              <a:rect l="l" t="t" r="r" b="b"/>
              <a:pathLst>
                <a:path w="3494" h="3517" extrusionOk="0">
                  <a:moveTo>
                    <a:pt x="1736" y="1"/>
                  </a:moveTo>
                  <a:cubicBezTo>
                    <a:pt x="777" y="1"/>
                    <a:pt x="1" y="800"/>
                    <a:pt x="1" y="1759"/>
                  </a:cubicBezTo>
                  <a:cubicBezTo>
                    <a:pt x="1" y="2717"/>
                    <a:pt x="777" y="3516"/>
                    <a:pt x="1736" y="3516"/>
                  </a:cubicBezTo>
                  <a:cubicBezTo>
                    <a:pt x="2717" y="3516"/>
                    <a:pt x="3493" y="2717"/>
                    <a:pt x="3493" y="1759"/>
                  </a:cubicBezTo>
                  <a:cubicBezTo>
                    <a:pt x="3493" y="800"/>
                    <a:pt x="2717" y="1"/>
                    <a:pt x="17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3502700" y="2585000"/>
              <a:ext cx="134700" cy="134700"/>
            </a:xfrm>
            <a:custGeom>
              <a:avLst/>
              <a:gdLst/>
              <a:ahLst/>
              <a:cxnLst/>
              <a:rect l="l" t="t" r="r" b="b"/>
              <a:pathLst>
                <a:path w="5388" h="5388" extrusionOk="0">
                  <a:moveTo>
                    <a:pt x="2694" y="389"/>
                  </a:moveTo>
                  <a:cubicBezTo>
                    <a:pt x="3972" y="389"/>
                    <a:pt x="4999" y="1416"/>
                    <a:pt x="4999" y="2694"/>
                  </a:cubicBezTo>
                  <a:cubicBezTo>
                    <a:pt x="4999" y="3973"/>
                    <a:pt x="3972" y="5000"/>
                    <a:pt x="2694" y="5000"/>
                  </a:cubicBezTo>
                  <a:cubicBezTo>
                    <a:pt x="1416" y="5000"/>
                    <a:pt x="389" y="3973"/>
                    <a:pt x="389" y="2694"/>
                  </a:cubicBezTo>
                  <a:cubicBezTo>
                    <a:pt x="389" y="1416"/>
                    <a:pt x="1416" y="389"/>
                    <a:pt x="2694" y="389"/>
                  </a:cubicBezTo>
                  <a:close/>
                  <a:moveTo>
                    <a:pt x="2694" y="1"/>
                  </a:moveTo>
                  <a:cubicBezTo>
                    <a:pt x="1210" y="1"/>
                    <a:pt x="1" y="1211"/>
                    <a:pt x="1" y="2694"/>
                  </a:cubicBezTo>
                  <a:cubicBezTo>
                    <a:pt x="1" y="4178"/>
                    <a:pt x="1210" y="5388"/>
                    <a:pt x="2694" y="5388"/>
                  </a:cubicBezTo>
                  <a:cubicBezTo>
                    <a:pt x="4178" y="5388"/>
                    <a:pt x="5387" y="4178"/>
                    <a:pt x="5387" y="2694"/>
                  </a:cubicBezTo>
                  <a:cubicBezTo>
                    <a:pt x="5387" y="1211"/>
                    <a:pt x="4178"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3526100" y="2608400"/>
              <a:ext cx="87900" cy="87900"/>
            </a:xfrm>
            <a:custGeom>
              <a:avLst/>
              <a:gdLst/>
              <a:ahLst/>
              <a:cxnLst/>
              <a:rect l="l" t="t" r="r" b="b"/>
              <a:pathLst>
                <a:path w="3516" h="3516" extrusionOk="0">
                  <a:moveTo>
                    <a:pt x="1758" y="1"/>
                  </a:moveTo>
                  <a:cubicBezTo>
                    <a:pt x="776" y="1"/>
                    <a:pt x="0" y="777"/>
                    <a:pt x="0" y="1758"/>
                  </a:cubicBezTo>
                  <a:cubicBezTo>
                    <a:pt x="0" y="2717"/>
                    <a:pt x="776" y="3516"/>
                    <a:pt x="1758" y="3516"/>
                  </a:cubicBezTo>
                  <a:cubicBezTo>
                    <a:pt x="2717" y="3516"/>
                    <a:pt x="3516" y="2717"/>
                    <a:pt x="3516" y="1758"/>
                  </a:cubicBezTo>
                  <a:cubicBezTo>
                    <a:pt x="3516" y="777"/>
                    <a:pt x="2717"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2281550" y="1156150"/>
              <a:ext cx="134700" cy="134700"/>
            </a:xfrm>
            <a:custGeom>
              <a:avLst/>
              <a:gdLst/>
              <a:ahLst/>
              <a:cxnLst/>
              <a:rect l="l" t="t" r="r" b="b"/>
              <a:pathLst>
                <a:path w="5388" h="5388" extrusionOk="0">
                  <a:moveTo>
                    <a:pt x="2694" y="366"/>
                  </a:moveTo>
                  <a:cubicBezTo>
                    <a:pt x="3972" y="366"/>
                    <a:pt x="4999" y="1416"/>
                    <a:pt x="4999" y="2694"/>
                  </a:cubicBezTo>
                  <a:cubicBezTo>
                    <a:pt x="4999" y="3972"/>
                    <a:pt x="3972" y="4999"/>
                    <a:pt x="2694" y="4999"/>
                  </a:cubicBezTo>
                  <a:cubicBezTo>
                    <a:pt x="1416" y="4999"/>
                    <a:pt x="366" y="3972"/>
                    <a:pt x="366" y="2694"/>
                  </a:cubicBezTo>
                  <a:cubicBezTo>
                    <a:pt x="366" y="1416"/>
                    <a:pt x="1416" y="366"/>
                    <a:pt x="2694" y="366"/>
                  </a:cubicBezTo>
                  <a:close/>
                  <a:moveTo>
                    <a:pt x="2694" y="0"/>
                  </a:moveTo>
                  <a:cubicBezTo>
                    <a:pt x="1210" y="0"/>
                    <a:pt x="0" y="1210"/>
                    <a:pt x="0" y="2694"/>
                  </a:cubicBezTo>
                  <a:cubicBezTo>
                    <a:pt x="0" y="4178"/>
                    <a:pt x="1210" y="5387"/>
                    <a:pt x="2694" y="5387"/>
                  </a:cubicBezTo>
                  <a:cubicBezTo>
                    <a:pt x="4177" y="5387"/>
                    <a:pt x="5387" y="4178"/>
                    <a:pt x="5387" y="2694"/>
                  </a:cubicBezTo>
                  <a:cubicBezTo>
                    <a:pt x="5387" y="1210"/>
                    <a:pt x="4177" y="0"/>
                    <a:pt x="26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2304950" y="1179550"/>
              <a:ext cx="87325" cy="87900"/>
            </a:xfrm>
            <a:custGeom>
              <a:avLst/>
              <a:gdLst/>
              <a:ahLst/>
              <a:cxnLst/>
              <a:rect l="l" t="t" r="r" b="b"/>
              <a:pathLst>
                <a:path w="3493" h="3516" extrusionOk="0">
                  <a:moveTo>
                    <a:pt x="1758" y="0"/>
                  </a:moveTo>
                  <a:cubicBezTo>
                    <a:pt x="776" y="0"/>
                    <a:pt x="0" y="776"/>
                    <a:pt x="0" y="1758"/>
                  </a:cubicBezTo>
                  <a:cubicBezTo>
                    <a:pt x="0" y="2717"/>
                    <a:pt x="776" y="3515"/>
                    <a:pt x="1758" y="3515"/>
                  </a:cubicBezTo>
                  <a:cubicBezTo>
                    <a:pt x="2716" y="3515"/>
                    <a:pt x="3493" y="2717"/>
                    <a:pt x="3493" y="1758"/>
                  </a:cubicBezTo>
                  <a:cubicBezTo>
                    <a:pt x="3493" y="776"/>
                    <a:pt x="2716"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1577950" y="1004925"/>
              <a:ext cx="94750" cy="94750"/>
            </a:xfrm>
            <a:custGeom>
              <a:avLst/>
              <a:gdLst/>
              <a:ahLst/>
              <a:cxnLst/>
              <a:rect l="l" t="t" r="r" b="b"/>
              <a:pathLst>
                <a:path w="3790" h="3790" extrusionOk="0">
                  <a:moveTo>
                    <a:pt x="1895" y="366"/>
                  </a:moveTo>
                  <a:cubicBezTo>
                    <a:pt x="2717" y="366"/>
                    <a:pt x="3402" y="1051"/>
                    <a:pt x="3402" y="1895"/>
                  </a:cubicBezTo>
                  <a:cubicBezTo>
                    <a:pt x="3402" y="2717"/>
                    <a:pt x="2717" y="3402"/>
                    <a:pt x="1895" y="3402"/>
                  </a:cubicBezTo>
                  <a:cubicBezTo>
                    <a:pt x="1051" y="3402"/>
                    <a:pt x="366" y="2717"/>
                    <a:pt x="366" y="1895"/>
                  </a:cubicBezTo>
                  <a:cubicBezTo>
                    <a:pt x="366" y="1051"/>
                    <a:pt x="1051" y="366"/>
                    <a:pt x="1895" y="366"/>
                  </a:cubicBezTo>
                  <a:close/>
                  <a:moveTo>
                    <a:pt x="1895" y="1"/>
                  </a:moveTo>
                  <a:cubicBezTo>
                    <a:pt x="845" y="1"/>
                    <a:pt x="1" y="845"/>
                    <a:pt x="1" y="1895"/>
                  </a:cubicBezTo>
                  <a:cubicBezTo>
                    <a:pt x="1" y="2922"/>
                    <a:pt x="845" y="3790"/>
                    <a:pt x="1895" y="3790"/>
                  </a:cubicBezTo>
                  <a:cubicBezTo>
                    <a:pt x="2922" y="3790"/>
                    <a:pt x="3790" y="2922"/>
                    <a:pt x="3790" y="1895"/>
                  </a:cubicBezTo>
                  <a:cubicBezTo>
                    <a:pt x="3790" y="845"/>
                    <a:pt x="2922" y="1"/>
                    <a:pt x="189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1595075" y="1022050"/>
              <a:ext cx="59950" cy="59950"/>
            </a:xfrm>
            <a:custGeom>
              <a:avLst/>
              <a:gdLst/>
              <a:ahLst/>
              <a:cxnLst/>
              <a:rect l="l" t="t" r="r" b="b"/>
              <a:pathLst>
                <a:path w="2398" h="2398" extrusionOk="0">
                  <a:moveTo>
                    <a:pt x="1210" y="1"/>
                  </a:moveTo>
                  <a:cubicBezTo>
                    <a:pt x="548" y="1"/>
                    <a:pt x="1" y="548"/>
                    <a:pt x="1" y="1210"/>
                  </a:cubicBezTo>
                  <a:cubicBezTo>
                    <a:pt x="1" y="1872"/>
                    <a:pt x="548" y="2397"/>
                    <a:pt x="1210" y="2397"/>
                  </a:cubicBezTo>
                  <a:cubicBezTo>
                    <a:pt x="1872" y="2397"/>
                    <a:pt x="2397" y="1872"/>
                    <a:pt x="2397" y="1210"/>
                  </a:cubicBezTo>
                  <a:cubicBezTo>
                    <a:pt x="2397" y="548"/>
                    <a:pt x="1872" y="1"/>
                    <a:pt x="12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2"/>
            <p:cNvSpPr/>
            <p:nvPr/>
          </p:nvSpPr>
          <p:spPr>
            <a:xfrm>
              <a:off x="2892125" y="1170425"/>
              <a:ext cx="106150" cy="106150"/>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310" y="4246"/>
                    <a:pt x="4246" y="3287"/>
                    <a:pt x="4246" y="2123"/>
                  </a:cubicBezTo>
                  <a:cubicBezTo>
                    <a:pt x="4246" y="936"/>
                    <a:pt x="3310"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2"/>
            <p:cNvSpPr/>
            <p:nvPr/>
          </p:nvSpPr>
          <p:spPr>
            <a:xfrm>
              <a:off x="7004675" y="1366150"/>
              <a:ext cx="106150" cy="106150"/>
            </a:xfrm>
            <a:custGeom>
              <a:avLst/>
              <a:gdLst/>
              <a:ahLst/>
              <a:cxnLst/>
              <a:rect l="l" t="t" r="r" b="b"/>
              <a:pathLst>
                <a:path w="4246" h="4246" extrusionOk="0">
                  <a:moveTo>
                    <a:pt x="2123" y="0"/>
                  </a:moveTo>
                  <a:cubicBezTo>
                    <a:pt x="936" y="0"/>
                    <a:pt x="0" y="959"/>
                    <a:pt x="0" y="2123"/>
                  </a:cubicBezTo>
                  <a:cubicBezTo>
                    <a:pt x="0" y="3310"/>
                    <a:pt x="936" y="4246"/>
                    <a:pt x="2123" y="4246"/>
                  </a:cubicBezTo>
                  <a:cubicBezTo>
                    <a:pt x="3287" y="4246"/>
                    <a:pt x="4246" y="3310"/>
                    <a:pt x="4246" y="2123"/>
                  </a:cubicBezTo>
                  <a:cubicBezTo>
                    <a:pt x="4246" y="959"/>
                    <a:pt x="3287"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6446600" y="2270600"/>
              <a:ext cx="106150" cy="106150"/>
            </a:xfrm>
            <a:custGeom>
              <a:avLst/>
              <a:gdLst/>
              <a:ahLst/>
              <a:cxnLst/>
              <a:rect l="l" t="t" r="r" b="b"/>
              <a:pathLst>
                <a:path w="4246" h="4246" extrusionOk="0">
                  <a:moveTo>
                    <a:pt x="2123" y="0"/>
                  </a:moveTo>
                  <a:cubicBezTo>
                    <a:pt x="959" y="0"/>
                    <a:pt x="0" y="959"/>
                    <a:pt x="0" y="2123"/>
                  </a:cubicBezTo>
                  <a:cubicBezTo>
                    <a:pt x="0" y="3310"/>
                    <a:pt x="959" y="4246"/>
                    <a:pt x="2123" y="4246"/>
                  </a:cubicBezTo>
                  <a:cubicBezTo>
                    <a:pt x="3310" y="4246"/>
                    <a:pt x="4246" y="3310"/>
                    <a:pt x="4246" y="2123"/>
                  </a:cubicBezTo>
                  <a:cubicBezTo>
                    <a:pt x="4246" y="959"/>
                    <a:pt x="3310" y="0"/>
                    <a:pt x="212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6258275" y="3300575"/>
              <a:ext cx="69650" cy="69650"/>
            </a:xfrm>
            <a:custGeom>
              <a:avLst/>
              <a:gdLst/>
              <a:ahLst/>
              <a:cxnLst/>
              <a:rect l="l" t="t" r="r" b="b"/>
              <a:pathLst>
                <a:path w="2786" h="2786" extrusionOk="0">
                  <a:moveTo>
                    <a:pt x="1393" y="1"/>
                  </a:moveTo>
                  <a:cubicBezTo>
                    <a:pt x="617" y="1"/>
                    <a:pt x="1" y="617"/>
                    <a:pt x="1" y="1393"/>
                  </a:cubicBezTo>
                  <a:cubicBezTo>
                    <a:pt x="1" y="2146"/>
                    <a:pt x="617" y="2786"/>
                    <a:pt x="1393" y="2786"/>
                  </a:cubicBezTo>
                  <a:cubicBezTo>
                    <a:pt x="2169" y="2786"/>
                    <a:pt x="2786" y="2146"/>
                    <a:pt x="2786" y="1393"/>
                  </a:cubicBezTo>
                  <a:cubicBezTo>
                    <a:pt x="2786" y="617"/>
                    <a:pt x="2169" y="1"/>
                    <a:pt x="13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2"/>
            <p:cNvSpPr/>
            <p:nvPr/>
          </p:nvSpPr>
          <p:spPr>
            <a:xfrm>
              <a:off x="4746100" y="3030675"/>
              <a:ext cx="69650" cy="69075"/>
            </a:xfrm>
            <a:custGeom>
              <a:avLst/>
              <a:gdLst/>
              <a:ahLst/>
              <a:cxnLst/>
              <a:rect l="l" t="t" r="r" b="b"/>
              <a:pathLst>
                <a:path w="2786" h="2763" extrusionOk="0">
                  <a:moveTo>
                    <a:pt x="1393" y="0"/>
                  </a:moveTo>
                  <a:cubicBezTo>
                    <a:pt x="617" y="0"/>
                    <a:pt x="1" y="617"/>
                    <a:pt x="1" y="1393"/>
                  </a:cubicBezTo>
                  <a:cubicBezTo>
                    <a:pt x="1" y="2146"/>
                    <a:pt x="617" y="2762"/>
                    <a:pt x="1393" y="2762"/>
                  </a:cubicBezTo>
                  <a:cubicBezTo>
                    <a:pt x="2169" y="2762"/>
                    <a:pt x="2786" y="2146"/>
                    <a:pt x="2786" y="1393"/>
                  </a:cubicBezTo>
                  <a:cubicBezTo>
                    <a:pt x="2786" y="617"/>
                    <a:pt x="2169" y="0"/>
                    <a:pt x="13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2"/>
            <p:cNvSpPr/>
            <p:nvPr/>
          </p:nvSpPr>
          <p:spPr>
            <a:xfrm>
              <a:off x="5111875" y="1378700"/>
              <a:ext cx="106175" cy="106150"/>
            </a:xfrm>
            <a:custGeom>
              <a:avLst/>
              <a:gdLst/>
              <a:ahLst/>
              <a:cxnLst/>
              <a:rect l="l" t="t" r="r" b="b"/>
              <a:pathLst>
                <a:path w="4247" h="4246" extrusionOk="0">
                  <a:moveTo>
                    <a:pt x="2124" y="0"/>
                  </a:moveTo>
                  <a:cubicBezTo>
                    <a:pt x="960" y="0"/>
                    <a:pt x="1" y="959"/>
                    <a:pt x="1" y="2123"/>
                  </a:cubicBezTo>
                  <a:cubicBezTo>
                    <a:pt x="1" y="3310"/>
                    <a:pt x="960" y="4246"/>
                    <a:pt x="2124" y="4246"/>
                  </a:cubicBezTo>
                  <a:cubicBezTo>
                    <a:pt x="3288" y="4246"/>
                    <a:pt x="4246" y="3310"/>
                    <a:pt x="4246" y="2123"/>
                  </a:cubicBezTo>
                  <a:cubicBezTo>
                    <a:pt x="4246" y="959"/>
                    <a:pt x="3288" y="0"/>
                    <a:pt x="21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5692225" y="1404950"/>
              <a:ext cx="75350" cy="74775"/>
            </a:xfrm>
            <a:custGeom>
              <a:avLst/>
              <a:gdLst/>
              <a:ahLst/>
              <a:cxnLst/>
              <a:rect l="l" t="t" r="r" b="b"/>
              <a:pathLst>
                <a:path w="3014" h="2991" extrusionOk="0">
                  <a:moveTo>
                    <a:pt x="1507" y="0"/>
                  </a:moveTo>
                  <a:cubicBezTo>
                    <a:pt x="685" y="0"/>
                    <a:pt x="0" y="662"/>
                    <a:pt x="0" y="1507"/>
                  </a:cubicBezTo>
                  <a:cubicBezTo>
                    <a:pt x="0" y="2328"/>
                    <a:pt x="685" y="2990"/>
                    <a:pt x="1507" y="2990"/>
                  </a:cubicBezTo>
                  <a:cubicBezTo>
                    <a:pt x="2328" y="2990"/>
                    <a:pt x="3013" y="2328"/>
                    <a:pt x="3013" y="1507"/>
                  </a:cubicBezTo>
                  <a:cubicBezTo>
                    <a:pt x="3013" y="662"/>
                    <a:pt x="2328"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5821750" y="1469425"/>
              <a:ext cx="79350" cy="79350"/>
            </a:xfrm>
            <a:custGeom>
              <a:avLst/>
              <a:gdLst/>
              <a:ahLst/>
              <a:cxnLst/>
              <a:rect l="l" t="t" r="r" b="b"/>
              <a:pathLst>
                <a:path w="3174" h="3174" extrusionOk="0">
                  <a:moveTo>
                    <a:pt x="1598" y="1"/>
                  </a:moveTo>
                  <a:cubicBezTo>
                    <a:pt x="708" y="1"/>
                    <a:pt x="1" y="708"/>
                    <a:pt x="1" y="1575"/>
                  </a:cubicBezTo>
                  <a:cubicBezTo>
                    <a:pt x="1" y="2466"/>
                    <a:pt x="708" y="3173"/>
                    <a:pt x="1598" y="3173"/>
                  </a:cubicBezTo>
                  <a:cubicBezTo>
                    <a:pt x="2466" y="3173"/>
                    <a:pt x="3173" y="2466"/>
                    <a:pt x="3173" y="1575"/>
                  </a:cubicBezTo>
                  <a:cubicBezTo>
                    <a:pt x="3173" y="708"/>
                    <a:pt x="2466" y="1"/>
                    <a:pt x="15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2"/>
            <p:cNvSpPr/>
            <p:nvPr/>
          </p:nvSpPr>
          <p:spPr>
            <a:xfrm>
              <a:off x="3572900" y="2384150"/>
              <a:ext cx="139825" cy="139250"/>
            </a:xfrm>
            <a:custGeom>
              <a:avLst/>
              <a:gdLst/>
              <a:ahLst/>
              <a:cxnLst/>
              <a:rect l="l" t="t" r="r" b="b"/>
              <a:pathLst>
                <a:path w="5593" h="5570" extrusionOk="0">
                  <a:moveTo>
                    <a:pt x="2808" y="0"/>
                  </a:moveTo>
                  <a:cubicBezTo>
                    <a:pt x="1255" y="0"/>
                    <a:pt x="0" y="1233"/>
                    <a:pt x="0" y="2785"/>
                  </a:cubicBezTo>
                  <a:cubicBezTo>
                    <a:pt x="0" y="4314"/>
                    <a:pt x="1255" y="5570"/>
                    <a:pt x="2808" y="5570"/>
                  </a:cubicBezTo>
                  <a:cubicBezTo>
                    <a:pt x="4337" y="5570"/>
                    <a:pt x="5592" y="4314"/>
                    <a:pt x="5592" y="2785"/>
                  </a:cubicBezTo>
                  <a:cubicBezTo>
                    <a:pt x="5592" y="1233"/>
                    <a:pt x="4337" y="0"/>
                    <a:pt x="28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2"/>
            <p:cNvSpPr/>
            <p:nvPr/>
          </p:nvSpPr>
          <p:spPr>
            <a:xfrm>
              <a:off x="5419450" y="2995300"/>
              <a:ext cx="139825" cy="139825"/>
            </a:xfrm>
            <a:custGeom>
              <a:avLst/>
              <a:gdLst/>
              <a:ahLst/>
              <a:cxnLst/>
              <a:rect l="l" t="t" r="r" b="b"/>
              <a:pathLst>
                <a:path w="5593" h="5593" extrusionOk="0">
                  <a:moveTo>
                    <a:pt x="2785" y="0"/>
                  </a:moveTo>
                  <a:cubicBezTo>
                    <a:pt x="1256" y="0"/>
                    <a:pt x="1" y="1256"/>
                    <a:pt x="1" y="2808"/>
                  </a:cubicBezTo>
                  <a:cubicBezTo>
                    <a:pt x="1" y="4337"/>
                    <a:pt x="1256" y="5592"/>
                    <a:pt x="2785" y="5592"/>
                  </a:cubicBezTo>
                  <a:cubicBezTo>
                    <a:pt x="4338" y="5592"/>
                    <a:pt x="5593" y="4337"/>
                    <a:pt x="5593" y="2808"/>
                  </a:cubicBezTo>
                  <a:cubicBezTo>
                    <a:pt x="5593" y="1256"/>
                    <a:pt x="4338" y="0"/>
                    <a:pt x="27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2"/>
            <p:cNvSpPr/>
            <p:nvPr/>
          </p:nvSpPr>
          <p:spPr>
            <a:xfrm>
              <a:off x="3311550" y="1787275"/>
              <a:ext cx="65075" cy="65075"/>
            </a:xfrm>
            <a:custGeom>
              <a:avLst/>
              <a:gdLst/>
              <a:ahLst/>
              <a:cxnLst/>
              <a:rect l="l" t="t" r="r" b="b"/>
              <a:pathLst>
                <a:path w="2603" h="2603" extrusionOk="0">
                  <a:moveTo>
                    <a:pt x="1301" y="0"/>
                  </a:moveTo>
                  <a:cubicBezTo>
                    <a:pt x="594" y="0"/>
                    <a:pt x="0" y="571"/>
                    <a:pt x="0" y="1301"/>
                  </a:cubicBezTo>
                  <a:cubicBezTo>
                    <a:pt x="0" y="2009"/>
                    <a:pt x="594" y="2602"/>
                    <a:pt x="1301" y="2602"/>
                  </a:cubicBezTo>
                  <a:cubicBezTo>
                    <a:pt x="2009" y="2602"/>
                    <a:pt x="2602" y="2009"/>
                    <a:pt x="2602" y="1301"/>
                  </a:cubicBezTo>
                  <a:cubicBezTo>
                    <a:pt x="2602" y="571"/>
                    <a:pt x="2009" y="0"/>
                    <a:pt x="13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2"/>
            <p:cNvSpPr/>
            <p:nvPr/>
          </p:nvSpPr>
          <p:spPr>
            <a:xfrm>
              <a:off x="3501550" y="1519075"/>
              <a:ext cx="143825" cy="144400"/>
            </a:xfrm>
            <a:custGeom>
              <a:avLst/>
              <a:gdLst/>
              <a:ahLst/>
              <a:cxnLst/>
              <a:rect l="l" t="t" r="r" b="b"/>
              <a:pathLst>
                <a:path w="5753" h="5776" extrusionOk="0">
                  <a:moveTo>
                    <a:pt x="2877" y="388"/>
                  </a:moveTo>
                  <a:cubicBezTo>
                    <a:pt x="4246" y="388"/>
                    <a:pt x="5388" y="1507"/>
                    <a:pt x="5388" y="2899"/>
                  </a:cubicBezTo>
                  <a:cubicBezTo>
                    <a:pt x="5388" y="4269"/>
                    <a:pt x="4246" y="5410"/>
                    <a:pt x="2877" y="5410"/>
                  </a:cubicBezTo>
                  <a:cubicBezTo>
                    <a:pt x="1485" y="5410"/>
                    <a:pt x="366" y="4269"/>
                    <a:pt x="366" y="2899"/>
                  </a:cubicBezTo>
                  <a:cubicBezTo>
                    <a:pt x="366" y="1507"/>
                    <a:pt x="1485" y="388"/>
                    <a:pt x="2877" y="388"/>
                  </a:cubicBezTo>
                  <a:close/>
                  <a:moveTo>
                    <a:pt x="2877" y="0"/>
                  </a:moveTo>
                  <a:cubicBezTo>
                    <a:pt x="1279" y="0"/>
                    <a:pt x="1" y="1301"/>
                    <a:pt x="1" y="2899"/>
                  </a:cubicBezTo>
                  <a:cubicBezTo>
                    <a:pt x="1" y="4497"/>
                    <a:pt x="1279" y="5775"/>
                    <a:pt x="2877" y="5775"/>
                  </a:cubicBezTo>
                  <a:cubicBezTo>
                    <a:pt x="4475" y="5775"/>
                    <a:pt x="5753" y="4497"/>
                    <a:pt x="5753" y="2899"/>
                  </a:cubicBezTo>
                  <a:cubicBezTo>
                    <a:pt x="5753" y="1301"/>
                    <a:pt x="4475" y="0"/>
                    <a:pt x="28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2"/>
            <p:cNvSpPr/>
            <p:nvPr/>
          </p:nvSpPr>
          <p:spPr>
            <a:xfrm>
              <a:off x="3526675" y="1544750"/>
              <a:ext cx="93600" cy="93050"/>
            </a:xfrm>
            <a:custGeom>
              <a:avLst/>
              <a:gdLst/>
              <a:ahLst/>
              <a:cxnLst/>
              <a:rect l="l" t="t" r="r" b="b"/>
              <a:pathLst>
                <a:path w="3744" h="3722" extrusionOk="0">
                  <a:moveTo>
                    <a:pt x="1872" y="0"/>
                  </a:moveTo>
                  <a:cubicBezTo>
                    <a:pt x="845" y="0"/>
                    <a:pt x="0" y="845"/>
                    <a:pt x="0" y="1872"/>
                  </a:cubicBezTo>
                  <a:cubicBezTo>
                    <a:pt x="0" y="2899"/>
                    <a:pt x="845" y="3721"/>
                    <a:pt x="1872" y="3721"/>
                  </a:cubicBezTo>
                  <a:cubicBezTo>
                    <a:pt x="2899" y="3721"/>
                    <a:pt x="3744" y="2899"/>
                    <a:pt x="3744" y="1872"/>
                  </a:cubicBezTo>
                  <a:cubicBezTo>
                    <a:pt x="3744" y="845"/>
                    <a:pt x="2899" y="0"/>
                    <a:pt x="18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a:off x="1930050" y="1563575"/>
              <a:ext cx="106150" cy="106175"/>
            </a:xfrm>
            <a:custGeom>
              <a:avLst/>
              <a:gdLst/>
              <a:ahLst/>
              <a:cxnLst/>
              <a:rect l="l" t="t" r="r" b="b"/>
              <a:pathLst>
                <a:path w="4246" h="4247" extrusionOk="0">
                  <a:moveTo>
                    <a:pt x="2123" y="1"/>
                  </a:moveTo>
                  <a:cubicBezTo>
                    <a:pt x="959" y="1"/>
                    <a:pt x="0" y="937"/>
                    <a:pt x="0" y="2123"/>
                  </a:cubicBezTo>
                  <a:cubicBezTo>
                    <a:pt x="0" y="3288"/>
                    <a:pt x="959" y="4246"/>
                    <a:pt x="2123" y="4246"/>
                  </a:cubicBezTo>
                  <a:cubicBezTo>
                    <a:pt x="3310" y="4246"/>
                    <a:pt x="4246" y="3288"/>
                    <a:pt x="4246" y="2123"/>
                  </a:cubicBezTo>
                  <a:cubicBezTo>
                    <a:pt x="4246" y="937"/>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2"/>
            <p:cNvSpPr/>
            <p:nvPr/>
          </p:nvSpPr>
          <p:spPr>
            <a:xfrm>
              <a:off x="1621325" y="1563575"/>
              <a:ext cx="106175" cy="106175"/>
            </a:xfrm>
            <a:custGeom>
              <a:avLst/>
              <a:gdLst/>
              <a:ahLst/>
              <a:cxnLst/>
              <a:rect l="l" t="t" r="r" b="b"/>
              <a:pathLst>
                <a:path w="4247" h="4247" extrusionOk="0">
                  <a:moveTo>
                    <a:pt x="2123" y="1"/>
                  </a:moveTo>
                  <a:cubicBezTo>
                    <a:pt x="936" y="1"/>
                    <a:pt x="1" y="937"/>
                    <a:pt x="1" y="2123"/>
                  </a:cubicBezTo>
                  <a:cubicBezTo>
                    <a:pt x="1" y="3288"/>
                    <a:pt x="936" y="4246"/>
                    <a:pt x="2123" y="4246"/>
                  </a:cubicBezTo>
                  <a:cubicBezTo>
                    <a:pt x="3287" y="4246"/>
                    <a:pt x="4246" y="3288"/>
                    <a:pt x="4246" y="2123"/>
                  </a:cubicBezTo>
                  <a:cubicBezTo>
                    <a:pt x="4246" y="937"/>
                    <a:pt x="3287"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2"/>
            <p:cNvSpPr/>
            <p:nvPr/>
          </p:nvSpPr>
          <p:spPr>
            <a:xfrm>
              <a:off x="944550" y="1765575"/>
              <a:ext cx="106175" cy="106175"/>
            </a:xfrm>
            <a:custGeom>
              <a:avLst/>
              <a:gdLst/>
              <a:ahLst/>
              <a:cxnLst/>
              <a:rect l="l" t="t" r="r" b="b"/>
              <a:pathLst>
                <a:path w="4247" h="4247" extrusionOk="0">
                  <a:moveTo>
                    <a:pt x="2123" y="1"/>
                  </a:moveTo>
                  <a:cubicBezTo>
                    <a:pt x="959" y="1"/>
                    <a:pt x="1" y="960"/>
                    <a:pt x="1" y="2124"/>
                  </a:cubicBezTo>
                  <a:cubicBezTo>
                    <a:pt x="1" y="3311"/>
                    <a:pt x="959" y="4246"/>
                    <a:pt x="2123" y="4246"/>
                  </a:cubicBezTo>
                  <a:cubicBezTo>
                    <a:pt x="3310" y="4246"/>
                    <a:pt x="4246" y="3311"/>
                    <a:pt x="4246" y="2124"/>
                  </a:cubicBezTo>
                  <a:cubicBezTo>
                    <a:pt x="4246" y="960"/>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2"/>
            <p:cNvSpPr/>
            <p:nvPr/>
          </p:nvSpPr>
          <p:spPr>
            <a:xfrm>
              <a:off x="496050" y="1323925"/>
              <a:ext cx="106150" cy="106150"/>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287" y="4246"/>
                    <a:pt x="4246" y="3287"/>
                    <a:pt x="4246" y="2123"/>
                  </a:cubicBezTo>
                  <a:cubicBezTo>
                    <a:pt x="4246" y="936"/>
                    <a:pt x="3287"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2"/>
            <p:cNvSpPr/>
            <p:nvPr/>
          </p:nvSpPr>
          <p:spPr>
            <a:xfrm>
              <a:off x="3168300" y="1186975"/>
              <a:ext cx="72500" cy="73050"/>
            </a:xfrm>
            <a:custGeom>
              <a:avLst/>
              <a:gdLst/>
              <a:ahLst/>
              <a:cxnLst/>
              <a:rect l="l" t="t" r="r" b="b"/>
              <a:pathLst>
                <a:path w="2900" h="2922" extrusionOk="0">
                  <a:moveTo>
                    <a:pt x="1462" y="0"/>
                  </a:moveTo>
                  <a:cubicBezTo>
                    <a:pt x="640" y="0"/>
                    <a:pt x="1" y="639"/>
                    <a:pt x="1" y="1461"/>
                  </a:cubicBezTo>
                  <a:cubicBezTo>
                    <a:pt x="1" y="2260"/>
                    <a:pt x="640" y="2922"/>
                    <a:pt x="1462" y="2922"/>
                  </a:cubicBezTo>
                  <a:cubicBezTo>
                    <a:pt x="2261" y="2922"/>
                    <a:pt x="2900" y="2260"/>
                    <a:pt x="2900" y="1461"/>
                  </a:cubicBezTo>
                  <a:cubicBezTo>
                    <a:pt x="2900" y="639"/>
                    <a:pt x="2261"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2"/>
            <p:cNvSpPr/>
            <p:nvPr/>
          </p:nvSpPr>
          <p:spPr>
            <a:xfrm>
              <a:off x="1238425" y="1362725"/>
              <a:ext cx="73075" cy="73050"/>
            </a:xfrm>
            <a:custGeom>
              <a:avLst/>
              <a:gdLst/>
              <a:ahLst/>
              <a:cxnLst/>
              <a:rect l="l" t="t" r="r" b="b"/>
              <a:pathLst>
                <a:path w="2923" h="2922" extrusionOk="0">
                  <a:moveTo>
                    <a:pt x="1462" y="0"/>
                  </a:moveTo>
                  <a:cubicBezTo>
                    <a:pt x="640" y="0"/>
                    <a:pt x="1" y="662"/>
                    <a:pt x="1" y="1461"/>
                  </a:cubicBezTo>
                  <a:cubicBezTo>
                    <a:pt x="1" y="2260"/>
                    <a:pt x="640" y="2922"/>
                    <a:pt x="1462" y="2922"/>
                  </a:cubicBezTo>
                  <a:cubicBezTo>
                    <a:pt x="2260" y="2922"/>
                    <a:pt x="2922" y="2260"/>
                    <a:pt x="2922" y="1461"/>
                  </a:cubicBezTo>
                  <a:cubicBezTo>
                    <a:pt x="2922" y="662"/>
                    <a:pt x="2260"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
            <p:cNvSpPr/>
            <p:nvPr/>
          </p:nvSpPr>
          <p:spPr>
            <a:xfrm>
              <a:off x="2281550" y="832600"/>
              <a:ext cx="2995850" cy="9725"/>
            </a:xfrm>
            <a:custGeom>
              <a:avLst/>
              <a:gdLst/>
              <a:ahLst/>
              <a:cxnLst/>
              <a:rect l="l" t="t" r="r" b="b"/>
              <a:pathLst>
                <a:path w="119834" h="389" extrusionOk="0">
                  <a:moveTo>
                    <a:pt x="183" y="1"/>
                  </a:moveTo>
                  <a:cubicBezTo>
                    <a:pt x="69" y="1"/>
                    <a:pt x="0" y="92"/>
                    <a:pt x="0" y="183"/>
                  </a:cubicBezTo>
                  <a:cubicBezTo>
                    <a:pt x="0" y="297"/>
                    <a:pt x="69" y="389"/>
                    <a:pt x="183" y="389"/>
                  </a:cubicBezTo>
                  <a:lnTo>
                    <a:pt x="119628" y="389"/>
                  </a:lnTo>
                  <a:cubicBezTo>
                    <a:pt x="119742" y="389"/>
                    <a:pt x="119833" y="297"/>
                    <a:pt x="119833" y="183"/>
                  </a:cubicBezTo>
                  <a:cubicBezTo>
                    <a:pt x="119833" y="92"/>
                    <a:pt x="119742" y="1"/>
                    <a:pt x="1196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a:off x="2222775" y="800650"/>
              <a:ext cx="73075" cy="73050"/>
            </a:xfrm>
            <a:custGeom>
              <a:avLst/>
              <a:gdLst/>
              <a:ahLst/>
              <a:cxnLst/>
              <a:rect l="l" t="t" r="r" b="b"/>
              <a:pathLst>
                <a:path w="2923" h="2922" extrusionOk="0">
                  <a:moveTo>
                    <a:pt x="1461" y="0"/>
                  </a:moveTo>
                  <a:cubicBezTo>
                    <a:pt x="640" y="0"/>
                    <a:pt x="0" y="662"/>
                    <a:pt x="0" y="1461"/>
                  </a:cubicBezTo>
                  <a:cubicBezTo>
                    <a:pt x="0" y="2283"/>
                    <a:pt x="640" y="2922"/>
                    <a:pt x="1461" y="2922"/>
                  </a:cubicBezTo>
                  <a:cubicBezTo>
                    <a:pt x="2260" y="2922"/>
                    <a:pt x="2922" y="2283"/>
                    <a:pt x="2922" y="1461"/>
                  </a:cubicBezTo>
                  <a:cubicBezTo>
                    <a:pt x="2922" y="662"/>
                    <a:pt x="2260" y="0"/>
                    <a:pt x="14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a:off x="5235725" y="800650"/>
              <a:ext cx="73050" cy="73050"/>
            </a:xfrm>
            <a:custGeom>
              <a:avLst/>
              <a:gdLst/>
              <a:ahLst/>
              <a:cxnLst/>
              <a:rect l="l" t="t" r="r" b="b"/>
              <a:pathLst>
                <a:path w="2922" h="2922" extrusionOk="0">
                  <a:moveTo>
                    <a:pt x="1461" y="0"/>
                  </a:moveTo>
                  <a:cubicBezTo>
                    <a:pt x="662" y="0"/>
                    <a:pt x="0" y="662"/>
                    <a:pt x="0" y="1461"/>
                  </a:cubicBezTo>
                  <a:cubicBezTo>
                    <a:pt x="0" y="2283"/>
                    <a:pt x="662" y="2922"/>
                    <a:pt x="1461" y="2922"/>
                  </a:cubicBezTo>
                  <a:cubicBezTo>
                    <a:pt x="2283" y="2922"/>
                    <a:pt x="2922" y="2283"/>
                    <a:pt x="2922" y="1461"/>
                  </a:cubicBezTo>
                  <a:cubicBezTo>
                    <a:pt x="2922" y="662"/>
                    <a:pt x="2283" y="0"/>
                    <a:pt x="14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p:nvPr/>
          </p:nvSpPr>
          <p:spPr>
            <a:xfrm>
              <a:off x="5732175" y="319450"/>
              <a:ext cx="1118450" cy="1117475"/>
            </a:xfrm>
            <a:custGeom>
              <a:avLst/>
              <a:gdLst/>
              <a:ahLst/>
              <a:cxnLst/>
              <a:rect l="l" t="t" r="r" b="b"/>
              <a:pathLst>
                <a:path w="44738" h="44699" extrusionOk="0">
                  <a:moveTo>
                    <a:pt x="44532" y="1"/>
                  </a:moveTo>
                  <a:cubicBezTo>
                    <a:pt x="44481" y="1"/>
                    <a:pt x="44430" y="18"/>
                    <a:pt x="44395" y="52"/>
                  </a:cubicBezTo>
                  <a:lnTo>
                    <a:pt x="91" y="44356"/>
                  </a:lnTo>
                  <a:cubicBezTo>
                    <a:pt x="0" y="44447"/>
                    <a:pt x="0" y="44562"/>
                    <a:pt x="91" y="44630"/>
                  </a:cubicBezTo>
                  <a:cubicBezTo>
                    <a:pt x="114" y="44676"/>
                    <a:pt x="160" y="44699"/>
                    <a:pt x="228" y="44699"/>
                  </a:cubicBezTo>
                  <a:cubicBezTo>
                    <a:pt x="274" y="44699"/>
                    <a:pt x="320" y="44676"/>
                    <a:pt x="342" y="44630"/>
                  </a:cubicBezTo>
                  <a:lnTo>
                    <a:pt x="44669" y="326"/>
                  </a:lnTo>
                  <a:cubicBezTo>
                    <a:pt x="44738" y="258"/>
                    <a:pt x="44738" y="121"/>
                    <a:pt x="44669" y="52"/>
                  </a:cubicBezTo>
                  <a:cubicBezTo>
                    <a:pt x="44635" y="18"/>
                    <a:pt x="44584" y="1"/>
                    <a:pt x="445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2"/>
            <p:cNvSpPr/>
            <p:nvPr/>
          </p:nvSpPr>
          <p:spPr>
            <a:xfrm>
              <a:off x="5870250" y="381100"/>
              <a:ext cx="1118475" cy="1117450"/>
            </a:xfrm>
            <a:custGeom>
              <a:avLst/>
              <a:gdLst/>
              <a:ahLst/>
              <a:cxnLst/>
              <a:rect l="l" t="t" r="r" b="b"/>
              <a:pathLst>
                <a:path w="44739" h="44698" extrusionOk="0">
                  <a:moveTo>
                    <a:pt x="44522" y="0"/>
                  </a:moveTo>
                  <a:cubicBezTo>
                    <a:pt x="44476" y="0"/>
                    <a:pt x="44430" y="17"/>
                    <a:pt x="44396" y="51"/>
                  </a:cubicBezTo>
                  <a:lnTo>
                    <a:pt x="69" y="44378"/>
                  </a:lnTo>
                  <a:cubicBezTo>
                    <a:pt x="1" y="44447"/>
                    <a:pt x="1" y="44561"/>
                    <a:pt x="69" y="44629"/>
                  </a:cubicBezTo>
                  <a:cubicBezTo>
                    <a:pt x="115" y="44675"/>
                    <a:pt x="161" y="44698"/>
                    <a:pt x="206" y="44698"/>
                  </a:cubicBezTo>
                  <a:cubicBezTo>
                    <a:pt x="252" y="44698"/>
                    <a:pt x="298" y="44675"/>
                    <a:pt x="343" y="44629"/>
                  </a:cubicBezTo>
                  <a:lnTo>
                    <a:pt x="44647" y="325"/>
                  </a:lnTo>
                  <a:cubicBezTo>
                    <a:pt x="44738" y="257"/>
                    <a:pt x="44738" y="120"/>
                    <a:pt x="44647" y="51"/>
                  </a:cubicBezTo>
                  <a:cubicBezTo>
                    <a:pt x="44613" y="17"/>
                    <a:pt x="44567" y="0"/>
                    <a:pt x="445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2"/>
            <p:cNvSpPr/>
            <p:nvPr/>
          </p:nvSpPr>
          <p:spPr>
            <a:xfrm>
              <a:off x="4775775" y="1974875"/>
              <a:ext cx="2300825" cy="706600"/>
            </a:xfrm>
            <a:custGeom>
              <a:avLst/>
              <a:gdLst/>
              <a:ahLst/>
              <a:cxnLst/>
              <a:rect l="l" t="t" r="r" b="b"/>
              <a:pathLst>
                <a:path w="92033" h="28264" extrusionOk="0">
                  <a:moveTo>
                    <a:pt x="206" y="0"/>
                  </a:moveTo>
                  <a:cubicBezTo>
                    <a:pt x="155" y="0"/>
                    <a:pt x="104" y="17"/>
                    <a:pt x="69" y="51"/>
                  </a:cubicBezTo>
                  <a:cubicBezTo>
                    <a:pt x="1" y="120"/>
                    <a:pt x="1" y="234"/>
                    <a:pt x="69" y="325"/>
                  </a:cubicBezTo>
                  <a:lnTo>
                    <a:pt x="28007" y="28263"/>
                  </a:lnTo>
                  <a:lnTo>
                    <a:pt x="91850" y="28263"/>
                  </a:lnTo>
                  <a:cubicBezTo>
                    <a:pt x="91941" y="28263"/>
                    <a:pt x="92032" y="28172"/>
                    <a:pt x="92032" y="28058"/>
                  </a:cubicBezTo>
                  <a:cubicBezTo>
                    <a:pt x="92032" y="27967"/>
                    <a:pt x="91941" y="27875"/>
                    <a:pt x="91850" y="27875"/>
                  </a:cubicBezTo>
                  <a:lnTo>
                    <a:pt x="28167" y="27875"/>
                  </a:lnTo>
                  <a:lnTo>
                    <a:pt x="343" y="51"/>
                  </a:lnTo>
                  <a:cubicBezTo>
                    <a:pt x="309" y="17"/>
                    <a:pt x="258" y="0"/>
                    <a:pt x="2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2"/>
            <p:cNvSpPr/>
            <p:nvPr/>
          </p:nvSpPr>
          <p:spPr>
            <a:xfrm>
              <a:off x="3518100" y="2023500"/>
              <a:ext cx="149550" cy="93050"/>
            </a:xfrm>
            <a:custGeom>
              <a:avLst/>
              <a:gdLst/>
              <a:ahLst/>
              <a:cxnLst/>
              <a:rect l="l" t="t" r="r" b="b"/>
              <a:pathLst>
                <a:path w="5982" h="3722" extrusionOk="0">
                  <a:moveTo>
                    <a:pt x="1" y="1"/>
                  </a:moveTo>
                  <a:lnTo>
                    <a:pt x="3607" y="3721"/>
                  </a:lnTo>
                  <a:lnTo>
                    <a:pt x="5981" y="3721"/>
                  </a:lnTo>
                  <a:lnTo>
                    <a:pt x="239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
            <p:cNvSpPr/>
            <p:nvPr/>
          </p:nvSpPr>
          <p:spPr>
            <a:xfrm>
              <a:off x="3630525" y="2023500"/>
              <a:ext cx="148950" cy="93050"/>
            </a:xfrm>
            <a:custGeom>
              <a:avLst/>
              <a:gdLst/>
              <a:ahLst/>
              <a:cxnLst/>
              <a:rect l="l" t="t" r="r" b="b"/>
              <a:pathLst>
                <a:path w="5958" h="3722" extrusionOk="0">
                  <a:moveTo>
                    <a:pt x="0" y="1"/>
                  </a:moveTo>
                  <a:lnTo>
                    <a:pt x="3584" y="3721"/>
                  </a:lnTo>
                  <a:lnTo>
                    <a:pt x="5958"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p:nvPr/>
          </p:nvSpPr>
          <p:spPr>
            <a:xfrm>
              <a:off x="3742375" y="2023500"/>
              <a:ext cx="149525" cy="93050"/>
            </a:xfrm>
            <a:custGeom>
              <a:avLst/>
              <a:gdLst/>
              <a:ahLst/>
              <a:cxnLst/>
              <a:rect l="l" t="t" r="r" b="b"/>
              <a:pathLst>
                <a:path w="5981" h="3722" extrusionOk="0">
                  <a:moveTo>
                    <a:pt x="0" y="1"/>
                  </a:moveTo>
                  <a:lnTo>
                    <a:pt x="3584" y="3721"/>
                  </a:lnTo>
                  <a:lnTo>
                    <a:pt x="5980"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a:off x="3854775" y="2023500"/>
              <a:ext cx="148975" cy="93050"/>
            </a:xfrm>
            <a:custGeom>
              <a:avLst/>
              <a:gdLst/>
              <a:ahLst/>
              <a:cxnLst/>
              <a:rect l="l" t="t" r="r" b="b"/>
              <a:pathLst>
                <a:path w="5959" h="3722" extrusionOk="0">
                  <a:moveTo>
                    <a:pt x="1" y="1"/>
                  </a:moveTo>
                  <a:lnTo>
                    <a:pt x="3584" y="3721"/>
                  </a:lnTo>
                  <a:lnTo>
                    <a:pt x="5958" y="3721"/>
                  </a:lnTo>
                  <a:lnTo>
                    <a:pt x="23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2"/>
            <p:cNvSpPr/>
            <p:nvPr/>
          </p:nvSpPr>
          <p:spPr>
            <a:xfrm>
              <a:off x="3966625" y="2023500"/>
              <a:ext cx="148950" cy="93050"/>
            </a:xfrm>
            <a:custGeom>
              <a:avLst/>
              <a:gdLst/>
              <a:ahLst/>
              <a:cxnLst/>
              <a:rect l="l" t="t" r="r" b="b"/>
              <a:pathLst>
                <a:path w="5958" h="3722" extrusionOk="0">
                  <a:moveTo>
                    <a:pt x="1" y="1"/>
                  </a:moveTo>
                  <a:lnTo>
                    <a:pt x="3584" y="3721"/>
                  </a:lnTo>
                  <a:lnTo>
                    <a:pt x="5958"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2"/>
            <p:cNvSpPr/>
            <p:nvPr/>
          </p:nvSpPr>
          <p:spPr>
            <a:xfrm>
              <a:off x="4078475" y="2023500"/>
              <a:ext cx="149525" cy="93050"/>
            </a:xfrm>
            <a:custGeom>
              <a:avLst/>
              <a:gdLst/>
              <a:ahLst/>
              <a:cxnLst/>
              <a:rect l="l" t="t" r="r" b="b"/>
              <a:pathLst>
                <a:path w="5981" h="3722" extrusionOk="0">
                  <a:moveTo>
                    <a:pt x="0" y="1"/>
                  </a:moveTo>
                  <a:lnTo>
                    <a:pt x="3607" y="3721"/>
                  </a:lnTo>
                  <a:lnTo>
                    <a:pt x="5981" y="3721"/>
                  </a:lnTo>
                  <a:lnTo>
                    <a:pt x="239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2"/>
            <p:cNvSpPr/>
            <p:nvPr/>
          </p:nvSpPr>
          <p:spPr>
            <a:xfrm>
              <a:off x="4190875" y="2023500"/>
              <a:ext cx="148975" cy="93050"/>
            </a:xfrm>
            <a:custGeom>
              <a:avLst/>
              <a:gdLst/>
              <a:ahLst/>
              <a:cxnLst/>
              <a:rect l="l" t="t" r="r" b="b"/>
              <a:pathLst>
                <a:path w="5959" h="3722" extrusionOk="0">
                  <a:moveTo>
                    <a:pt x="1" y="1"/>
                  </a:moveTo>
                  <a:lnTo>
                    <a:pt x="3584" y="3721"/>
                  </a:lnTo>
                  <a:lnTo>
                    <a:pt x="5958" y="3721"/>
                  </a:lnTo>
                  <a:lnTo>
                    <a:pt x="23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2"/>
            <p:cNvSpPr/>
            <p:nvPr/>
          </p:nvSpPr>
          <p:spPr>
            <a:xfrm>
              <a:off x="4302725" y="2023500"/>
              <a:ext cx="149525" cy="93050"/>
            </a:xfrm>
            <a:custGeom>
              <a:avLst/>
              <a:gdLst/>
              <a:ahLst/>
              <a:cxnLst/>
              <a:rect l="l" t="t" r="r" b="b"/>
              <a:pathLst>
                <a:path w="5981" h="3722" extrusionOk="0">
                  <a:moveTo>
                    <a:pt x="1" y="1"/>
                  </a:moveTo>
                  <a:lnTo>
                    <a:pt x="3584" y="3721"/>
                  </a:lnTo>
                  <a:lnTo>
                    <a:pt x="5981"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2"/>
            <p:cNvSpPr/>
            <p:nvPr/>
          </p:nvSpPr>
          <p:spPr>
            <a:xfrm>
              <a:off x="2718075" y="2800150"/>
              <a:ext cx="276800" cy="172925"/>
            </a:xfrm>
            <a:custGeom>
              <a:avLst/>
              <a:gdLst/>
              <a:ahLst/>
              <a:cxnLst/>
              <a:rect l="l" t="t" r="r" b="b"/>
              <a:pathLst>
                <a:path w="11072" h="6917" extrusionOk="0">
                  <a:moveTo>
                    <a:pt x="1" y="0"/>
                  </a:moveTo>
                  <a:lnTo>
                    <a:pt x="6666"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
            <p:cNvSpPr/>
            <p:nvPr/>
          </p:nvSpPr>
          <p:spPr>
            <a:xfrm>
              <a:off x="2925800" y="2800150"/>
              <a:ext cx="276775" cy="172925"/>
            </a:xfrm>
            <a:custGeom>
              <a:avLst/>
              <a:gdLst/>
              <a:ahLst/>
              <a:cxnLst/>
              <a:rect l="l" t="t" r="r" b="b"/>
              <a:pathLst>
                <a:path w="11071" h="6917" extrusionOk="0">
                  <a:moveTo>
                    <a:pt x="0" y="0"/>
                  </a:moveTo>
                  <a:lnTo>
                    <a:pt x="6665" y="6916"/>
                  </a:lnTo>
                  <a:lnTo>
                    <a:pt x="11070" y="6916"/>
                  </a:lnTo>
                  <a:lnTo>
                    <a:pt x="4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
            <p:cNvSpPr/>
            <p:nvPr/>
          </p:nvSpPr>
          <p:spPr>
            <a:xfrm>
              <a:off x="3133500" y="2800150"/>
              <a:ext cx="276775" cy="172925"/>
            </a:xfrm>
            <a:custGeom>
              <a:avLst/>
              <a:gdLst/>
              <a:ahLst/>
              <a:cxnLst/>
              <a:rect l="l" t="t" r="r" b="b"/>
              <a:pathLst>
                <a:path w="11071" h="6917" extrusionOk="0">
                  <a:moveTo>
                    <a:pt x="1" y="0"/>
                  </a:moveTo>
                  <a:lnTo>
                    <a:pt x="6666" y="6916"/>
                  </a:lnTo>
                  <a:lnTo>
                    <a:pt x="11071" y="6916"/>
                  </a:lnTo>
                  <a:lnTo>
                    <a:pt x="442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
            <p:cNvSpPr/>
            <p:nvPr/>
          </p:nvSpPr>
          <p:spPr>
            <a:xfrm>
              <a:off x="3341775" y="2800150"/>
              <a:ext cx="276800" cy="172925"/>
            </a:xfrm>
            <a:custGeom>
              <a:avLst/>
              <a:gdLst/>
              <a:ahLst/>
              <a:cxnLst/>
              <a:rect l="l" t="t" r="r" b="b"/>
              <a:pathLst>
                <a:path w="11072" h="6917" extrusionOk="0">
                  <a:moveTo>
                    <a:pt x="1" y="0"/>
                  </a:moveTo>
                  <a:lnTo>
                    <a:pt x="6643"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2"/>
            <p:cNvSpPr/>
            <p:nvPr/>
          </p:nvSpPr>
          <p:spPr>
            <a:xfrm>
              <a:off x="3549500" y="2800150"/>
              <a:ext cx="276775" cy="172925"/>
            </a:xfrm>
            <a:custGeom>
              <a:avLst/>
              <a:gdLst/>
              <a:ahLst/>
              <a:cxnLst/>
              <a:rect l="l" t="t" r="r" b="b"/>
              <a:pathLst>
                <a:path w="11071" h="6917" extrusionOk="0">
                  <a:moveTo>
                    <a:pt x="0" y="0"/>
                  </a:moveTo>
                  <a:lnTo>
                    <a:pt x="6665"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2"/>
            <p:cNvSpPr/>
            <p:nvPr/>
          </p:nvSpPr>
          <p:spPr>
            <a:xfrm>
              <a:off x="3757200" y="2800150"/>
              <a:ext cx="276775" cy="172925"/>
            </a:xfrm>
            <a:custGeom>
              <a:avLst/>
              <a:gdLst/>
              <a:ahLst/>
              <a:cxnLst/>
              <a:rect l="l" t="t" r="r" b="b"/>
              <a:pathLst>
                <a:path w="11071" h="6917" extrusionOk="0">
                  <a:moveTo>
                    <a:pt x="1" y="0"/>
                  </a:moveTo>
                  <a:lnTo>
                    <a:pt x="6666"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2"/>
            <p:cNvSpPr/>
            <p:nvPr/>
          </p:nvSpPr>
          <p:spPr>
            <a:xfrm>
              <a:off x="6113925" y="435450"/>
              <a:ext cx="276775" cy="172925"/>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2"/>
            <p:cNvSpPr/>
            <p:nvPr/>
          </p:nvSpPr>
          <p:spPr>
            <a:xfrm>
              <a:off x="5906200" y="435450"/>
              <a:ext cx="276800" cy="172925"/>
            </a:xfrm>
            <a:custGeom>
              <a:avLst/>
              <a:gdLst/>
              <a:ahLst/>
              <a:cxnLst/>
              <a:rect l="l" t="t" r="r" b="b"/>
              <a:pathLst>
                <a:path w="11072"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2"/>
            <p:cNvSpPr/>
            <p:nvPr/>
          </p:nvSpPr>
          <p:spPr>
            <a:xfrm>
              <a:off x="5698500" y="435450"/>
              <a:ext cx="276775" cy="172925"/>
            </a:xfrm>
            <a:custGeom>
              <a:avLst/>
              <a:gdLst/>
              <a:ahLst/>
              <a:cxnLst/>
              <a:rect l="l" t="t" r="r" b="b"/>
              <a:pathLst>
                <a:path w="11071" h="6917" extrusionOk="0">
                  <a:moveTo>
                    <a:pt x="6643"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2"/>
            <p:cNvSpPr/>
            <p:nvPr/>
          </p:nvSpPr>
          <p:spPr>
            <a:xfrm>
              <a:off x="5490225" y="435450"/>
              <a:ext cx="276775" cy="172925"/>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2"/>
            <p:cNvSpPr/>
            <p:nvPr/>
          </p:nvSpPr>
          <p:spPr>
            <a:xfrm>
              <a:off x="5282500" y="435450"/>
              <a:ext cx="276775" cy="172925"/>
            </a:xfrm>
            <a:custGeom>
              <a:avLst/>
              <a:gdLst/>
              <a:ahLst/>
              <a:cxnLst/>
              <a:rect l="l" t="t" r="r" b="b"/>
              <a:pathLst>
                <a:path w="11071"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2"/>
            <p:cNvSpPr/>
            <p:nvPr/>
          </p:nvSpPr>
          <p:spPr>
            <a:xfrm>
              <a:off x="5074800" y="435450"/>
              <a:ext cx="276775" cy="172925"/>
            </a:xfrm>
            <a:custGeom>
              <a:avLst/>
              <a:gdLst/>
              <a:ahLst/>
              <a:cxnLst/>
              <a:rect l="l" t="t" r="r" b="b"/>
              <a:pathLst>
                <a:path w="11071" h="6917" extrusionOk="0">
                  <a:moveTo>
                    <a:pt x="6665"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
            <p:cNvSpPr/>
            <p:nvPr/>
          </p:nvSpPr>
          <p:spPr>
            <a:xfrm>
              <a:off x="4867075" y="435450"/>
              <a:ext cx="276800" cy="172925"/>
            </a:xfrm>
            <a:custGeom>
              <a:avLst/>
              <a:gdLst/>
              <a:ahLst/>
              <a:cxnLst/>
              <a:rect l="l" t="t" r="r" b="b"/>
              <a:pathLst>
                <a:path w="11072" h="6917" extrusionOk="0">
                  <a:moveTo>
                    <a:pt x="6643"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2"/>
            <p:cNvSpPr/>
            <p:nvPr/>
          </p:nvSpPr>
          <p:spPr>
            <a:xfrm>
              <a:off x="4658800" y="435450"/>
              <a:ext cx="276775" cy="172925"/>
            </a:xfrm>
            <a:custGeom>
              <a:avLst/>
              <a:gdLst/>
              <a:ahLst/>
              <a:cxnLst/>
              <a:rect l="l" t="t" r="r" b="b"/>
              <a:pathLst>
                <a:path w="11071" h="6917" extrusionOk="0">
                  <a:moveTo>
                    <a:pt x="6666" y="0"/>
                  </a:moveTo>
                  <a:lnTo>
                    <a:pt x="1" y="6916"/>
                  </a:lnTo>
                  <a:lnTo>
                    <a:pt x="4429"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2"/>
            <p:cNvSpPr/>
            <p:nvPr/>
          </p:nvSpPr>
          <p:spPr>
            <a:xfrm>
              <a:off x="4853400" y="927325"/>
              <a:ext cx="143250" cy="155250"/>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2"/>
            <p:cNvSpPr/>
            <p:nvPr/>
          </p:nvSpPr>
          <p:spPr>
            <a:xfrm>
              <a:off x="4940700" y="927325"/>
              <a:ext cx="143825" cy="155250"/>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2"/>
            <p:cNvSpPr/>
            <p:nvPr/>
          </p:nvSpPr>
          <p:spPr>
            <a:xfrm>
              <a:off x="5028000" y="927325"/>
              <a:ext cx="143825" cy="155250"/>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2"/>
            <p:cNvSpPr/>
            <p:nvPr/>
          </p:nvSpPr>
          <p:spPr>
            <a:xfrm>
              <a:off x="5115300" y="927325"/>
              <a:ext cx="143825" cy="155250"/>
            </a:xfrm>
            <a:custGeom>
              <a:avLst/>
              <a:gdLst/>
              <a:ahLst/>
              <a:cxnLst/>
              <a:rect l="l" t="t" r="r" b="b"/>
              <a:pathLst>
                <a:path w="5753" h="6210" extrusionOk="0">
                  <a:moveTo>
                    <a:pt x="1" y="1"/>
                  </a:moveTo>
                  <a:lnTo>
                    <a:pt x="3516" y="3265"/>
                  </a:lnTo>
                  <a:lnTo>
                    <a:pt x="366"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2"/>
            <p:cNvSpPr/>
            <p:nvPr/>
          </p:nvSpPr>
          <p:spPr>
            <a:xfrm>
              <a:off x="5202625" y="927325"/>
              <a:ext cx="143825" cy="155250"/>
            </a:xfrm>
            <a:custGeom>
              <a:avLst/>
              <a:gdLst/>
              <a:ahLst/>
              <a:cxnLst/>
              <a:rect l="l" t="t" r="r" b="b"/>
              <a:pathLst>
                <a:path w="5753" h="6210" extrusionOk="0">
                  <a:moveTo>
                    <a:pt x="0" y="1"/>
                  </a:moveTo>
                  <a:lnTo>
                    <a:pt x="3515"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2"/>
            <p:cNvSpPr/>
            <p:nvPr/>
          </p:nvSpPr>
          <p:spPr>
            <a:xfrm>
              <a:off x="5289925" y="927325"/>
              <a:ext cx="143825" cy="155250"/>
            </a:xfrm>
            <a:custGeom>
              <a:avLst/>
              <a:gdLst/>
              <a:ahLst/>
              <a:cxnLst/>
              <a:rect l="l" t="t" r="r" b="b"/>
              <a:pathLst>
                <a:path w="5753" h="6210" extrusionOk="0">
                  <a:moveTo>
                    <a:pt x="0" y="1"/>
                  </a:moveTo>
                  <a:lnTo>
                    <a:pt x="3516"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
            <p:cNvSpPr/>
            <p:nvPr/>
          </p:nvSpPr>
          <p:spPr>
            <a:xfrm>
              <a:off x="5377225" y="927325"/>
              <a:ext cx="143825" cy="155250"/>
            </a:xfrm>
            <a:custGeom>
              <a:avLst/>
              <a:gdLst/>
              <a:ahLst/>
              <a:cxnLst/>
              <a:rect l="l" t="t" r="r" b="b"/>
              <a:pathLst>
                <a:path w="5753" h="6210" extrusionOk="0">
                  <a:moveTo>
                    <a:pt x="1" y="1"/>
                  </a:moveTo>
                  <a:lnTo>
                    <a:pt x="3516" y="3265"/>
                  </a:lnTo>
                  <a:lnTo>
                    <a:pt x="389"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2"/>
            <p:cNvSpPr/>
            <p:nvPr/>
          </p:nvSpPr>
          <p:spPr>
            <a:xfrm>
              <a:off x="5465100" y="927325"/>
              <a:ext cx="143250" cy="155250"/>
            </a:xfrm>
            <a:custGeom>
              <a:avLst/>
              <a:gdLst/>
              <a:ahLst/>
              <a:cxnLst/>
              <a:rect l="l" t="t" r="r" b="b"/>
              <a:pathLst>
                <a:path w="5730" h="6210" extrusionOk="0">
                  <a:moveTo>
                    <a:pt x="1" y="1"/>
                  </a:moveTo>
                  <a:lnTo>
                    <a:pt x="3493" y="3265"/>
                  </a:lnTo>
                  <a:lnTo>
                    <a:pt x="366" y="6209"/>
                  </a:lnTo>
                  <a:lnTo>
                    <a:pt x="2603" y="6209"/>
                  </a:lnTo>
                  <a:lnTo>
                    <a:pt x="5730"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2"/>
            <p:cNvSpPr/>
            <p:nvPr/>
          </p:nvSpPr>
          <p:spPr>
            <a:xfrm>
              <a:off x="5552425" y="927325"/>
              <a:ext cx="143250" cy="155250"/>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2"/>
            <p:cNvSpPr/>
            <p:nvPr/>
          </p:nvSpPr>
          <p:spPr>
            <a:xfrm>
              <a:off x="5639725" y="927325"/>
              <a:ext cx="143825" cy="155250"/>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2"/>
            <p:cNvSpPr/>
            <p:nvPr/>
          </p:nvSpPr>
          <p:spPr>
            <a:xfrm>
              <a:off x="5727025" y="927325"/>
              <a:ext cx="143825" cy="155250"/>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 name="Google Shape;104;p2"/>
          <p:cNvGrpSpPr/>
          <p:nvPr/>
        </p:nvGrpSpPr>
        <p:grpSpPr>
          <a:xfrm>
            <a:off x="368162" y="1909134"/>
            <a:ext cx="352280" cy="353863"/>
            <a:chOff x="1448125" y="1450525"/>
            <a:chExt cx="133500" cy="134100"/>
          </a:xfrm>
        </p:grpSpPr>
        <p:sp>
          <p:nvSpPr>
            <p:cNvPr id="105" name="Google Shape;105;p2"/>
            <p:cNvSpPr/>
            <p:nvPr/>
          </p:nvSpPr>
          <p:spPr>
            <a:xfrm>
              <a:off x="1448125" y="1450525"/>
              <a:ext cx="133500" cy="134100"/>
            </a:xfrm>
            <a:custGeom>
              <a:avLst/>
              <a:gdLst/>
              <a:ahLst/>
              <a:cxnLst/>
              <a:rect l="l" t="t" r="r" b="b"/>
              <a:pathLst>
                <a:path w="5340" h="5364" extrusionOk="0">
                  <a:moveTo>
                    <a:pt x="2457" y="1"/>
                  </a:moveTo>
                  <a:lnTo>
                    <a:pt x="2256" y="452"/>
                  </a:lnTo>
                  <a:cubicBezTo>
                    <a:pt x="2056" y="502"/>
                    <a:pt x="1855" y="577"/>
                    <a:pt x="1680" y="652"/>
                  </a:cubicBezTo>
                  <a:lnTo>
                    <a:pt x="1229" y="427"/>
                  </a:lnTo>
                  <a:cubicBezTo>
                    <a:pt x="1003" y="552"/>
                    <a:pt x="803" y="727"/>
                    <a:pt x="627" y="928"/>
                  </a:cubicBezTo>
                  <a:lnTo>
                    <a:pt x="828" y="1404"/>
                  </a:lnTo>
                  <a:cubicBezTo>
                    <a:pt x="703" y="1579"/>
                    <a:pt x="602" y="1755"/>
                    <a:pt x="527" y="1955"/>
                  </a:cubicBezTo>
                  <a:lnTo>
                    <a:pt x="51" y="2081"/>
                  </a:lnTo>
                  <a:cubicBezTo>
                    <a:pt x="26" y="2281"/>
                    <a:pt x="1" y="2482"/>
                    <a:pt x="1" y="2682"/>
                  </a:cubicBezTo>
                  <a:cubicBezTo>
                    <a:pt x="1" y="2757"/>
                    <a:pt x="1" y="2808"/>
                    <a:pt x="1" y="2883"/>
                  </a:cubicBezTo>
                  <a:lnTo>
                    <a:pt x="452" y="3083"/>
                  </a:lnTo>
                  <a:cubicBezTo>
                    <a:pt x="502" y="3284"/>
                    <a:pt x="552" y="3484"/>
                    <a:pt x="652" y="3685"/>
                  </a:cubicBezTo>
                  <a:lnTo>
                    <a:pt x="402" y="4111"/>
                  </a:lnTo>
                  <a:cubicBezTo>
                    <a:pt x="552" y="4336"/>
                    <a:pt x="728" y="4537"/>
                    <a:pt x="928" y="4712"/>
                  </a:cubicBezTo>
                  <a:lnTo>
                    <a:pt x="1379" y="4537"/>
                  </a:lnTo>
                  <a:cubicBezTo>
                    <a:pt x="1555" y="4637"/>
                    <a:pt x="1755" y="4737"/>
                    <a:pt x="1956" y="4813"/>
                  </a:cubicBezTo>
                  <a:lnTo>
                    <a:pt x="2081" y="5289"/>
                  </a:lnTo>
                  <a:cubicBezTo>
                    <a:pt x="2282" y="5339"/>
                    <a:pt x="2457" y="5364"/>
                    <a:pt x="2657" y="5364"/>
                  </a:cubicBezTo>
                  <a:cubicBezTo>
                    <a:pt x="2733" y="5364"/>
                    <a:pt x="2808" y="5364"/>
                    <a:pt x="2883" y="5339"/>
                  </a:cubicBezTo>
                  <a:lnTo>
                    <a:pt x="3084" y="4888"/>
                  </a:lnTo>
                  <a:cubicBezTo>
                    <a:pt x="3284" y="4863"/>
                    <a:pt x="3485" y="4787"/>
                    <a:pt x="3660" y="4687"/>
                  </a:cubicBezTo>
                  <a:lnTo>
                    <a:pt x="4111" y="4938"/>
                  </a:lnTo>
                  <a:cubicBezTo>
                    <a:pt x="4337" y="4787"/>
                    <a:pt x="4537" y="4612"/>
                    <a:pt x="4713" y="4412"/>
                  </a:cubicBezTo>
                  <a:lnTo>
                    <a:pt x="4512" y="3960"/>
                  </a:lnTo>
                  <a:cubicBezTo>
                    <a:pt x="4637" y="3785"/>
                    <a:pt x="4738" y="3610"/>
                    <a:pt x="4813" y="3409"/>
                  </a:cubicBezTo>
                  <a:lnTo>
                    <a:pt x="5289" y="3259"/>
                  </a:lnTo>
                  <a:cubicBezTo>
                    <a:pt x="5314" y="3083"/>
                    <a:pt x="5339" y="2883"/>
                    <a:pt x="5339" y="2682"/>
                  </a:cubicBezTo>
                  <a:cubicBezTo>
                    <a:pt x="5339" y="2607"/>
                    <a:pt x="5339" y="2532"/>
                    <a:pt x="5339" y="2482"/>
                  </a:cubicBezTo>
                  <a:lnTo>
                    <a:pt x="4888" y="2281"/>
                  </a:lnTo>
                  <a:cubicBezTo>
                    <a:pt x="4838" y="2056"/>
                    <a:pt x="4788" y="1855"/>
                    <a:pt x="4688" y="1680"/>
                  </a:cubicBezTo>
                  <a:lnTo>
                    <a:pt x="4938" y="1254"/>
                  </a:lnTo>
                  <a:cubicBezTo>
                    <a:pt x="4788" y="1028"/>
                    <a:pt x="4612" y="828"/>
                    <a:pt x="4412" y="652"/>
                  </a:cubicBezTo>
                  <a:lnTo>
                    <a:pt x="3961" y="828"/>
                  </a:lnTo>
                  <a:cubicBezTo>
                    <a:pt x="3785" y="702"/>
                    <a:pt x="3585" y="602"/>
                    <a:pt x="3384" y="552"/>
                  </a:cubicBezTo>
                  <a:lnTo>
                    <a:pt x="3259" y="76"/>
                  </a:lnTo>
                  <a:cubicBezTo>
                    <a:pt x="3058" y="26"/>
                    <a:pt x="2883" y="1"/>
                    <a:pt x="26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2"/>
            <p:cNvSpPr/>
            <p:nvPr/>
          </p:nvSpPr>
          <p:spPr>
            <a:xfrm>
              <a:off x="1476325" y="1479350"/>
              <a:ext cx="77100" cy="76475"/>
            </a:xfrm>
            <a:custGeom>
              <a:avLst/>
              <a:gdLst/>
              <a:ahLst/>
              <a:cxnLst/>
              <a:rect l="l" t="t" r="r" b="b"/>
              <a:pathLst>
                <a:path w="3084" h="3059" extrusionOk="0">
                  <a:moveTo>
                    <a:pt x="1529" y="0"/>
                  </a:moveTo>
                  <a:cubicBezTo>
                    <a:pt x="702" y="0"/>
                    <a:pt x="1" y="677"/>
                    <a:pt x="1" y="1529"/>
                  </a:cubicBezTo>
                  <a:cubicBezTo>
                    <a:pt x="1" y="2381"/>
                    <a:pt x="702" y="3058"/>
                    <a:pt x="1529" y="3058"/>
                  </a:cubicBezTo>
                  <a:cubicBezTo>
                    <a:pt x="2382" y="3058"/>
                    <a:pt x="3083" y="2381"/>
                    <a:pt x="3083" y="1529"/>
                  </a:cubicBezTo>
                  <a:cubicBezTo>
                    <a:pt x="3083" y="677"/>
                    <a:pt x="2382" y="0"/>
                    <a:pt x="152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7" name="Google Shape;107;p2"/>
          <p:cNvGrpSpPr/>
          <p:nvPr/>
        </p:nvGrpSpPr>
        <p:grpSpPr>
          <a:xfrm>
            <a:off x="723674" y="1578426"/>
            <a:ext cx="552301" cy="552301"/>
            <a:chOff x="1582850" y="1325200"/>
            <a:chExt cx="209300" cy="209300"/>
          </a:xfrm>
        </p:grpSpPr>
        <p:sp>
          <p:nvSpPr>
            <p:cNvPr id="108" name="Google Shape;108;p2"/>
            <p:cNvSpPr/>
            <p:nvPr/>
          </p:nvSpPr>
          <p:spPr>
            <a:xfrm>
              <a:off x="1582850" y="1325200"/>
              <a:ext cx="209300" cy="209300"/>
            </a:xfrm>
            <a:custGeom>
              <a:avLst/>
              <a:gdLst/>
              <a:ahLst/>
              <a:cxnLst/>
              <a:rect l="l" t="t" r="r" b="b"/>
              <a:pathLst>
                <a:path w="8372" h="8372" extrusionOk="0">
                  <a:moveTo>
                    <a:pt x="4111" y="1"/>
                  </a:moveTo>
                  <a:cubicBezTo>
                    <a:pt x="3810" y="1"/>
                    <a:pt x="3509" y="26"/>
                    <a:pt x="3208" y="101"/>
                  </a:cubicBezTo>
                  <a:cubicBezTo>
                    <a:pt x="3083" y="126"/>
                    <a:pt x="2983" y="176"/>
                    <a:pt x="2883" y="201"/>
                  </a:cubicBezTo>
                  <a:lnTo>
                    <a:pt x="2757" y="953"/>
                  </a:lnTo>
                  <a:cubicBezTo>
                    <a:pt x="2456" y="1104"/>
                    <a:pt x="2181" y="1279"/>
                    <a:pt x="1930" y="1480"/>
                  </a:cubicBezTo>
                  <a:lnTo>
                    <a:pt x="1178" y="1279"/>
                  </a:lnTo>
                  <a:cubicBezTo>
                    <a:pt x="878" y="1580"/>
                    <a:pt x="652" y="1931"/>
                    <a:pt x="451" y="2282"/>
                  </a:cubicBezTo>
                  <a:lnTo>
                    <a:pt x="903" y="2933"/>
                  </a:lnTo>
                  <a:cubicBezTo>
                    <a:pt x="777" y="3234"/>
                    <a:pt x="702" y="3560"/>
                    <a:pt x="677" y="3886"/>
                  </a:cubicBezTo>
                  <a:lnTo>
                    <a:pt x="0" y="4262"/>
                  </a:lnTo>
                  <a:cubicBezTo>
                    <a:pt x="0" y="4562"/>
                    <a:pt x="50" y="4863"/>
                    <a:pt x="126" y="5189"/>
                  </a:cubicBezTo>
                  <a:cubicBezTo>
                    <a:pt x="151" y="5289"/>
                    <a:pt x="176" y="5389"/>
                    <a:pt x="201" y="5490"/>
                  </a:cubicBezTo>
                  <a:lnTo>
                    <a:pt x="978" y="5615"/>
                  </a:lnTo>
                  <a:cubicBezTo>
                    <a:pt x="1103" y="5941"/>
                    <a:pt x="1279" y="6217"/>
                    <a:pt x="1504" y="6442"/>
                  </a:cubicBezTo>
                  <a:lnTo>
                    <a:pt x="1279" y="7194"/>
                  </a:lnTo>
                  <a:cubicBezTo>
                    <a:pt x="1579" y="7495"/>
                    <a:pt x="1930" y="7745"/>
                    <a:pt x="2306" y="7921"/>
                  </a:cubicBezTo>
                  <a:lnTo>
                    <a:pt x="2933" y="7470"/>
                  </a:lnTo>
                  <a:cubicBezTo>
                    <a:pt x="3233" y="7595"/>
                    <a:pt x="3559" y="7670"/>
                    <a:pt x="3885" y="7695"/>
                  </a:cubicBezTo>
                  <a:lnTo>
                    <a:pt x="4261" y="8372"/>
                  </a:lnTo>
                  <a:cubicBezTo>
                    <a:pt x="4562" y="8372"/>
                    <a:pt x="4888" y="8322"/>
                    <a:pt x="5188" y="8247"/>
                  </a:cubicBezTo>
                  <a:cubicBezTo>
                    <a:pt x="5289" y="8222"/>
                    <a:pt x="5389" y="8196"/>
                    <a:pt x="5489" y="8171"/>
                  </a:cubicBezTo>
                  <a:lnTo>
                    <a:pt x="5639" y="7394"/>
                  </a:lnTo>
                  <a:cubicBezTo>
                    <a:pt x="5940" y="7269"/>
                    <a:pt x="6216" y="7094"/>
                    <a:pt x="6467" y="6893"/>
                  </a:cubicBezTo>
                  <a:lnTo>
                    <a:pt x="7218" y="7094"/>
                  </a:lnTo>
                  <a:cubicBezTo>
                    <a:pt x="7494" y="6793"/>
                    <a:pt x="7745" y="6442"/>
                    <a:pt x="7920" y="6066"/>
                  </a:cubicBezTo>
                  <a:lnTo>
                    <a:pt x="7494" y="5440"/>
                  </a:lnTo>
                  <a:cubicBezTo>
                    <a:pt x="7594" y="5139"/>
                    <a:pt x="7670" y="4813"/>
                    <a:pt x="7695" y="4487"/>
                  </a:cubicBezTo>
                  <a:lnTo>
                    <a:pt x="8371" y="4111"/>
                  </a:lnTo>
                  <a:cubicBezTo>
                    <a:pt x="8371" y="3810"/>
                    <a:pt x="8346" y="3485"/>
                    <a:pt x="8271" y="3184"/>
                  </a:cubicBezTo>
                  <a:cubicBezTo>
                    <a:pt x="8246" y="3084"/>
                    <a:pt x="8196" y="2983"/>
                    <a:pt x="8171" y="2883"/>
                  </a:cubicBezTo>
                  <a:lnTo>
                    <a:pt x="7419" y="2758"/>
                  </a:lnTo>
                  <a:cubicBezTo>
                    <a:pt x="7269" y="2432"/>
                    <a:pt x="7093" y="2156"/>
                    <a:pt x="6893" y="1906"/>
                  </a:cubicBezTo>
                  <a:lnTo>
                    <a:pt x="7093" y="1179"/>
                  </a:lnTo>
                  <a:cubicBezTo>
                    <a:pt x="6792" y="878"/>
                    <a:pt x="6467" y="628"/>
                    <a:pt x="6091" y="452"/>
                  </a:cubicBezTo>
                  <a:lnTo>
                    <a:pt x="5439" y="903"/>
                  </a:lnTo>
                  <a:cubicBezTo>
                    <a:pt x="5138" y="778"/>
                    <a:pt x="4812" y="703"/>
                    <a:pt x="4487" y="678"/>
                  </a:cubicBezTo>
                  <a:lnTo>
                    <a:pt x="4111" y="1"/>
                  </a:lnTo>
                  <a:close/>
                </a:path>
              </a:pathLst>
            </a:cu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2"/>
            <p:cNvSpPr/>
            <p:nvPr/>
          </p:nvSpPr>
          <p:spPr>
            <a:xfrm>
              <a:off x="1621075" y="1369750"/>
              <a:ext cx="132850" cy="120200"/>
            </a:xfrm>
            <a:custGeom>
              <a:avLst/>
              <a:gdLst/>
              <a:ahLst/>
              <a:cxnLst/>
              <a:rect l="l" t="t" r="r" b="b"/>
              <a:pathLst>
                <a:path w="5314" h="4808" extrusionOk="0">
                  <a:moveTo>
                    <a:pt x="2667" y="1"/>
                  </a:moveTo>
                  <a:cubicBezTo>
                    <a:pt x="2474" y="1"/>
                    <a:pt x="2277" y="24"/>
                    <a:pt x="2080" y="74"/>
                  </a:cubicBezTo>
                  <a:cubicBezTo>
                    <a:pt x="802" y="374"/>
                    <a:pt x="0" y="1678"/>
                    <a:pt x="326" y="2981"/>
                  </a:cubicBezTo>
                  <a:cubicBezTo>
                    <a:pt x="603" y="4066"/>
                    <a:pt x="1584" y="4808"/>
                    <a:pt x="2656" y="4808"/>
                  </a:cubicBezTo>
                  <a:cubicBezTo>
                    <a:pt x="2847" y="4808"/>
                    <a:pt x="3040" y="4784"/>
                    <a:pt x="3233" y="4735"/>
                  </a:cubicBezTo>
                  <a:cubicBezTo>
                    <a:pt x="4511" y="4435"/>
                    <a:pt x="5313" y="3131"/>
                    <a:pt x="4988" y="1828"/>
                  </a:cubicBezTo>
                  <a:cubicBezTo>
                    <a:pt x="4732" y="743"/>
                    <a:pt x="3754" y="1"/>
                    <a:pt x="2667" y="1"/>
                  </a:cubicBezTo>
                  <a:close/>
                </a:path>
              </a:pathLst>
            </a:cu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2"/>
            <p:cNvSpPr/>
            <p:nvPr/>
          </p:nvSpPr>
          <p:spPr>
            <a:xfrm>
              <a:off x="1643000" y="1389100"/>
              <a:ext cx="89625" cy="81300"/>
            </a:xfrm>
            <a:custGeom>
              <a:avLst/>
              <a:gdLst/>
              <a:ahLst/>
              <a:cxnLst/>
              <a:rect l="l" t="t" r="r" b="b"/>
              <a:pathLst>
                <a:path w="3585" h="3252" extrusionOk="0">
                  <a:moveTo>
                    <a:pt x="1801" y="1"/>
                  </a:moveTo>
                  <a:cubicBezTo>
                    <a:pt x="1670" y="1"/>
                    <a:pt x="1537" y="17"/>
                    <a:pt x="1404" y="51"/>
                  </a:cubicBezTo>
                  <a:cubicBezTo>
                    <a:pt x="527" y="252"/>
                    <a:pt x="0" y="1154"/>
                    <a:pt x="201" y="2006"/>
                  </a:cubicBezTo>
                  <a:cubicBezTo>
                    <a:pt x="394" y="2758"/>
                    <a:pt x="1066" y="3252"/>
                    <a:pt x="1806" y="3252"/>
                  </a:cubicBezTo>
                  <a:cubicBezTo>
                    <a:pt x="1930" y="3252"/>
                    <a:pt x="2055" y="3238"/>
                    <a:pt x="2181" y="3209"/>
                  </a:cubicBezTo>
                  <a:cubicBezTo>
                    <a:pt x="3033" y="2984"/>
                    <a:pt x="3584" y="2107"/>
                    <a:pt x="3359" y="1254"/>
                  </a:cubicBezTo>
                  <a:cubicBezTo>
                    <a:pt x="3189" y="510"/>
                    <a:pt x="2532" y="1"/>
                    <a:pt x="180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2"/>
            <p:cNvSpPr/>
            <p:nvPr/>
          </p:nvSpPr>
          <p:spPr>
            <a:xfrm>
              <a:off x="1664925" y="1409050"/>
              <a:ext cx="45775" cy="41425"/>
            </a:xfrm>
            <a:custGeom>
              <a:avLst/>
              <a:gdLst/>
              <a:ahLst/>
              <a:cxnLst/>
              <a:rect l="l" t="t" r="r" b="b"/>
              <a:pathLst>
                <a:path w="1831" h="1657" extrusionOk="0">
                  <a:moveTo>
                    <a:pt x="922" y="0"/>
                  </a:moveTo>
                  <a:cubicBezTo>
                    <a:pt x="850" y="0"/>
                    <a:pt x="776" y="10"/>
                    <a:pt x="702" y="30"/>
                  </a:cubicBezTo>
                  <a:cubicBezTo>
                    <a:pt x="276" y="131"/>
                    <a:pt x="1" y="582"/>
                    <a:pt x="101" y="1033"/>
                  </a:cubicBezTo>
                  <a:cubicBezTo>
                    <a:pt x="186" y="1418"/>
                    <a:pt x="527" y="1656"/>
                    <a:pt x="905" y="1656"/>
                  </a:cubicBezTo>
                  <a:cubicBezTo>
                    <a:pt x="970" y="1656"/>
                    <a:pt x="1037" y="1649"/>
                    <a:pt x="1103" y="1634"/>
                  </a:cubicBezTo>
                  <a:cubicBezTo>
                    <a:pt x="1554" y="1534"/>
                    <a:pt x="1830" y="1083"/>
                    <a:pt x="1705" y="632"/>
                  </a:cubicBezTo>
                  <a:cubicBezTo>
                    <a:pt x="1621" y="255"/>
                    <a:pt x="1292" y="0"/>
                    <a:pt x="9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 name="Google Shape;112;p2"/>
          <p:cNvGrpSpPr/>
          <p:nvPr/>
        </p:nvGrpSpPr>
        <p:grpSpPr>
          <a:xfrm>
            <a:off x="-64791" y="3334954"/>
            <a:ext cx="2438787" cy="1857515"/>
            <a:chOff x="-64791" y="3334954"/>
            <a:chExt cx="2438787" cy="1857515"/>
          </a:xfrm>
        </p:grpSpPr>
        <p:sp>
          <p:nvSpPr>
            <p:cNvPr id="113" name="Google Shape;113;p2"/>
            <p:cNvSpPr/>
            <p:nvPr/>
          </p:nvSpPr>
          <p:spPr>
            <a:xfrm>
              <a:off x="153233" y="4953367"/>
              <a:ext cx="101" cy="101"/>
            </a:xfrm>
            <a:custGeom>
              <a:avLst/>
              <a:gdLst/>
              <a:ahLst/>
              <a:cxnLst/>
              <a:rect l="l" t="t" r="r" b="b"/>
              <a:pathLst>
                <a:path w="1" h="1" fill="none" extrusionOk="0">
                  <a:moveTo>
                    <a:pt x="0" y="0"/>
                  </a:moveTo>
                  <a:lnTo>
                    <a:pt x="0" y="0"/>
                  </a:lnTo>
                  <a:close/>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2"/>
            <p:cNvSpPr/>
            <p:nvPr/>
          </p:nvSpPr>
          <p:spPr>
            <a:xfrm>
              <a:off x="735872" y="4953367"/>
              <a:ext cx="101" cy="101"/>
            </a:xfrm>
            <a:custGeom>
              <a:avLst/>
              <a:gdLst/>
              <a:ahLst/>
              <a:cxnLst/>
              <a:rect l="l" t="t" r="r" b="b"/>
              <a:pathLst>
                <a:path w="1" h="1" fill="none" extrusionOk="0">
                  <a:moveTo>
                    <a:pt x="0" y="0"/>
                  </a:moveTo>
                  <a:lnTo>
                    <a:pt x="0" y="0"/>
                  </a:lnTo>
                  <a:close/>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2"/>
            <p:cNvSpPr/>
            <p:nvPr/>
          </p:nvSpPr>
          <p:spPr>
            <a:xfrm>
              <a:off x="173449" y="4953367"/>
              <a:ext cx="527044" cy="101"/>
            </a:xfrm>
            <a:custGeom>
              <a:avLst/>
              <a:gdLst/>
              <a:ahLst/>
              <a:cxnLst/>
              <a:rect l="l" t="t" r="r" b="b"/>
              <a:pathLst>
                <a:path w="5214" h="1" fill="none" extrusionOk="0">
                  <a:moveTo>
                    <a:pt x="5214" y="0"/>
                  </a:moveTo>
                  <a:lnTo>
                    <a:pt x="1" y="0"/>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2"/>
            <p:cNvSpPr/>
            <p:nvPr/>
          </p:nvSpPr>
          <p:spPr>
            <a:xfrm>
              <a:off x="-26784" y="4811455"/>
              <a:ext cx="106541" cy="101"/>
            </a:xfrm>
            <a:custGeom>
              <a:avLst/>
              <a:gdLst/>
              <a:ahLst/>
              <a:cxnLst/>
              <a:rect l="l" t="t" r="r" b="b"/>
              <a:pathLst>
                <a:path w="1054" h="1" fill="none" extrusionOk="0">
                  <a:moveTo>
                    <a:pt x="1054" y="1"/>
                  </a:moveTo>
                  <a:lnTo>
                    <a:pt x="1" y="1"/>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2"/>
            <p:cNvSpPr/>
            <p:nvPr/>
          </p:nvSpPr>
          <p:spPr>
            <a:xfrm>
              <a:off x="1115" y="4735444"/>
              <a:ext cx="78642" cy="101"/>
            </a:xfrm>
            <a:custGeom>
              <a:avLst/>
              <a:gdLst/>
              <a:ahLst/>
              <a:cxnLst/>
              <a:rect l="l" t="t" r="r" b="b"/>
              <a:pathLst>
                <a:path w="778" h="1" fill="none" extrusionOk="0">
                  <a:moveTo>
                    <a:pt x="778" y="1"/>
                  </a:moveTo>
                  <a:lnTo>
                    <a:pt x="1" y="1"/>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2"/>
            <p:cNvSpPr/>
            <p:nvPr/>
          </p:nvSpPr>
          <p:spPr>
            <a:xfrm>
              <a:off x="811974" y="4755761"/>
              <a:ext cx="53372" cy="101"/>
            </a:xfrm>
            <a:custGeom>
              <a:avLst/>
              <a:gdLst/>
              <a:ahLst/>
              <a:cxnLst/>
              <a:rect l="l" t="t" r="r" b="b"/>
              <a:pathLst>
                <a:path w="528" h="1" fill="none" extrusionOk="0">
                  <a:moveTo>
                    <a:pt x="1" y="0"/>
                  </a:moveTo>
                  <a:lnTo>
                    <a:pt x="527" y="0"/>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2"/>
            <p:cNvSpPr/>
            <p:nvPr/>
          </p:nvSpPr>
          <p:spPr>
            <a:xfrm>
              <a:off x="459715" y="5029378"/>
              <a:ext cx="101" cy="114116"/>
            </a:xfrm>
            <a:custGeom>
              <a:avLst/>
              <a:gdLst/>
              <a:ahLst/>
              <a:cxnLst/>
              <a:rect l="l" t="t" r="r" b="b"/>
              <a:pathLst>
                <a:path w="1" h="1129" fill="none" extrusionOk="0">
                  <a:moveTo>
                    <a:pt x="1" y="0"/>
                  </a:moveTo>
                  <a:lnTo>
                    <a:pt x="1" y="1128"/>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2"/>
            <p:cNvSpPr/>
            <p:nvPr/>
          </p:nvSpPr>
          <p:spPr>
            <a:xfrm>
              <a:off x="335585" y="5029378"/>
              <a:ext cx="101" cy="53268"/>
            </a:xfrm>
            <a:custGeom>
              <a:avLst/>
              <a:gdLst/>
              <a:ahLst/>
              <a:cxnLst/>
              <a:rect l="l" t="t" r="r" b="b"/>
              <a:pathLst>
                <a:path w="1" h="527" fill="none" extrusionOk="0">
                  <a:moveTo>
                    <a:pt x="1" y="0"/>
                  </a:moveTo>
                  <a:lnTo>
                    <a:pt x="1" y="527"/>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2"/>
            <p:cNvSpPr/>
            <p:nvPr/>
          </p:nvSpPr>
          <p:spPr>
            <a:xfrm>
              <a:off x="244409" y="5029378"/>
              <a:ext cx="101" cy="83692"/>
            </a:xfrm>
            <a:custGeom>
              <a:avLst/>
              <a:gdLst/>
              <a:ahLst/>
              <a:cxnLst/>
              <a:rect l="l" t="t" r="r" b="b"/>
              <a:pathLst>
                <a:path w="1" h="828" fill="none" extrusionOk="0">
                  <a:moveTo>
                    <a:pt x="0" y="0"/>
                  </a:moveTo>
                  <a:lnTo>
                    <a:pt x="0" y="827"/>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2"/>
            <p:cNvSpPr/>
            <p:nvPr/>
          </p:nvSpPr>
          <p:spPr>
            <a:xfrm>
              <a:off x="611743" y="5029378"/>
              <a:ext cx="101" cy="83692"/>
            </a:xfrm>
            <a:custGeom>
              <a:avLst/>
              <a:gdLst/>
              <a:ahLst/>
              <a:cxnLst/>
              <a:rect l="l" t="t" r="r" b="b"/>
              <a:pathLst>
                <a:path w="1" h="828" fill="none" extrusionOk="0">
                  <a:moveTo>
                    <a:pt x="0" y="0"/>
                  </a:moveTo>
                  <a:lnTo>
                    <a:pt x="0" y="827"/>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2"/>
            <p:cNvSpPr/>
            <p:nvPr/>
          </p:nvSpPr>
          <p:spPr>
            <a:xfrm>
              <a:off x="535729" y="5029378"/>
              <a:ext cx="101" cy="63376"/>
            </a:xfrm>
            <a:custGeom>
              <a:avLst/>
              <a:gdLst/>
              <a:ahLst/>
              <a:cxnLst/>
              <a:rect l="l" t="t" r="r" b="b"/>
              <a:pathLst>
                <a:path w="1" h="627" fill="none" extrusionOk="0">
                  <a:moveTo>
                    <a:pt x="1" y="0"/>
                  </a:moveTo>
                  <a:lnTo>
                    <a:pt x="1" y="627"/>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2"/>
            <p:cNvSpPr/>
            <p:nvPr/>
          </p:nvSpPr>
          <p:spPr>
            <a:xfrm rot="5400000" flipH="1">
              <a:off x="1339300" y="4319646"/>
              <a:ext cx="345501" cy="1400147"/>
            </a:xfrm>
            <a:custGeom>
              <a:avLst/>
              <a:gdLst/>
              <a:ahLst/>
              <a:cxnLst/>
              <a:rect l="l" t="t" r="r" b="b"/>
              <a:pathLst>
                <a:path w="1330" h="5390" fill="none" extrusionOk="0">
                  <a:moveTo>
                    <a:pt x="1329" y="5389"/>
                  </a:moveTo>
                  <a:lnTo>
                    <a:pt x="1329" y="2808"/>
                  </a:lnTo>
                  <a:lnTo>
                    <a:pt x="1" y="1504"/>
                  </a:lnTo>
                  <a:lnTo>
                    <a:pt x="1"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2"/>
            <p:cNvSpPr/>
            <p:nvPr/>
          </p:nvSpPr>
          <p:spPr>
            <a:xfrm>
              <a:off x="201348" y="4418870"/>
              <a:ext cx="486510" cy="486486"/>
            </a:xfrm>
            <a:custGeom>
              <a:avLst/>
              <a:gdLst/>
              <a:ahLst/>
              <a:cxnLst/>
              <a:rect l="l" t="t" r="r" b="b"/>
              <a:pathLst>
                <a:path w="4813" h="4813" fill="none" extrusionOk="0">
                  <a:moveTo>
                    <a:pt x="0" y="0"/>
                  </a:moveTo>
                  <a:lnTo>
                    <a:pt x="4812" y="0"/>
                  </a:lnTo>
                  <a:lnTo>
                    <a:pt x="4812" y="4812"/>
                  </a:lnTo>
                  <a:lnTo>
                    <a:pt x="0" y="4812"/>
                  </a:lnTo>
                  <a:close/>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2"/>
            <p:cNvSpPr/>
            <p:nvPr/>
          </p:nvSpPr>
          <p:spPr>
            <a:xfrm>
              <a:off x="282416" y="4499934"/>
              <a:ext cx="324374" cy="324358"/>
            </a:xfrm>
            <a:custGeom>
              <a:avLst/>
              <a:gdLst/>
              <a:ahLst/>
              <a:cxnLst/>
              <a:rect l="l" t="t" r="r" b="b"/>
              <a:pathLst>
                <a:path w="3209" h="3209" extrusionOk="0">
                  <a:moveTo>
                    <a:pt x="0" y="0"/>
                  </a:moveTo>
                  <a:lnTo>
                    <a:pt x="0" y="3208"/>
                  </a:lnTo>
                  <a:lnTo>
                    <a:pt x="3208" y="3208"/>
                  </a:lnTo>
                  <a:lnTo>
                    <a:pt x="3208" y="0"/>
                  </a:lnTo>
                  <a:close/>
                </a:path>
              </a:pathLst>
            </a:custGeom>
            <a:solidFill>
              <a:schemeClr val="dk2"/>
            </a:solid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2"/>
            <p:cNvSpPr/>
            <p:nvPr/>
          </p:nvSpPr>
          <p:spPr>
            <a:xfrm>
              <a:off x="153233" y="4388445"/>
              <a:ext cx="101" cy="527018"/>
            </a:xfrm>
            <a:custGeom>
              <a:avLst/>
              <a:gdLst/>
              <a:ahLst/>
              <a:cxnLst/>
              <a:rect l="l" t="t" r="r" b="b"/>
              <a:pathLst>
                <a:path w="1" h="5214" fill="none" extrusionOk="0">
                  <a:moveTo>
                    <a:pt x="0" y="5213"/>
                  </a:moveTo>
                  <a:lnTo>
                    <a:pt x="0" y="0"/>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2"/>
            <p:cNvSpPr/>
            <p:nvPr/>
          </p:nvSpPr>
          <p:spPr>
            <a:xfrm>
              <a:off x="153233" y="4370656"/>
              <a:ext cx="101" cy="101"/>
            </a:xfrm>
            <a:custGeom>
              <a:avLst/>
              <a:gdLst/>
              <a:ahLst/>
              <a:cxnLst/>
              <a:rect l="l" t="t" r="r" b="b"/>
              <a:pathLst>
                <a:path w="1" h="1" fill="none" extrusionOk="0">
                  <a:moveTo>
                    <a:pt x="0" y="1"/>
                  </a:moveTo>
                  <a:lnTo>
                    <a:pt x="0" y="1"/>
                  </a:lnTo>
                  <a:close/>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2"/>
            <p:cNvSpPr/>
            <p:nvPr/>
          </p:nvSpPr>
          <p:spPr>
            <a:xfrm>
              <a:off x="191139" y="4370656"/>
              <a:ext cx="527145" cy="101"/>
            </a:xfrm>
            <a:custGeom>
              <a:avLst/>
              <a:gdLst/>
              <a:ahLst/>
              <a:cxnLst/>
              <a:rect l="l" t="t" r="r" b="b"/>
              <a:pathLst>
                <a:path w="5215" h="1" fill="none" extrusionOk="0">
                  <a:moveTo>
                    <a:pt x="1" y="1"/>
                  </a:moveTo>
                  <a:lnTo>
                    <a:pt x="5214" y="1"/>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2"/>
            <p:cNvSpPr/>
            <p:nvPr/>
          </p:nvSpPr>
          <p:spPr>
            <a:xfrm>
              <a:off x="735872" y="4370656"/>
              <a:ext cx="101" cy="101"/>
            </a:xfrm>
            <a:custGeom>
              <a:avLst/>
              <a:gdLst/>
              <a:ahLst/>
              <a:cxnLst/>
              <a:rect l="l" t="t" r="r" b="b"/>
              <a:pathLst>
                <a:path w="1" h="1" fill="none" extrusionOk="0">
                  <a:moveTo>
                    <a:pt x="0" y="1"/>
                  </a:moveTo>
                  <a:lnTo>
                    <a:pt x="0" y="1"/>
                  </a:lnTo>
                  <a:close/>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2"/>
            <p:cNvSpPr/>
            <p:nvPr/>
          </p:nvSpPr>
          <p:spPr>
            <a:xfrm>
              <a:off x="735872" y="4406134"/>
              <a:ext cx="101" cy="527018"/>
            </a:xfrm>
            <a:custGeom>
              <a:avLst/>
              <a:gdLst/>
              <a:ahLst/>
              <a:cxnLst/>
              <a:rect l="l" t="t" r="r" b="b"/>
              <a:pathLst>
                <a:path w="1" h="5214" fill="none" extrusionOk="0">
                  <a:moveTo>
                    <a:pt x="0" y="1"/>
                  </a:moveTo>
                  <a:lnTo>
                    <a:pt x="0" y="5214"/>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2"/>
            <p:cNvSpPr/>
            <p:nvPr/>
          </p:nvSpPr>
          <p:spPr>
            <a:xfrm>
              <a:off x="79746" y="4297273"/>
              <a:ext cx="732242" cy="729678"/>
            </a:xfrm>
            <a:custGeom>
              <a:avLst/>
              <a:gdLst/>
              <a:ahLst/>
              <a:cxnLst/>
              <a:rect l="l" t="t" r="r" b="b"/>
              <a:pathLst>
                <a:path w="7244" h="7219" fill="none" extrusionOk="0">
                  <a:moveTo>
                    <a:pt x="0" y="0"/>
                  </a:moveTo>
                  <a:lnTo>
                    <a:pt x="7243" y="0"/>
                  </a:lnTo>
                  <a:lnTo>
                    <a:pt x="7243" y="7218"/>
                  </a:lnTo>
                  <a:lnTo>
                    <a:pt x="0" y="7218"/>
                  </a:lnTo>
                  <a:close/>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2"/>
            <p:cNvSpPr/>
            <p:nvPr/>
          </p:nvSpPr>
          <p:spPr>
            <a:xfrm>
              <a:off x="331917" y="3334954"/>
              <a:ext cx="201068" cy="201068"/>
            </a:xfrm>
            <a:custGeom>
              <a:avLst/>
              <a:gdLst/>
              <a:ahLst/>
              <a:cxnLst/>
              <a:rect l="l" t="t" r="r" b="b"/>
              <a:pathLst>
                <a:path w="1204" h="1204" fill="none" extrusionOk="0">
                  <a:moveTo>
                    <a:pt x="602" y="0"/>
                  </a:moveTo>
                  <a:cubicBezTo>
                    <a:pt x="928" y="0"/>
                    <a:pt x="1204" y="276"/>
                    <a:pt x="1204" y="602"/>
                  </a:cubicBezTo>
                  <a:cubicBezTo>
                    <a:pt x="1204" y="928"/>
                    <a:pt x="928" y="1203"/>
                    <a:pt x="602" y="1203"/>
                  </a:cubicBezTo>
                  <a:cubicBezTo>
                    <a:pt x="276" y="1203"/>
                    <a:pt x="1" y="928"/>
                    <a:pt x="1" y="602"/>
                  </a:cubicBezTo>
                  <a:cubicBezTo>
                    <a:pt x="1" y="276"/>
                    <a:pt x="276" y="0"/>
                    <a:pt x="602" y="0"/>
                  </a:cubicBezTo>
                  <a:close/>
                </a:path>
              </a:pathLst>
            </a:custGeom>
            <a:noFill/>
            <a:ln w="19050" cap="flat" cmpd="sng">
              <a:solidFill>
                <a:schemeClr val="accent2"/>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34" name="Google Shape;134;p2"/>
            <p:cNvCxnSpPr/>
            <p:nvPr/>
          </p:nvCxnSpPr>
          <p:spPr>
            <a:xfrm rot="10800000">
              <a:off x="432450" y="3536025"/>
              <a:ext cx="0" cy="764700"/>
            </a:xfrm>
            <a:prstGeom prst="straightConnector1">
              <a:avLst/>
            </a:prstGeom>
            <a:noFill/>
            <a:ln w="19050" cap="flat" cmpd="sng">
              <a:solidFill>
                <a:schemeClr val="accent2"/>
              </a:solidFill>
              <a:prstDash val="solid"/>
              <a:round/>
              <a:headEnd type="none" w="med" len="med"/>
              <a:tailEnd type="none" w="med" len="med"/>
            </a:ln>
          </p:spPr>
        </p:cxnSp>
        <p:sp>
          <p:nvSpPr>
            <p:cNvPr id="135" name="Google Shape;135;p2"/>
            <p:cNvSpPr/>
            <p:nvPr/>
          </p:nvSpPr>
          <p:spPr>
            <a:xfrm>
              <a:off x="553421" y="3371325"/>
              <a:ext cx="163326" cy="921005"/>
            </a:xfrm>
            <a:custGeom>
              <a:avLst/>
              <a:gdLst/>
              <a:ahLst/>
              <a:cxnLst/>
              <a:rect l="l" t="t" r="r" b="b"/>
              <a:pathLst>
                <a:path w="978" h="5515" fill="none" extrusionOk="0">
                  <a:moveTo>
                    <a:pt x="0" y="5514"/>
                  </a:moveTo>
                  <a:lnTo>
                    <a:pt x="0" y="3509"/>
                  </a:lnTo>
                  <a:lnTo>
                    <a:pt x="977" y="2532"/>
                  </a:lnTo>
                  <a:lnTo>
                    <a:pt x="977" y="0"/>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2"/>
            <p:cNvSpPr/>
            <p:nvPr/>
          </p:nvSpPr>
          <p:spPr>
            <a:xfrm>
              <a:off x="133388" y="3392200"/>
              <a:ext cx="222110" cy="900130"/>
            </a:xfrm>
            <a:custGeom>
              <a:avLst/>
              <a:gdLst/>
              <a:ahLst/>
              <a:cxnLst/>
              <a:rect l="l" t="t" r="r" b="b"/>
              <a:pathLst>
                <a:path w="1330" h="5390" fill="none" extrusionOk="0">
                  <a:moveTo>
                    <a:pt x="1329" y="5389"/>
                  </a:moveTo>
                  <a:lnTo>
                    <a:pt x="1329" y="2808"/>
                  </a:lnTo>
                  <a:lnTo>
                    <a:pt x="1" y="1504"/>
                  </a:lnTo>
                  <a:lnTo>
                    <a:pt x="1"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2"/>
            <p:cNvSpPr/>
            <p:nvPr/>
          </p:nvSpPr>
          <p:spPr>
            <a:xfrm>
              <a:off x="279842" y="3919750"/>
              <a:ext cx="167" cy="372577"/>
            </a:xfrm>
            <a:custGeom>
              <a:avLst/>
              <a:gdLst/>
              <a:ahLst/>
              <a:cxnLst/>
              <a:rect l="l" t="t" r="r" b="b"/>
              <a:pathLst>
                <a:path w="1" h="2231" fill="none" extrusionOk="0">
                  <a:moveTo>
                    <a:pt x="1" y="2231"/>
                  </a:moveTo>
                  <a:lnTo>
                    <a:pt x="1" y="0"/>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2"/>
            <p:cNvSpPr/>
            <p:nvPr/>
          </p:nvSpPr>
          <p:spPr>
            <a:xfrm>
              <a:off x="647217" y="3919750"/>
              <a:ext cx="167" cy="372577"/>
            </a:xfrm>
            <a:custGeom>
              <a:avLst/>
              <a:gdLst/>
              <a:ahLst/>
              <a:cxnLst/>
              <a:rect l="l" t="t" r="r" b="b"/>
              <a:pathLst>
                <a:path w="1" h="2231" fill="none" extrusionOk="0">
                  <a:moveTo>
                    <a:pt x="0" y="2231"/>
                  </a:moveTo>
                  <a:lnTo>
                    <a:pt x="0" y="0"/>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2"/>
            <p:cNvSpPr/>
            <p:nvPr/>
          </p:nvSpPr>
          <p:spPr>
            <a:xfrm>
              <a:off x="-64791" y="4659535"/>
              <a:ext cx="144548" cy="101"/>
            </a:xfrm>
            <a:custGeom>
              <a:avLst/>
              <a:gdLst/>
              <a:ahLst/>
              <a:cxnLst/>
              <a:rect l="l" t="t" r="r" b="b"/>
              <a:pathLst>
                <a:path w="1430" h="1" fill="none" extrusionOk="0">
                  <a:moveTo>
                    <a:pt x="1430" y="0"/>
                  </a:moveTo>
                  <a:lnTo>
                    <a:pt x="1" y="0"/>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2"/>
            <p:cNvSpPr/>
            <p:nvPr/>
          </p:nvSpPr>
          <p:spPr>
            <a:xfrm>
              <a:off x="11223" y="4537939"/>
              <a:ext cx="68534" cy="101"/>
            </a:xfrm>
            <a:custGeom>
              <a:avLst/>
              <a:gdLst/>
              <a:ahLst/>
              <a:cxnLst/>
              <a:rect l="l" t="t" r="r" b="b"/>
              <a:pathLst>
                <a:path w="678" h="1" fill="none" extrusionOk="0">
                  <a:moveTo>
                    <a:pt x="678" y="0"/>
                  </a:moveTo>
                  <a:lnTo>
                    <a:pt x="1" y="0"/>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2"/>
            <p:cNvSpPr/>
            <p:nvPr/>
          </p:nvSpPr>
          <p:spPr>
            <a:xfrm>
              <a:off x="-26784" y="4444139"/>
              <a:ext cx="106541" cy="101"/>
            </a:xfrm>
            <a:custGeom>
              <a:avLst/>
              <a:gdLst/>
              <a:ahLst/>
              <a:cxnLst/>
              <a:rect l="l" t="t" r="r" b="b"/>
              <a:pathLst>
                <a:path w="1054" h="1" fill="none" extrusionOk="0">
                  <a:moveTo>
                    <a:pt x="1054" y="1"/>
                  </a:moveTo>
                  <a:lnTo>
                    <a:pt x="1" y="1"/>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2"/>
            <p:cNvSpPr/>
            <p:nvPr/>
          </p:nvSpPr>
          <p:spPr>
            <a:xfrm>
              <a:off x="811974" y="4479617"/>
              <a:ext cx="83696" cy="101"/>
            </a:xfrm>
            <a:custGeom>
              <a:avLst/>
              <a:gdLst/>
              <a:ahLst/>
              <a:cxnLst/>
              <a:rect l="l" t="t" r="r" b="b"/>
              <a:pathLst>
                <a:path w="828" h="1" fill="none" extrusionOk="0">
                  <a:moveTo>
                    <a:pt x="1" y="1"/>
                  </a:moveTo>
                  <a:lnTo>
                    <a:pt x="828" y="1"/>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2"/>
            <p:cNvSpPr/>
            <p:nvPr/>
          </p:nvSpPr>
          <p:spPr>
            <a:xfrm>
              <a:off x="811974" y="4555627"/>
              <a:ext cx="63480" cy="101"/>
            </a:xfrm>
            <a:custGeom>
              <a:avLst/>
              <a:gdLst/>
              <a:ahLst/>
              <a:cxnLst/>
              <a:rect l="l" t="t" r="r" b="b"/>
              <a:pathLst>
                <a:path w="628" h="1" fill="none" extrusionOk="0">
                  <a:moveTo>
                    <a:pt x="1" y="1"/>
                  </a:moveTo>
                  <a:lnTo>
                    <a:pt x="627" y="1"/>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2"/>
            <p:cNvSpPr/>
            <p:nvPr/>
          </p:nvSpPr>
          <p:spPr>
            <a:xfrm rot="5400000">
              <a:off x="2172928" y="4531170"/>
              <a:ext cx="201068" cy="201068"/>
            </a:xfrm>
            <a:custGeom>
              <a:avLst/>
              <a:gdLst/>
              <a:ahLst/>
              <a:cxnLst/>
              <a:rect l="l" t="t" r="r" b="b"/>
              <a:pathLst>
                <a:path w="1204" h="1204" fill="none" extrusionOk="0">
                  <a:moveTo>
                    <a:pt x="602" y="0"/>
                  </a:moveTo>
                  <a:cubicBezTo>
                    <a:pt x="928" y="0"/>
                    <a:pt x="1204" y="276"/>
                    <a:pt x="1204" y="602"/>
                  </a:cubicBezTo>
                  <a:cubicBezTo>
                    <a:pt x="1204" y="928"/>
                    <a:pt x="928" y="1203"/>
                    <a:pt x="602" y="1203"/>
                  </a:cubicBezTo>
                  <a:cubicBezTo>
                    <a:pt x="276" y="1203"/>
                    <a:pt x="1" y="928"/>
                    <a:pt x="1" y="602"/>
                  </a:cubicBezTo>
                  <a:cubicBezTo>
                    <a:pt x="1" y="276"/>
                    <a:pt x="276" y="0"/>
                    <a:pt x="602" y="0"/>
                  </a:cubicBezTo>
                  <a:close/>
                </a:path>
              </a:pathLst>
            </a:custGeom>
            <a:noFill/>
            <a:ln w="19050" cap="flat" cmpd="sng">
              <a:solidFill>
                <a:schemeClr val="accent2"/>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5" name="Google Shape;145;p2"/>
            <p:cNvCxnSpPr/>
            <p:nvPr/>
          </p:nvCxnSpPr>
          <p:spPr>
            <a:xfrm>
              <a:off x="809451" y="4631704"/>
              <a:ext cx="1366200" cy="0"/>
            </a:xfrm>
            <a:prstGeom prst="straightConnector1">
              <a:avLst/>
            </a:prstGeom>
            <a:noFill/>
            <a:ln w="19050" cap="flat" cmpd="sng">
              <a:solidFill>
                <a:schemeClr val="accent2"/>
              </a:solidFill>
              <a:prstDash val="solid"/>
              <a:round/>
              <a:headEnd type="none" w="med" len="med"/>
              <a:tailEnd type="none" w="med" len="med"/>
            </a:ln>
          </p:spPr>
        </p:cxnSp>
      </p:grpSp>
      <p:grpSp>
        <p:nvGrpSpPr>
          <p:cNvPr id="146" name="Google Shape;146;p2"/>
          <p:cNvGrpSpPr/>
          <p:nvPr/>
        </p:nvGrpSpPr>
        <p:grpSpPr>
          <a:xfrm>
            <a:off x="5266248" y="4230494"/>
            <a:ext cx="3157758" cy="296582"/>
            <a:chOff x="5266248" y="4230494"/>
            <a:chExt cx="3157758" cy="296582"/>
          </a:xfrm>
        </p:grpSpPr>
        <p:sp>
          <p:nvSpPr>
            <p:cNvPr id="147" name="Google Shape;147;p2"/>
            <p:cNvSpPr/>
            <p:nvPr/>
          </p:nvSpPr>
          <p:spPr>
            <a:xfrm>
              <a:off x="5266248" y="4230494"/>
              <a:ext cx="103232" cy="296582"/>
            </a:xfrm>
            <a:custGeom>
              <a:avLst/>
              <a:gdLst/>
              <a:ahLst/>
              <a:cxnLst/>
              <a:rect l="l" t="t" r="r" b="b"/>
              <a:pathLst>
                <a:path w="803" h="2307" extrusionOk="0">
                  <a:moveTo>
                    <a:pt x="1" y="0"/>
                  </a:moveTo>
                  <a:lnTo>
                    <a:pt x="1" y="2306"/>
                  </a:lnTo>
                  <a:lnTo>
                    <a:pt x="803" y="2306"/>
                  </a:lnTo>
                  <a:lnTo>
                    <a:pt x="80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2"/>
            <p:cNvSpPr/>
            <p:nvPr/>
          </p:nvSpPr>
          <p:spPr>
            <a:xfrm>
              <a:off x="5459599" y="4230494"/>
              <a:ext cx="103232" cy="296582"/>
            </a:xfrm>
            <a:custGeom>
              <a:avLst/>
              <a:gdLst/>
              <a:ahLst/>
              <a:cxnLst/>
              <a:rect l="l" t="t" r="r" b="b"/>
              <a:pathLst>
                <a:path w="803" h="2307" extrusionOk="0">
                  <a:moveTo>
                    <a:pt x="0" y="0"/>
                  </a:moveTo>
                  <a:lnTo>
                    <a:pt x="0" y="2306"/>
                  </a:lnTo>
                  <a:lnTo>
                    <a:pt x="802" y="2306"/>
                  </a:lnTo>
                  <a:lnTo>
                    <a:pt x="8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2"/>
            <p:cNvSpPr/>
            <p:nvPr/>
          </p:nvSpPr>
          <p:spPr>
            <a:xfrm>
              <a:off x="5649735" y="4230494"/>
              <a:ext cx="103232" cy="296582"/>
            </a:xfrm>
            <a:custGeom>
              <a:avLst/>
              <a:gdLst/>
              <a:ahLst/>
              <a:cxnLst/>
              <a:rect l="l" t="t" r="r" b="b"/>
              <a:pathLst>
                <a:path w="803" h="2307" extrusionOk="0">
                  <a:moveTo>
                    <a:pt x="0" y="0"/>
                  </a:moveTo>
                  <a:lnTo>
                    <a:pt x="0" y="2306"/>
                  </a:lnTo>
                  <a:lnTo>
                    <a:pt x="802" y="2306"/>
                  </a:lnTo>
                  <a:lnTo>
                    <a:pt x="8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2"/>
            <p:cNvSpPr/>
            <p:nvPr/>
          </p:nvSpPr>
          <p:spPr>
            <a:xfrm>
              <a:off x="5839743" y="4230494"/>
              <a:ext cx="103232" cy="296582"/>
            </a:xfrm>
            <a:custGeom>
              <a:avLst/>
              <a:gdLst/>
              <a:ahLst/>
              <a:cxnLst/>
              <a:rect l="l" t="t" r="r" b="b"/>
              <a:pathLst>
                <a:path w="803" h="2307" extrusionOk="0">
                  <a:moveTo>
                    <a:pt x="1" y="0"/>
                  </a:moveTo>
                  <a:lnTo>
                    <a:pt x="1" y="2306"/>
                  </a:lnTo>
                  <a:lnTo>
                    <a:pt x="803" y="2306"/>
                  </a:lnTo>
                  <a:lnTo>
                    <a:pt x="80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2"/>
            <p:cNvSpPr/>
            <p:nvPr/>
          </p:nvSpPr>
          <p:spPr>
            <a:xfrm>
              <a:off x="6029880" y="4230494"/>
              <a:ext cx="103232" cy="296582"/>
            </a:xfrm>
            <a:custGeom>
              <a:avLst/>
              <a:gdLst/>
              <a:ahLst/>
              <a:cxnLst/>
              <a:rect l="l" t="t" r="r" b="b"/>
              <a:pathLst>
                <a:path w="803" h="2307" extrusionOk="0">
                  <a:moveTo>
                    <a:pt x="1" y="0"/>
                  </a:moveTo>
                  <a:lnTo>
                    <a:pt x="1" y="2306"/>
                  </a:lnTo>
                  <a:lnTo>
                    <a:pt x="803" y="2306"/>
                  </a:lnTo>
                  <a:lnTo>
                    <a:pt x="80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2"/>
            <p:cNvSpPr/>
            <p:nvPr/>
          </p:nvSpPr>
          <p:spPr>
            <a:xfrm>
              <a:off x="6220016" y="4230494"/>
              <a:ext cx="106446" cy="296582"/>
            </a:xfrm>
            <a:custGeom>
              <a:avLst/>
              <a:gdLst/>
              <a:ahLst/>
              <a:cxnLst/>
              <a:rect l="l" t="t" r="r" b="b"/>
              <a:pathLst>
                <a:path w="828" h="2307" extrusionOk="0">
                  <a:moveTo>
                    <a:pt x="0" y="0"/>
                  </a:moveTo>
                  <a:lnTo>
                    <a:pt x="0" y="2306"/>
                  </a:lnTo>
                  <a:lnTo>
                    <a:pt x="827" y="2306"/>
                  </a:lnTo>
                  <a:lnTo>
                    <a:pt x="82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2"/>
            <p:cNvSpPr/>
            <p:nvPr/>
          </p:nvSpPr>
          <p:spPr>
            <a:xfrm>
              <a:off x="6413238" y="4230494"/>
              <a:ext cx="103232" cy="296582"/>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2"/>
            <p:cNvSpPr/>
            <p:nvPr/>
          </p:nvSpPr>
          <p:spPr>
            <a:xfrm>
              <a:off x="6603375" y="4230494"/>
              <a:ext cx="103232" cy="296582"/>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2"/>
            <p:cNvSpPr/>
            <p:nvPr/>
          </p:nvSpPr>
          <p:spPr>
            <a:xfrm>
              <a:off x="6793511" y="4230494"/>
              <a:ext cx="103232" cy="296582"/>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2"/>
            <p:cNvSpPr/>
            <p:nvPr/>
          </p:nvSpPr>
          <p:spPr>
            <a:xfrm>
              <a:off x="6983648" y="4230494"/>
              <a:ext cx="103232" cy="296582"/>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2"/>
            <p:cNvSpPr/>
            <p:nvPr/>
          </p:nvSpPr>
          <p:spPr>
            <a:xfrm>
              <a:off x="7176870" y="4230494"/>
              <a:ext cx="103232" cy="296582"/>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2"/>
            <p:cNvSpPr/>
            <p:nvPr/>
          </p:nvSpPr>
          <p:spPr>
            <a:xfrm>
              <a:off x="7367006" y="4230494"/>
              <a:ext cx="103232" cy="296582"/>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2"/>
            <p:cNvSpPr/>
            <p:nvPr/>
          </p:nvSpPr>
          <p:spPr>
            <a:xfrm>
              <a:off x="7557143" y="4230494"/>
              <a:ext cx="103232" cy="296582"/>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2"/>
            <p:cNvSpPr/>
            <p:nvPr/>
          </p:nvSpPr>
          <p:spPr>
            <a:xfrm>
              <a:off x="7747151" y="4230494"/>
              <a:ext cx="103232" cy="296582"/>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2"/>
            <p:cNvSpPr/>
            <p:nvPr/>
          </p:nvSpPr>
          <p:spPr>
            <a:xfrm>
              <a:off x="7940501" y="4230494"/>
              <a:ext cx="103232" cy="296582"/>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2"/>
            <p:cNvSpPr/>
            <p:nvPr/>
          </p:nvSpPr>
          <p:spPr>
            <a:xfrm>
              <a:off x="8130638" y="4230494"/>
              <a:ext cx="103232" cy="296582"/>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2"/>
            <p:cNvSpPr/>
            <p:nvPr/>
          </p:nvSpPr>
          <p:spPr>
            <a:xfrm>
              <a:off x="8320774" y="4230494"/>
              <a:ext cx="103232" cy="296582"/>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4" name="Google Shape;164;p2"/>
          <p:cNvSpPr txBox="1">
            <a:spLocks noGrp="1"/>
          </p:cNvSpPr>
          <p:nvPr>
            <p:ph type="ctrTitle"/>
          </p:nvPr>
        </p:nvSpPr>
        <p:spPr>
          <a:xfrm>
            <a:off x="1009200" y="1741047"/>
            <a:ext cx="7125600" cy="1147200"/>
          </a:xfrm>
          <a:prstGeom prst="rect">
            <a:avLst/>
          </a:prstGeom>
        </p:spPr>
        <p:txBody>
          <a:bodyPr spcFirstLastPara="1" wrap="square" lIns="0" tIns="0" rIns="0" bIns="0" anchor="ctr" anchorCtr="0">
            <a:noAutofit/>
          </a:bodyPr>
          <a:lstStyle>
            <a:lvl1pPr lvl="0" algn="ctr">
              <a:spcBef>
                <a:spcPts val="0"/>
              </a:spcBef>
              <a:spcAft>
                <a:spcPts val="0"/>
              </a:spcAft>
              <a:buSzPts val="5200"/>
              <a:buNone/>
              <a:defRPr sz="6100">
                <a:solidFill>
                  <a:srgbClr val="FFFFFF"/>
                </a:solidFill>
                <a:latin typeface="Bebas Neue"/>
                <a:ea typeface="Bebas Neue"/>
                <a:cs typeface="Bebas Neue"/>
                <a:sym typeface="Bebas Neue"/>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65" name="Google Shape;165;p2"/>
          <p:cNvSpPr txBox="1">
            <a:spLocks noGrp="1"/>
          </p:cNvSpPr>
          <p:nvPr>
            <p:ph type="subTitle" idx="1"/>
          </p:nvPr>
        </p:nvSpPr>
        <p:spPr>
          <a:xfrm>
            <a:off x="1009200" y="2888246"/>
            <a:ext cx="7125600" cy="514200"/>
          </a:xfrm>
          <a:prstGeom prst="rect">
            <a:avLst/>
          </a:prstGeom>
        </p:spPr>
        <p:txBody>
          <a:bodyPr spcFirstLastPara="1" wrap="square" lIns="0" tIns="0" rIns="0" bIns="0" anchor="ctr" anchorCtr="0">
            <a:noAutofit/>
          </a:bodyPr>
          <a:lstStyle>
            <a:lvl1pPr lvl="0" algn="ctr">
              <a:lnSpc>
                <a:spcPct val="100000"/>
              </a:lnSpc>
              <a:spcBef>
                <a:spcPts val="0"/>
              </a:spcBef>
              <a:spcAft>
                <a:spcPts val="0"/>
              </a:spcAft>
              <a:buSzPts val="2800"/>
              <a:buNone/>
              <a:defRPr sz="2800">
                <a:solidFill>
                  <a:srgbClr val="00F4AD"/>
                </a:solidFill>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grpSp>
        <p:nvGrpSpPr>
          <p:cNvPr id="166" name="Google Shape;166;p2"/>
          <p:cNvGrpSpPr/>
          <p:nvPr/>
        </p:nvGrpSpPr>
        <p:grpSpPr>
          <a:xfrm>
            <a:off x="207789" y="1295745"/>
            <a:ext cx="552301" cy="552301"/>
            <a:chOff x="1387350" y="1218075"/>
            <a:chExt cx="209300" cy="209300"/>
          </a:xfrm>
        </p:grpSpPr>
        <p:sp>
          <p:nvSpPr>
            <p:cNvPr id="167" name="Google Shape;167;p2"/>
            <p:cNvSpPr/>
            <p:nvPr/>
          </p:nvSpPr>
          <p:spPr>
            <a:xfrm>
              <a:off x="1387350" y="1218075"/>
              <a:ext cx="209300" cy="209300"/>
            </a:xfrm>
            <a:custGeom>
              <a:avLst/>
              <a:gdLst/>
              <a:ahLst/>
              <a:cxnLst/>
              <a:rect l="l" t="t" r="r" b="b"/>
              <a:pathLst>
                <a:path w="8372" h="8372" extrusionOk="0">
                  <a:moveTo>
                    <a:pt x="3860" y="0"/>
                  </a:moveTo>
                  <a:lnTo>
                    <a:pt x="3560" y="727"/>
                  </a:lnTo>
                  <a:cubicBezTo>
                    <a:pt x="3234" y="777"/>
                    <a:pt x="2908" y="877"/>
                    <a:pt x="2632" y="1028"/>
                  </a:cubicBezTo>
                  <a:lnTo>
                    <a:pt x="1956" y="652"/>
                  </a:lnTo>
                  <a:cubicBezTo>
                    <a:pt x="1605" y="877"/>
                    <a:pt x="1279" y="1153"/>
                    <a:pt x="1003" y="1454"/>
                  </a:cubicBezTo>
                  <a:lnTo>
                    <a:pt x="1279" y="2181"/>
                  </a:lnTo>
                  <a:cubicBezTo>
                    <a:pt x="1103" y="2456"/>
                    <a:pt x="953" y="2757"/>
                    <a:pt x="853" y="3058"/>
                  </a:cubicBezTo>
                  <a:lnTo>
                    <a:pt x="101" y="3258"/>
                  </a:lnTo>
                  <a:cubicBezTo>
                    <a:pt x="26" y="3559"/>
                    <a:pt x="1" y="3860"/>
                    <a:pt x="1" y="4186"/>
                  </a:cubicBezTo>
                  <a:cubicBezTo>
                    <a:pt x="1" y="4286"/>
                    <a:pt x="1" y="4411"/>
                    <a:pt x="26" y="4512"/>
                  </a:cubicBezTo>
                  <a:lnTo>
                    <a:pt x="728" y="4812"/>
                  </a:lnTo>
                  <a:cubicBezTo>
                    <a:pt x="778" y="5163"/>
                    <a:pt x="878" y="5464"/>
                    <a:pt x="1028" y="5765"/>
                  </a:cubicBezTo>
                  <a:lnTo>
                    <a:pt x="652" y="6441"/>
                  </a:lnTo>
                  <a:cubicBezTo>
                    <a:pt x="878" y="6792"/>
                    <a:pt x="1154" y="7093"/>
                    <a:pt x="1454" y="7369"/>
                  </a:cubicBezTo>
                  <a:lnTo>
                    <a:pt x="2181" y="7093"/>
                  </a:lnTo>
                  <a:cubicBezTo>
                    <a:pt x="2457" y="7268"/>
                    <a:pt x="2758" y="7419"/>
                    <a:pt x="3058" y="7519"/>
                  </a:cubicBezTo>
                  <a:lnTo>
                    <a:pt x="3284" y="8271"/>
                  </a:lnTo>
                  <a:cubicBezTo>
                    <a:pt x="3560" y="8346"/>
                    <a:pt x="3885" y="8371"/>
                    <a:pt x="4186" y="8371"/>
                  </a:cubicBezTo>
                  <a:lnTo>
                    <a:pt x="4512" y="8371"/>
                  </a:lnTo>
                  <a:lnTo>
                    <a:pt x="4838" y="7644"/>
                  </a:lnTo>
                  <a:cubicBezTo>
                    <a:pt x="5164" y="7594"/>
                    <a:pt x="5464" y="7494"/>
                    <a:pt x="5765" y="7344"/>
                  </a:cubicBezTo>
                  <a:lnTo>
                    <a:pt x="6442" y="7720"/>
                  </a:lnTo>
                  <a:cubicBezTo>
                    <a:pt x="6793" y="7519"/>
                    <a:pt x="7093" y="7243"/>
                    <a:pt x="7369" y="6918"/>
                  </a:cubicBezTo>
                  <a:lnTo>
                    <a:pt x="7093" y="6191"/>
                  </a:lnTo>
                  <a:cubicBezTo>
                    <a:pt x="7269" y="5915"/>
                    <a:pt x="7419" y="5639"/>
                    <a:pt x="7545" y="5314"/>
                  </a:cubicBezTo>
                  <a:lnTo>
                    <a:pt x="8271" y="5113"/>
                  </a:lnTo>
                  <a:cubicBezTo>
                    <a:pt x="8347" y="4812"/>
                    <a:pt x="8372" y="4512"/>
                    <a:pt x="8372" y="4186"/>
                  </a:cubicBezTo>
                  <a:cubicBezTo>
                    <a:pt x="8372" y="4085"/>
                    <a:pt x="8372" y="3985"/>
                    <a:pt x="8372" y="3860"/>
                  </a:cubicBezTo>
                  <a:lnTo>
                    <a:pt x="7670" y="3559"/>
                  </a:lnTo>
                  <a:cubicBezTo>
                    <a:pt x="7595" y="3233"/>
                    <a:pt x="7494" y="2907"/>
                    <a:pt x="7344" y="2632"/>
                  </a:cubicBezTo>
                  <a:lnTo>
                    <a:pt x="7745" y="1955"/>
                  </a:lnTo>
                  <a:cubicBezTo>
                    <a:pt x="7520" y="1604"/>
                    <a:pt x="7244" y="1278"/>
                    <a:pt x="6918" y="1003"/>
                  </a:cubicBezTo>
                  <a:lnTo>
                    <a:pt x="6191" y="1278"/>
                  </a:lnTo>
                  <a:cubicBezTo>
                    <a:pt x="5941" y="1103"/>
                    <a:pt x="5640" y="953"/>
                    <a:pt x="5314" y="852"/>
                  </a:cubicBezTo>
                  <a:lnTo>
                    <a:pt x="5114" y="100"/>
                  </a:lnTo>
                  <a:cubicBezTo>
                    <a:pt x="4813" y="25"/>
                    <a:pt x="4512" y="0"/>
                    <a:pt x="4186" y="0"/>
                  </a:cubicBezTo>
                  <a:close/>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2"/>
            <p:cNvSpPr/>
            <p:nvPr/>
          </p:nvSpPr>
          <p:spPr>
            <a:xfrm>
              <a:off x="1387350" y="1218075"/>
              <a:ext cx="209300" cy="209300"/>
            </a:xfrm>
            <a:custGeom>
              <a:avLst/>
              <a:gdLst/>
              <a:ahLst/>
              <a:cxnLst/>
              <a:rect l="l" t="t" r="r" b="b"/>
              <a:pathLst>
                <a:path w="8372" h="8372" fill="none" extrusionOk="0">
                  <a:moveTo>
                    <a:pt x="8372" y="4186"/>
                  </a:moveTo>
                  <a:cubicBezTo>
                    <a:pt x="8372" y="4512"/>
                    <a:pt x="8347" y="4812"/>
                    <a:pt x="8271" y="5113"/>
                  </a:cubicBezTo>
                  <a:lnTo>
                    <a:pt x="7545" y="5314"/>
                  </a:lnTo>
                  <a:cubicBezTo>
                    <a:pt x="7419" y="5639"/>
                    <a:pt x="7269" y="5915"/>
                    <a:pt x="7093" y="6191"/>
                  </a:cubicBezTo>
                  <a:lnTo>
                    <a:pt x="7369" y="6918"/>
                  </a:lnTo>
                  <a:cubicBezTo>
                    <a:pt x="7093" y="7243"/>
                    <a:pt x="6793" y="7519"/>
                    <a:pt x="6442" y="7720"/>
                  </a:cubicBezTo>
                  <a:lnTo>
                    <a:pt x="5765" y="7344"/>
                  </a:lnTo>
                  <a:cubicBezTo>
                    <a:pt x="5464" y="7494"/>
                    <a:pt x="5164" y="7594"/>
                    <a:pt x="4838" y="7644"/>
                  </a:cubicBezTo>
                  <a:lnTo>
                    <a:pt x="4512" y="8371"/>
                  </a:lnTo>
                  <a:cubicBezTo>
                    <a:pt x="4412" y="8371"/>
                    <a:pt x="4312" y="8371"/>
                    <a:pt x="4186" y="8371"/>
                  </a:cubicBezTo>
                  <a:cubicBezTo>
                    <a:pt x="3885" y="8371"/>
                    <a:pt x="3560" y="8346"/>
                    <a:pt x="3284" y="8271"/>
                  </a:cubicBezTo>
                  <a:lnTo>
                    <a:pt x="3058" y="7519"/>
                  </a:lnTo>
                  <a:cubicBezTo>
                    <a:pt x="2758" y="7419"/>
                    <a:pt x="2457" y="7268"/>
                    <a:pt x="2181" y="7093"/>
                  </a:cubicBezTo>
                  <a:lnTo>
                    <a:pt x="1454" y="7369"/>
                  </a:lnTo>
                  <a:cubicBezTo>
                    <a:pt x="1154" y="7093"/>
                    <a:pt x="878" y="6792"/>
                    <a:pt x="652" y="6441"/>
                  </a:cubicBezTo>
                  <a:lnTo>
                    <a:pt x="1028" y="5765"/>
                  </a:lnTo>
                  <a:cubicBezTo>
                    <a:pt x="878" y="5464"/>
                    <a:pt x="778" y="5163"/>
                    <a:pt x="728" y="4812"/>
                  </a:cubicBezTo>
                  <a:lnTo>
                    <a:pt x="26" y="4512"/>
                  </a:lnTo>
                  <a:cubicBezTo>
                    <a:pt x="1" y="4411"/>
                    <a:pt x="1" y="4286"/>
                    <a:pt x="1" y="4186"/>
                  </a:cubicBezTo>
                  <a:cubicBezTo>
                    <a:pt x="1" y="3860"/>
                    <a:pt x="26" y="3559"/>
                    <a:pt x="101" y="3258"/>
                  </a:cubicBezTo>
                  <a:lnTo>
                    <a:pt x="853" y="3058"/>
                  </a:lnTo>
                  <a:cubicBezTo>
                    <a:pt x="953" y="2757"/>
                    <a:pt x="1103" y="2456"/>
                    <a:pt x="1279" y="2181"/>
                  </a:cubicBezTo>
                  <a:lnTo>
                    <a:pt x="1003" y="1454"/>
                  </a:lnTo>
                  <a:cubicBezTo>
                    <a:pt x="1279" y="1153"/>
                    <a:pt x="1605" y="877"/>
                    <a:pt x="1956" y="652"/>
                  </a:cubicBezTo>
                  <a:lnTo>
                    <a:pt x="2632" y="1028"/>
                  </a:lnTo>
                  <a:cubicBezTo>
                    <a:pt x="2908" y="877"/>
                    <a:pt x="3234" y="777"/>
                    <a:pt x="3560" y="727"/>
                  </a:cubicBezTo>
                  <a:lnTo>
                    <a:pt x="3860" y="0"/>
                  </a:lnTo>
                  <a:cubicBezTo>
                    <a:pt x="3986" y="0"/>
                    <a:pt x="4086" y="0"/>
                    <a:pt x="4186" y="0"/>
                  </a:cubicBezTo>
                  <a:cubicBezTo>
                    <a:pt x="4512" y="0"/>
                    <a:pt x="4813" y="25"/>
                    <a:pt x="5114" y="100"/>
                  </a:cubicBezTo>
                  <a:lnTo>
                    <a:pt x="5314" y="852"/>
                  </a:lnTo>
                  <a:cubicBezTo>
                    <a:pt x="5640" y="953"/>
                    <a:pt x="5941" y="1103"/>
                    <a:pt x="6191" y="1278"/>
                  </a:cubicBezTo>
                  <a:lnTo>
                    <a:pt x="6918" y="1003"/>
                  </a:lnTo>
                  <a:cubicBezTo>
                    <a:pt x="7244" y="1278"/>
                    <a:pt x="7520" y="1604"/>
                    <a:pt x="7745" y="1955"/>
                  </a:cubicBezTo>
                  <a:lnTo>
                    <a:pt x="7344" y="2632"/>
                  </a:lnTo>
                  <a:cubicBezTo>
                    <a:pt x="7494" y="2907"/>
                    <a:pt x="7595" y="3233"/>
                    <a:pt x="7670" y="3559"/>
                  </a:cubicBezTo>
                  <a:lnTo>
                    <a:pt x="8372" y="3860"/>
                  </a:lnTo>
                  <a:cubicBezTo>
                    <a:pt x="8372" y="3985"/>
                    <a:pt x="8372" y="4085"/>
                    <a:pt x="8372" y="4186"/>
                  </a:cubicBezTo>
                  <a:close/>
                </a:path>
              </a:pathLst>
            </a:custGeom>
            <a:noFill/>
            <a:ln w="19050" cap="flat" cmpd="sng">
              <a:solidFill>
                <a:schemeClr val="accent2"/>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2"/>
            <p:cNvSpPr/>
            <p:nvPr/>
          </p:nvSpPr>
          <p:spPr>
            <a:xfrm>
              <a:off x="1431850" y="1262550"/>
              <a:ext cx="120325" cy="120325"/>
            </a:xfrm>
            <a:custGeom>
              <a:avLst/>
              <a:gdLst/>
              <a:ahLst/>
              <a:cxnLst/>
              <a:rect l="l" t="t" r="r" b="b"/>
              <a:pathLst>
                <a:path w="4813" h="4813" extrusionOk="0">
                  <a:moveTo>
                    <a:pt x="2406" y="1"/>
                  </a:moveTo>
                  <a:cubicBezTo>
                    <a:pt x="1078" y="1"/>
                    <a:pt x="0" y="1078"/>
                    <a:pt x="0" y="2407"/>
                  </a:cubicBezTo>
                  <a:cubicBezTo>
                    <a:pt x="0" y="3735"/>
                    <a:pt x="1078" y="4813"/>
                    <a:pt x="2406" y="4813"/>
                  </a:cubicBezTo>
                  <a:cubicBezTo>
                    <a:pt x="3735" y="4813"/>
                    <a:pt x="4812" y="3735"/>
                    <a:pt x="4812" y="2407"/>
                  </a:cubicBezTo>
                  <a:cubicBezTo>
                    <a:pt x="4812" y="1078"/>
                    <a:pt x="3735" y="1"/>
                    <a:pt x="24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2"/>
            <p:cNvSpPr/>
            <p:nvPr/>
          </p:nvSpPr>
          <p:spPr>
            <a:xfrm>
              <a:off x="1451275" y="1281975"/>
              <a:ext cx="81475" cy="81475"/>
            </a:xfrm>
            <a:custGeom>
              <a:avLst/>
              <a:gdLst/>
              <a:ahLst/>
              <a:cxnLst/>
              <a:rect l="l" t="t" r="r" b="b"/>
              <a:pathLst>
                <a:path w="3259" h="3259" fill="none" extrusionOk="0">
                  <a:moveTo>
                    <a:pt x="3258" y="1630"/>
                  </a:moveTo>
                  <a:cubicBezTo>
                    <a:pt x="3258" y="2532"/>
                    <a:pt x="2531" y="3259"/>
                    <a:pt x="1629" y="3259"/>
                  </a:cubicBezTo>
                  <a:cubicBezTo>
                    <a:pt x="727" y="3259"/>
                    <a:pt x="0" y="2532"/>
                    <a:pt x="0" y="1630"/>
                  </a:cubicBezTo>
                  <a:cubicBezTo>
                    <a:pt x="0" y="727"/>
                    <a:pt x="727" y="1"/>
                    <a:pt x="1629" y="1"/>
                  </a:cubicBezTo>
                  <a:cubicBezTo>
                    <a:pt x="2531" y="1"/>
                    <a:pt x="3258" y="727"/>
                    <a:pt x="3258" y="1630"/>
                  </a:cubicBezTo>
                  <a:close/>
                </a:path>
              </a:pathLst>
            </a:custGeom>
            <a:solidFill>
              <a:srgbClr val="0F3570"/>
            </a:solidFill>
            <a:ln w="9525" cap="flat" cmpd="sng">
              <a:solidFill>
                <a:schemeClr val="dk2"/>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1"/>
        <p:cNvGrpSpPr/>
        <p:nvPr/>
      </p:nvGrpSpPr>
      <p:grpSpPr>
        <a:xfrm>
          <a:off x="0" y="0"/>
          <a:ext cx="0" cy="0"/>
          <a:chOff x="0" y="0"/>
          <a:chExt cx="0" cy="0"/>
        </a:xfrm>
      </p:grpSpPr>
      <p:grpSp>
        <p:nvGrpSpPr>
          <p:cNvPr id="172" name="Google Shape;172;p3"/>
          <p:cNvGrpSpPr/>
          <p:nvPr/>
        </p:nvGrpSpPr>
        <p:grpSpPr>
          <a:xfrm>
            <a:off x="-3091593" y="-2017662"/>
            <a:ext cx="7908519" cy="3095522"/>
            <a:chOff x="-3091593" y="-1484262"/>
            <a:chExt cx="7908519" cy="3095522"/>
          </a:xfrm>
        </p:grpSpPr>
        <p:grpSp>
          <p:nvGrpSpPr>
            <p:cNvPr id="173" name="Google Shape;173;p3"/>
            <p:cNvGrpSpPr/>
            <p:nvPr/>
          </p:nvGrpSpPr>
          <p:grpSpPr>
            <a:xfrm>
              <a:off x="-3091593" y="-1484262"/>
              <a:ext cx="7884347" cy="3095522"/>
              <a:chOff x="-3091593" y="-1484262"/>
              <a:chExt cx="7884347" cy="3095522"/>
            </a:xfrm>
          </p:grpSpPr>
          <p:sp>
            <p:nvSpPr>
              <p:cNvPr id="174" name="Google Shape;174;p3"/>
              <p:cNvSpPr/>
              <p:nvPr/>
            </p:nvSpPr>
            <p:spPr>
              <a:xfrm rot="10800000">
                <a:off x="-3091593" y="-453301"/>
                <a:ext cx="5466211" cy="1127132"/>
              </a:xfrm>
              <a:custGeom>
                <a:avLst/>
                <a:gdLst/>
                <a:ahLst/>
                <a:cxnLst/>
                <a:rect l="l" t="t" r="r" b="b"/>
                <a:pathLst>
                  <a:path w="206136" h="44419" extrusionOk="0">
                    <a:moveTo>
                      <a:pt x="183" y="0"/>
                    </a:moveTo>
                    <a:cubicBezTo>
                      <a:pt x="91" y="0"/>
                      <a:pt x="0" y="92"/>
                      <a:pt x="0" y="206"/>
                    </a:cubicBezTo>
                    <a:cubicBezTo>
                      <a:pt x="0" y="297"/>
                      <a:pt x="91" y="388"/>
                      <a:pt x="183" y="388"/>
                    </a:cubicBezTo>
                    <a:lnTo>
                      <a:pt x="31887" y="388"/>
                    </a:lnTo>
                    <a:lnTo>
                      <a:pt x="54507" y="23031"/>
                    </a:lnTo>
                    <a:lnTo>
                      <a:pt x="101870" y="23031"/>
                    </a:lnTo>
                    <a:lnTo>
                      <a:pt x="123257" y="44418"/>
                    </a:lnTo>
                    <a:lnTo>
                      <a:pt x="205930" y="44418"/>
                    </a:lnTo>
                    <a:cubicBezTo>
                      <a:pt x="206044" y="44418"/>
                      <a:pt x="206136" y="44327"/>
                      <a:pt x="206136" y="44213"/>
                    </a:cubicBezTo>
                    <a:cubicBezTo>
                      <a:pt x="206136" y="44122"/>
                      <a:pt x="206044" y="44030"/>
                      <a:pt x="205930" y="44030"/>
                    </a:cubicBezTo>
                    <a:lnTo>
                      <a:pt x="123417" y="44030"/>
                    </a:lnTo>
                    <a:lnTo>
                      <a:pt x="102029" y="22643"/>
                    </a:lnTo>
                    <a:lnTo>
                      <a:pt x="54667" y="22643"/>
                    </a:lnTo>
                    <a:lnTo>
                      <a:pt x="3202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3"/>
              <p:cNvSpPr/>
              <p:nvPr/>
            </p:nvSpPr>
            <p:spPr>
              <a:xfrm rot="10800000">
                <a:off x="-2488881" y="58715"/>
                <a:ext cx="6303378" cy="1490426"/>
              </a:xfrm>
              <a:custGeom>
                <a:avLst/>
                <a:gdLst/>
                <a:ahLst/>
                <a:cxnLst/>
                <a:rect l="l" t="t" r="r" b="b"/>
                <a:pathLst>
                  <a:path w="248409" h="58736" extrusionOk="0">
                    <a:moveTo>
                      <a:pt x="248203" y="1"/>
                    </a:moveTo>
                    <a:cubicBezTo>
                      <a:pt x="248151" y="1"/>
                      <a:pt x="248100" y="18"/>
                      <a:pt x="248066" y="52"/>
                    </a:cubicBezTo>
                    <a:lnTo>
                      <a:pt x="196663" y="51455"/>
                    </a:lnTo>
                    <a:lnTo>
                      <a:pt x="175778" y="51455"/>
                    </a:lnTo>
                    <a:lnTo>
                      <a:pt x="155760" y="31460"/>
                    </a:lnTo>
                    <a:lnTo>
                      <a:pt x="121112" y="31460"/>
                    </a:lnTo>
                    <a:lnTo>
                      <a:pt x="94200" y="58371"/>
                    </a:lnTo>
                    <a:lnTo>
                      <a:pt x="183" y="58371"/>
                    </a:lnTo>
                    <a:cubicBezTo>
                      <a:pt x="92" y="58371"/>
                      <a:pt x="0" y="58439"/>
                      <a:pt x="0" y="58553"/>
                    </a:cubicBezTo>
                    <a:cubicBezTo>
                      <a:pt x="0" y="58645"/>
                      <a:pt x="92" y="58736"/>
                      <a:pt x="183" y="58736"/>
                    </a:cubicBezTo>
                    <a:lnTo>
                      <a:pt x="94360" y="58736"/>
                    </a:lnTo>
                    <a:lnTo>
                      <a:pt x="121248" y="31848"/>
                    </a:lnTo>
                    <a:lnTo>
                      <a:pt x="155623" y="31848"/>
                    </a:lnTo>
                    <a:lnTo>
                      <a:pt x="175618" y="51843"/>
                    </a:lnTo>
                    <a:lnTo>
                      <a:pt x="196823" y="51843"/>
                    </a:lnTo>
                    <a:lnTo>
                      <a:pt x="248340" y="326"/>
                    </a:lnTo>
                    <a:cubicBezTo>
                      <a:pt x="248408" y="235"/>
                      <a:pt x="248408" y="121"/>
                      <a:pt x="248340" y="52"/>
                    </a:cubicBezTo>
                    <a:cubicBezTo>
                      <a:pt x="248306" y="18"/>
                      <a:pt x="248254" y="1"/>
                      <a:pt x="2482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3"/>
              <p:cNvSpPr/>
              <p:nvPr/>
            </p:nvSpPr>
            <p:spPr>
              <a:xfrm rot="10800000">
                <a:off x="-2860727" y="-1484262"/>
                <a:ext cx="6393739" cy="1984325"/>
              </a:xfrm>
              <a:custGeom>
                <a:avLst/>
                <a:gdLst/>
                <a:ahLst/>
                <a:cxnLst/>
                <a:rect l="l" t="t" r="r" b="b"/>
                <a:pathLst>
                  <a:path w="251970" h="78200" extrusionOk="0">
                    <a:moveTo>
                      <a:pt x="389" y="0"/>
                    </a:moveTo>
                    <a:cubicBezTo>
                      <a:pt x="160" y="0"/>
                      <a:pt x="1" y="183"/>
                      <a:pt x="1" y="388"/>
                    </a:cubicBezTo>
                    <a:cubicBezTo>
                      <a:pt x="1" y="593"/>
                      <a:pt x="160" y="776"/>
                      <a:pt x="389" y="776"/>
                    </a:cubicBezTo>
                    <a:lnTo>
                      <a:pt x="66217" y="776"/>
                    </a:lnTo>
                    <a:lnTo>
                      <a:pt x="89179" y="23738"/>
                    </a:lnTo>
                    <a:lnTo>
                      <a:pt x="125197" y="23738"/>
                    </a:lnTo>
                    <a:lnTo>
                      <a:pt x="179659" y="78199"/>
                    </a:lnTo>
                    <a:lnTo>
                      <a:pt x="251581" y="78199"/>
                    </a:lnTo>
                    <a:cubicBezTo>
                      <a:pt x="251787" y="78199"/>
                      <a:pt x="251969" y="78040"/>
                      <a:pt x="251969" y="77834"/>
                    </a:cubicBezTo>
                    <a:cubicBezTo>
                      <a:pt x="251969" y="77606"/>
                      <a:pt x="251787" y="77446"/>
                      <a:pt x="251581" y="77446"/>
                    </a:cubicBezTo>
                    <a:lnTo>
                      <a:pt x="179978" y="77446"/>
                    </a:lnTo>
                    <a:lnTo>
                      <a:pt x="125517" y="22962"/>
                    </a:lnTo>
                    <a:lnTo>
                      <a:pt x="89499" y="22962"/>
                    </a:lnTo>
                    <a:lnTo>
                      <a:pt x="665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3"/>
              <p:cNvSpPr/>
              <p:nvPr/>
            </p:nvSpPr>
            <p:spPr>
              <a:xfrm rot="10800000">
                <a:off x="-1953114" y="264887"/>
                <a:ext cx="4762126" cy="1309020"/>
              </a:xfrm>
              <a:custGeom>
                <a:avLst/>
                <a:gdLst/>
                <a:ahLst/>
                <a:cxnLst/>
                <a:rect l="l" t="t" r="r" b="b"/>
                <a:pathLst>
                  <a:path w="187670" h="51587" extrusionOk="0">
                    <a:moveTo>
                      <a:pt x="187453" y="1"/>
                    </a:moveTo>
                    <a:cubicBezTo>
                      <a:pt x="187407" y="1"/>
                      <a:pt x="187362" y="24"/>
                      <a:pt x="187327" y="69"/>
                    </a:cubicBezTo>
                    <a:lnTo>
                      <a:pt x="143594" y="43780"/>
                    </a:lnTo>
                    <a:lnTo>
                      <a:pt x="103992" y="43780"/>
                    </a:lnTo>
                    <a:lnTo>
                      <a:pt x="87444" y="27232"/>
                    </a:lnTo>
                    <a:lnTo>
                      <a:pt x="46838" y="27232"/>
                    </a:lnTo>
                    <a:lnTo>
                      <a:pt x="22871" y="51198"/>
                    </a:lnTo>
                    <a:lnTo>
                      <a:pt x="183" y="51198"/>
                    </a:lnTo>
                    <a:cubicBezTo>
                      <a:pt x="91" y="51198"/>
                      <a:pt x="0" y="51289"/>
                      <a:pt x="0" y="51403"/>
                    </a:cubicBezTo>
                    <a:cubicBezTo>
                      <a:pt x="0" y="51495"/>
                      <a:pt x="91" y="51586"/>
                      <a:pt x="183" y="51586"/>
                    </a:cubicBezTo>
                    <a:lnTo>
                      <a:pt x="23031" y="51586"/>
                    </a:lnTo>
                    <a:lnTo>
                      <a:pt x="46997" y="27620"/>
                    </a:lnTo>
                    <a:lnTo>
                      <a:pt x="87284" y="27620"/>
                    </a:lnTo>
                    <a:lnTo>
                      <a:pt x="103833" y="44168"/>
                    </a:lnTo>
                    <a:lnTo>
                      <a:pt x="143754" y="44168"/>
                    </a:lnTo>
                    <a:lnTo>
                      <a:pt x="187579" y="321"/>
                    </a:lnTo>
                    <a:cubicBezTo>
                      <a:pt x="187670" y="252"/>
                      <a:pt x="187670" y="138"/>
                      <a:pt x="187579" y="69"/>
                    </a:cubicBezTo>
                    <a:cubicBezTo>
                      <a:pt x="187544" y="24"/>
                      <a:pt x="187499" y="1"/>
                      <a:pt x="18745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3"/>
              <p:cNvSpPr/>
              <p:nvPr/>
            </p:nvSpPr>
            <p:spPr>
              <a:xfrm rot="10800000">
                <a:off x="-55114" y="833084"/>
                <a:ext cx="3182685" cy="778175"/>
              </a:xfrm>
              <a:custGeom>
                <a:avLst/>
                <a:gdLst/>
                <a:ahLst/>
                <a:cxnLst/>
                <a:rect l="l" t="t" r="r" b="b"/>
                <a:pathLst>
                  <a:path w="125426" h="30667" extrusionOk="0">
                    <a:moveTo>
                      <a:pt x="125014" y="1"/>
                    </a:moveTo>
                    <a:cubicBezTo>
                      <a:pt x="124917" y="1"/>
                      <a:pt x="124820" y="35"/>
                      <a:pt x="124741" y="103"/>
                    </a:cubicBezTo>
                    <a:lnTo>
                      <a:pt x="111936" y="12931"/>
                    </a:lnTo>
                    <a:lnTo>
                      <a:pt x="47020" y="12931"/>
                    </a:lnTo>
                    <a:lnTo>
                      <a:pt x="30016" y="29913"/>
                    </a:lnTo>
                    <a:lnTo>
                      <a:pt x="388" y="29913"/>
                    </a:lnTo>
                    <a:cubicBezTo>
                      <a:pt x="160" y="29913"/>
                      <a:pt x="0" y="30073"/>
                      <a:pt x="0" y="30301"/>
                    </a:cubicBezTo>
                    <a:cubicBezTo>
                      <a:pt x="0" y="30507"/>
                      <a:pt x="160" y="30666"/>
                      <a:pt x="388" y="30666"/>
                    </a:cubicBezTo>
                    <a:lnTo>
                      <a:pt x="30335" y="30666"/>
                    </a:lnTo>
                    <a:lnTo>
                      <a:pt x="47340" y="13685"/>
                    </a:lnTo>
                    <a:lnTo>
                      <a:pt x="112255" y="13685"/>
                    </a:lnTo>
                    <a:lnTo>
                      <a:pt x="125288" y="651"/>
                    </a:lnTo>
                    <a:cubicBezTo>
                      <a:pt x="125425" y="514"/>
                      <a:pt x="125425" y="263"/>
                      <a:pt x="125288" y="103"/>
                    </a:cubicBezTo>
                    <a:cubicBezTo>
                      <a:pt x="125208" y="35"/>
                      <a:pt x="125111" y="1"/>
                      <a:pt x="1250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3"/>
              <p:cNvSpPr/>
              <p:nvPr/>
            </p:nvSpPr>
            <p:spPr>
              <a:xfrm rot="10800000">
                <a:off x="2654352" y="663960"/>
                <a:ext cx="2054994" cy="401407"/>
              </a:xfrm>
              <a:custGeom>
                <a:avLst/>
                <a:gdLst/>
                <a:ahLst/>
                <a:cxnLst/>
                <a:rect l="l" t="t" r="r" b="b"/>
                <a:pathLst>
                  <a:path w="80985" h="15819" extrusionOk="0">
                    <a:moveTo>
                      <a:pt x="206" y="1"/>
                    </a:moveTo>
                    <a:cubicBezTo>
                      <a:pt x="92" y="1"/>
                      <a:pt x="0" y="92"/>
                      <a:pt x="0" y="183"/>
                    </a:cubicBezTo>
                    <a:cubicBezTo>
                      <a:pt x="0" y="297"/>
                      <a:pt x="92" y="389"/>
                      <a:pt x="206" y="389"/>
                    </a:cubicBezTo>
                    <a:lnTo>
                      <a:pt x="37297" y="389"/>
                    </a:lnTo>
                    <a:lnTo>
                      <a:pt x="52750" y="15818"/>
                    </a:lnTo>
                    <a:lnTo>
                      <a:pt x="80779" y="15818"/>
                    </a:lnTo>
                    <a:cubicBezTo>
                      <a:pt x="80893" y="15818"/>
                      <a:pt x="80985" y="15727"/>
                      <a:pt x="80985" y="15636"/>
                    </a:cubicBezTo>
                    <a:cubicBezTo>
                      <a:pt x="80985" y="15522"/>
                      <a:pt x="80893" y="15430"/>
                      <a:pt x="80779" y="15430"/>
                    </a:cubicBezTo>
                    <a:lnTo>
                      <a:pt x="52909" y="15430"/>
                    </a:lnTo>
                    <a:lnTo>
                      <a:pt x="374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3"/>
              <p:cNvSpPr/>
              <p:nvPr/>
            </p:nvSpPr>
            <p:spPr>
              <a:xfrm rot="10800000">
                <a:off x="3113081" y="264887"/>
                <a:ext cx="1679673" cy="520720"/>
              </a:xfrm>
              <a:custGeom>
                <a:avLst/>
                <a:gdLst/>
                <a:ahLst/>
                <a:cxnLst/>
                <a:rect l="l" t="t" r="r" b="b"/>
                <a:pathLst>
                  <a:path w="66194" h="20521" extrusionOk="0">
                    <a:moveTo>
                      <a:pt x="183" y="0"/>
                    </a:moveTo>
                    <a:cubicBezTo>
                      <a:pt x="92" y="0"/>
                      <a:pt x="1" y="91"/>
                      <a:pt x="1" y="206"/>
                    </a:cubicBezTo>
                    <a:cubicBezTo>
                      <a:pt x="1" y="297"/>
                      <a:pt x="92" y="388"/>
                      <a:pt x="183" y="388"/>
                    </a:cubicBezTo>
                    <a:lnTo>
                      <a:pt x="25245" y="388"/>
                    </a:lnTo>
                    <a:lnTo>
                      <a:pt x="45377" y="20520"/>
                    </a:lnTo>
                    <a:lnTo>
                      <a:pt x="66011" y="20520"/>
                    </a:lnTo>
                    <a:cubicBezTo>
                      <a:pt x="66103" y="20520"/>
                      <a:pt x="66194" y="20429"/>
                      <a:pt x="66194" y="20337"/>
                    </a:cubicBezTo>
                    <a:cubicBezTo>
                      <a:pt x="66194" y="20223"/>
                      <a:pt x="66103" y="20132"/>
                      <a:pt x="66011" y="20132"/>
                    </a:cubicBezTo>
                    <a:lnTo>
                      <a:pt x="45537" y="20132"/>
                    </a:lnTo>
                    <a:lnTo>
                      <a:pt x="25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3"/>
              <p:cNvSpPr/>
              <p:nvPr/>
            </p:nvSpPr>
            <p:spPr>
              <a:xfrm rot="10800000">
                <a:off x="3798841" y="59274"/>
                <a:ext cx="993913" cy="458755"/>
              </a:xfrm>
              <a:custGeom>
                <a:avLst/>
                <a:gdLst/>
                <a:ahLst/>
                <a:cxnLst/>
                <a:rect l="l" t="t" r="r" b="b"/>
                <a:pathLst>
                  <a:path w="39169" h="18079" extrusionOk="0">
                    <a:moveTo>
                      <a:pt x="183" y="0"/>
                    </a:moveTo>
                    <a:cubicBezTo>
                      <a:pt x="92" y="0"/>
                      <a:pt x="1" y="92"/>
                      <a:pt x="1" y="206"/>
                    </a:cubicBezTo>
                    <a:cubicBezTo>
                      <a:pt x="1" y="297"/>
                      <a:pt x="92" y="388"/>
                      <a:pt x="183" y="388"/>
                    </a:cubicBezTo>
                    <a:lnTo>
                      <a:pt x="21182" y="388"/>
                    </a:lnTo>
                    <a:lnTo>
                      <a:pt x="38826" y="18010"/>
                    </a:lnTo>
                    <a:cubicBezTo>
                      <a:pt x="38849" y="18055"/>
                      <a:pt x="38895" y="18078"/>
                      <a:pt x="38940" y="18078"/>
                    </a:cubicBezTo>
                    <a:cubicBezTo>
                      <a:pt x="39009" y="18078"/>
                      <a:pt x="39055" y="18055"/>
                      <a:pt x="39077" y="18010"/>
                    </a:cubicBezTo>
                    <a:cubicBezTo>
                      <a:pt x="39169" y="17941"/>
                      <a:pt x="39169" y="17827"/>
                      <a:pt x="39077" y="17736"/>
                    </a:cubicBezTo>
                    <a:lnTo>
                      <a:pt x="213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3"/>
              <p:cNvSpPr/>
              <p:nvPr/>
            </p:nvSpPr>
            <p:spPr>
              <a:xfrm rot="10800000">
                <a:off x="394353" y="672080"/>
                <a:ext cx="136695" cy="136695"/>
              </a:xfrm>
              <a:custGeom>
                <a:avLst/>
                <a:gdLst/>
                <a:ahLst/>
                <a:cxnLst/>
                <a:rect l="l" t="t" r="r" b="b"/>
                <a:pathLst>
                  <a:path w="5387" h="5387" extrusionOk="0">
                    <a:moveTo>
                      <a:pt x="2694" y="388"/>
                    </a:moveTo>
                    <a:cubicBezTo>
                      <a:pt x="3972" y="388"/>
                      <a:pt x="5022" y="1415"/>
                      <a:pt x="5022" y="2694"/>
                    </a:cubicBezTo>
                    <a:cubicBezTo>
                      <a:pt x="5022" y="3972"/>
                      <a:pt x="3972" y="4999"/>
                      <a:pt x="2694" y="4999"/>
                    </a:cubicBezTo>
                    <a:cubicBezTo>
                      <a:pt x="1415" y="4999"/>
                      <a:pt x="388" y="3972"/>
                      <a:pt x="388" y="2694"/>
                    </a:cubicBezTo>
                    <a:cubicBezTo>
                      <a:pt x="388" y="1415"/>
                      <a:pt x="1415" y="388"/>
                      <a:pt x="2694" y="388"/>
                    </a:cubicBezTo>
                    <a:close/>
                    <a:moveTo>
                      <a:pt x="2694" y="0"/>
                    </a:moveTo>
                    <a:cubicBezTo>
                      <a:pt x="1210" y="0"/>
                      <a:pt x="0" y="1210"/>
                      <a:pt x="0" y="2694"/>
                    </a:cubicBezTo>
                    <a:cubicBezTo>
                      <a:pt x="0" y="4177"/>
                      <a:pt x="1210" y="5387"/>
                      <a:pt x="2694" y="5387"/>
                    </a:cubicBezTo>
                    <a:cubicBezTo>
                      <a:pt x="4177" y="5387"/>
                      <a:pt x="5387" y="4177"/>
                      <a:pt x="5387" y="2694"/>
                    </a:cubicBezTo>
                    <a:cubicBezTo>
                      <a:pt x="5387" y="1210"/>
                      <a:pt x="4177" y="0"/>
                      <a:pt x="269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3"/>
              <p:cNvSpPr/>
              <p:nvPr/>
            </p:nvSpPr>
            <p:spPr>
              <a:xfrm rot="10800000">
                <a:off x="418079" y="695805"/>
                <a:ext cx="88660" cy="89244"/>
              </a:xfrm>
              <a:custGeom>
                <a:avLst/>
                <a:gdLst/>
                <a:ahLst/>
                <a:cxnLst/>
                <a:rect l="l" t="t" r="r" b="b"/>
                <a:pathLst>
                  <a:path w="3494" h="3517" extrusionOk="0">
                    <a:moveTo>
                      <a:pt x="1736" y="1"/>
                    </a:moveTo>
                    <a:cubicBezTo>
                      <a:pt x="777" y="1"/>
                      <a:pt x="1" y="800"/>
                      <a:pt x="1" y="1759"/>
                    </a:cubicBezTo>
                    <a:cubicBezTo>
                      <a:pt x="1" y="2717"/>
                      <a:pt x="777" y="3516"/>
                      <a:pt x="1736" y="3516"/>
                    </a:cubicBezTo>
                    <a:cubicBezTo>
                      <a:pt x="2717" y="3516"/>
                      <a:pt x="3493" y="2717"/>
                      <a:pt x="3493" y="1759"/>
                    </a:cubicBezTo>
                    <a:cubicBezTo>
                      <a:pt x="3493" y="800"/>
                      <a:pt x="2717" y="1"/>
                      <a:pt x="17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3"/>
              <p:cNvSpPr/>
              <p:nvPr/>
            </p:nvSpPr>
            <p:spPr>
              <a:xfrm rot="10800000">
                <a:off x="2364747" y="600243"/>
                <a:ext cx="136721" cy="136721"/>
              </a:xfrm>
              <a:custGeom>
                <a:avLst/>
                <a:gdLst/>
                <a:ahLst/>
                <a:cxnLst/>
                <a:rect l="l" t="t" r="r" b="b"/>
                <a:pathLst>
                  <a:path w="5388" h="5388" extrusionOk="0">
                    <a:moveTo>
                      <a:pt x="2694" y="366"/>
                    </a:moveTo>
                    <a:cubicBezTo>
                      <a:pt x="3972" y="366"/>
                      <a:pt x="4999" y="1416"/>
                      <a:pt x="4999" y="2694"/>
                    </a:cubicBezTo>
                    <a:cubicBezTo>
                      <a:pt x="4999" y="3972"/>
                      <a:pt x="3972" y="4999"/>
                      <a:pt x="2694" y="4999"/>
                    </a:cubicBezTo>
                    <a:cubicBezTo>
                      <a:pt x="1416" y="4999"/>
                      <a:pt x="366" y="3972"/>
                      <a:pt x="366" y="2694"/>
                    </a:cubicBezTo>
                    <a:cubicBezTo>
                      <a:pt x="366" y="1416"/>
                      <a:pt x="1416" y="366"/>
                      <a:pt x="2694" y="366"/>
                    </a:cubicBezTo>
                    <a:close/>
                    <a:moveTo>
                      <a:pt x="2694" y="0"/>
                    </a:moveTo>
                    <a:cubicBezTo>
                      <a:pt x="1210" y="0"/>
                      <a:pt x="0" y="1210"/>
                      <a:pt x="0" y="2694"/>
                    </a:cubicBezTo>
                    <a:cubicBezTo>
                      <a:pt x="0" y="4178"/>
                      <a:pt x="1210" y="5387"/>
                      <a:pt x="2694" y="5387"/>
                    </a:cubicBezTo>
                    <a:cubicBezTo>
                      <a:pt x="4177" y="5387"/>
                      <a:pt x="5387" y="4178"/>
                      <a:pt x="5387" y="2694"/>
                    </a:cubicBezTo>
                    <a:cubicBezTo>
                      <a:pt x="5387" y="1210"/>
                      <a:pt x="4177" y="0"/>
                      <a:pt x="26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3"/>
              <p:cNvSpPr/>
              <p:nvPr/>
            </p:nvSpPr>
            <p:spPr>
              <a:xfrm rot="10800000">
                <a:off x="2389082" y="623994"/>
                <a:ext cx="88635" cy="89219"/>
              </a:xfrm>
              <a:custGeom>
                <a:avLst/>
                <a:gdLst/>
                <a:ahLst/>
                <a:cxnLst/>
                <a:rect l="l" t="t" r="r" b="b"/>
                <a:pathLst>
                  <a:path w="3493" h="3516" extrusionOk="0">
                    <a:moveTo>
                      <a:pt x="1758" y="0"/>
                    </a:moveTo>
                    <a:cubicBezTo>
                      <a:pt x="776" y="0"/>
                      <a:pt x="0" y="776"/>
                      <a:pt x="0" y="1758"/>
                    </a:cubicBezTo>
                    <a:cubicBezTo>
                      <a:pt x="0" y="2717"/>
                      <a:pt x="776" y="3515"/>
                      <a:pt x="1758" y="3515"/>
                    </a:cubicBezTo>
                    <a:cubicBezTo>
                      <a:pt x="2716" y="3515"/>
                      <a:pt x="3493" y="2717"/>
                      <a:pt x="3493" y="1758"/>
                    </a:cubicBezTo>
                    <a:cubicBezTo>
                      <a:pt x="3493" y="776"/>
                      <a:pt x="2716"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3"/>
              <p:cNvSpPr/>
              <p:nvPr/>
            </p:nvSpPr>
            <p:spPr>
              <a:xfrm rot="10800000">
                <a:off x="3119450" y="794286"/>
                <a:ext cx="96171" cy="96171"/>
              </a:xfrm>
              <a:custGeom>
                <a:avLst/>
                <a:gdLst/>
                <a:ahLst/>
                <a:cxnLst/>
                <a:rect l="l" t="t" r="r" b="b"/>
                <a:pathLst>
                  <a:path w="3790" h="3790" extrusionOk="0">
                    <a:moveTo>
                      <a:pt x="1895" y="366"/>
                    </a:moveTo>
                    <a:cubicBezTo>
                      <a:pt x="2717" y="366"/>
                      <a:pt x="3402" y="1051"/>
                      <a:pt x="3402" y="1895"/>
                    </a:cubicBezTo>
                    <a:cubicBezTo>
                      <a:pt x="3402" y="2717"/>
                      <a:pt x="2717" y="3402"/>
                      <a:pt x="1895" y="3402"/>
                    </a:cubicBezTo>
                    <a:cubicBezTo>
                      <a:pt x="1051" y="3402"/>
                      <a:pt x="366" y="2717"/>
                      <a:pt x="366" y="1895"/>
                    </a:cubicBezTo>
                    <a:cubicBezTo>
                      <a:pt x="366" y="1051"/>
                      <a:pt x="1051" y="366"/>
                      <a:pt x="1895" y="366"/>
                    </a:cubicBezTo>
                    <a:close/>
                    <a:moveTo>
                      <a:pt x="1895" y="1"/>
                    </a:moveTo>
                    <a:cubicBezTo>
                      <a:pt x="845" y="1"/>
                      <a:pt x="1" y="845"/>
                      <a:pt x="1" y="1895"/>
                    </a:cubicBezTo>
                    <a:cubicBezTo>
                      <a:pt x="1" y="2922"/>
                      <a:pt x="845" y="3790"/>
                      <a:pt x="1895" y="3790"/>
                    </a:cubicBezTo>
                    <a:cubicBezTo>
                      <a:pt x="2922" y="3790"/>
                      <a:pt x="3790" y="2922"/>
                      <a:pt x="3790" y="1895"/>
                    </a:cubicBezTo>
                    <a:cubicBezTo>
                      <a:pt x="3790" y="845"/>
                      <a:pt x="2922" y="1"/>
                      <a:pt x="189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3"/>
              <p:cNvSpPr/>
              <p:nvPr/>
            </p:nvSpPr>
            <p:spPr>
              <a:xfrm rot="10800000">
                <a:off x="3137391" y="812226"/>
                <a:ext cx="60849" cy="60849"/>
              </a:xfrm>
              <a:custGeom>
                <a:avLst/>
                <a:gdLst/>
                <a:ahLst/>
                <a:cxnLst/>
                <a:rect l="l" t="t" r="r" b="b"/>
                <a:pathLst>
                  <a:path w="2398" h="2398" extrusionOk="0">
                    <a:moveTo>
                      <a:pt x="1210" y="1"/>
                    </a:moveTo>
                    <a:cubicBezTo>
                      <a:pt x="548" y="1"/>
                      <a:pt x="1" y="548"/>
                      <a:pt x="1" y="1210"/>
                    </a:cubicBezTo>
                    <a:cubicBezTo>
                      <a:pt x="1" y="1872"/>
                      <a:pt x="548" y="2397"/>
                      <a:pt x="1210" y="2397"/>
                    </a:cubicBezTo>
                    <a:cubicBezTo>
                      <a:pt x="1872" y="2397"/>
                      <a:pt x="2397" y="1872"/>
                      <a:pt x="2397" y="1210"/>
                    </a:cubicBezTo>
                    <a:cubicBezTo>
                      <a:pt x="2397" y="548"/>
                      <a:pt x="1872" y="1"/>
                      <a:pt x="12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3"/>
              <p:cNvSpPr/>
              <p:nvPr/>
            </p:nvSpPr>
            <p:spPr>
              <a:xfrm rot="10800000">
                <a:off x="1773992" y="614732"/>
                <a:ext cx="107742" cy="107742"/>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310" y="4246"/>
                      <a:pt x="4246" y="3287"/>
                      <a:pt x="4246" y="2123"/>
                    </a:cubicBezTo>
                    <a:cubicBezTo>
                      <a:pt x="4246" y="936"/>
                      <a:pt x="3310" y="0"/>
                      <a:pt x="212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3"/>
              <p:cNvSpPr/>
              <p:nvPr/>
            </p:nvSpPr>
            <p:spPr>
              <a:xfrm rot="10800000">
                <a:off x="1389967" y="30321"/>
                <a:ext cx="66051" cy="66051"/>
              </a:xfrm>
              <a:custGeom>
                <a:avLst/>
                <a:gdLst/>
                <a:ahLst/>
                <a:cxnLst/>
                <a:rect l="l" t="t" r="r" b="b"/>
                <a:pathLst>
                  <a:path w="2603" h="2603" extrusionOk="0">
                    <a:moveTo>
                      <a:pt x="1301" y="0"/>
                    </a:moveTo>
                    <a:cubicBezTo>
                      <a:pt x="594" y="0"/>
                      <a:pt x="0" y="571"/>
                      <a:pt x="0" y="1301"/>
                    </a:cubicBezTo>
                    <a:cubicBezTo>
                      <a:pt x="0" y="2009"/>
                      <a:pt x="594" y="2602"/>
                      <a:pt x="1301" y="2602"/>
                    </a:cubicBezTo>
                    <a:cubicBezTo>
                      <a:pt x="2009" y="2602"/>
                      <a:pt x="2602" y="2009"/>
                      <a:pt x="2602" y="1301"/>
                    </a:cubicBezTo>
                    <a:cubicBezTo>
                      <a:pt x="2602" y="571"/>
                      <a:pt x="2009" y="0"/>
                      <a:pt x="13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3"/>
              <p:cNvSpPr/>
              <p:nvPr/>
            </p:nvSpPr>
            <p:spPr>
              <a:xfrm rot="10800000">
                <a:off x="1117185" y="222029"/>
                <a:ext cx="145982" cy="146566"/>
              </a:xfrm>
              <a:custGeom>
                <a:avLst/>
                <a:gdLst/>
                <a:ahLst/>
                <a:cxnLst/>
                <a:rect l="l" t="t" r="r" b="b"/>
                <a:pathLst>
                  <a:path w="5753" h="5776" extrusionOk="0">
                    <a:moveTo>
                      <a:pt x="2877" y="388"/>
                    </a:moveTo>
                    <a:cubicBezTo>
                      <a:pt x="4246" y="388"/>
                      <a:pt x="5388" y="1507"/>
                      <a:pt x="5388" y="2899"/>
                    </a:cubicBezTo>
                    <a:cubicBezTo>
                      <a:pt x="5388" y="4269"/>
                      <a:pt x="4246" y="5410"/>
                      <a:pt x="2877" y="5410"/>
                    </a:cubicBezTo>
                    <a:cubicBezTo>
                      <a:pt x="1485" y="5410"/>
                      <a:pt x="366" y="4269"/>
                      <a:pt x="366" y="2899"/>
                    </a:cubicBezTo>
                    <a:cubicBezTo>
                      <a:pt x="366" y="1507"/>
                      <a:pt x="1485" y="388"/>
                      <a:pt x="2877" y="388"/>
                    </a:cubicBezTo>
                    <a:close/>
                    <a:moveTo>
                      <a:pt x="2877" y="0"/>
                    </a:moveTo>
                    <a:cubicBezTo>
                      <a:pt x="1279" y="0"/>
                      <a:pt x="1" y="1301"/>
                      <a:pt x="1" y="2899"/>
                    </a:cubicBezTo>
                    <a:cubicBezTo>
                      <a:pt x="1" y="4497"/>
                      <a:pt x="1279" y="5775"/>
                      <a:pt x="2877" y="5775"/>
                    </a:cubicBezTo>
                    <a:cubicBezTo>
                      <a:pt x="4475" y="5775"/>
                      <a:pt x="5753" y="4497"/>
                      <a:pt x="5753" y="2899"/>
                    </a:cubicBezTo>
                    <a:cubicBezTo>
                      <a:pt x="5753" y="1301"/>
                      <a:pt x="4475" y="0"/>
                      <a:pt x="28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3"/>
              <p:cNvSpPr/>
              <p:nvPr/>
            </p:nvSpPr>
            <p:spPr>
              <a:xfrm rot="10800000">
                <a:off x="1142662" y="248089"/>
                <a:ext cx="95004" cy="94446"/>
              </a:xfrm>
              <a:custGeom>
                <a:avLst/>
                <a:gdLst/>
                <a:ahLst/>
                <a:cxnLst/>
                <a:rect l="l" t="t" r="r" b="b"/>
                <a:pathLst>
                  <a:path w="3744" h="3722" extrusionOk="0">
                    <a:moveTo>
                      <a:pt x="1872" y="0"/>
                    </a:moveTo>
                    <a:cubicBezTo>
                      <a:pt x="845" y="0"/>
                      <a:pt x="0" y="845"/>
                      <a:pt x="0" y="1872"/>
                    </a:cubicBezTo>
                    <a:cubicBezTo>
                      <a:pt x="0" y="2899"/>
                      <a:pt x="845" y="3721"/>
                      <a:pt x="1872" y="3721"/>
                    </a:cubicBezTo>
                    <a:cubicBezTo>
                      <a:pt x="2899" y="3721"/>
                      <a:pt x="3744" y="2899"/>
                      <a:pt x="3744" y="1872"/>
                    </a:cubicBezTo>
                    <a:cubicBezTo>
                      <a:pt x="3744" y="845"/>
                      <a:pt x="2899" y="0"/>
                      <a:pt x="18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3"/>
              <p:cNvSpPr/>
              <p:nvPr/>
            </p:nvSpPr>
            <p:spPr>
              <a:xfrm rot="10800000">
                <a:off x="2750498" y="215660"/>
                <a:ext cx="107742" cy="107768"/>
              </a:xfrm>
              <a:custGeom>
                <a:avLst/>
                <a:gdLst/>
                <a:ahLst/>
                <a:cxnLst/>
                <a:rect l="l" t="t" r="r" b="b"/>
                <a:pathLst>
                  <a:path w="4246" h="4247" extrusionOk="0">
                    <a:moveTo>
                      <a:pt x="2123" y="1"/>
                    </a:moveTo>
                    <a:cubicBezTo>
                      <a:pt x="959" y="1"/>
                      <a:pt x="0" y="937"/>
                      <a:pt x="0" y="2123"/>
                    </a:cubicBezTo>
                    <a:cubicBezTo>
                      <a:pt x="0" y="3288"/>
                      <a:pt x="959" y="4246"/>
                      <a:pt x="2123" y="4246"/>
                    </a:cubicBezTo>
                    <a:cubicBezTo>
                      <a:pt x="3310" y="4246"/>
                      <a:pt x="4246" y="3288"/>
                      <a:pt x="4246" y="2123"/>
                    </a:cubicBezTo>
                    <a:cubicBezTo>
                      <a:pt x="4246" y="937"/>
                      <a:pt x="3310" y="1"/>
                      <a:pt x="21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3"/>
              <p:cNvSpPr/>
              <p:nvPr/>
            </p:nvSpPr>
            <p:spPr>
              <a:xfrm rot="10800000">
                <a:off x="3063828" y="215660"/>
                <a:ext cx="107768" cy="107768"/>
              </a:xfrm>
              <a:custGeom>
                <a:avLst/>
                <a:gdLst/>
                <a:ahLst/>
                <a:cxnLst/>
                <a:rect l="l" t="t" r="r" b="b"/>
                <a:pathLst>
                  <a:path w="4247" h="4247" extrusionOk="0">
                    <a:moveTo>
                      <a:pt x="2123" y="1"/>
                    </a:moveTo>
                    <a:cubicBezTo>
                      <a:pt x="936" y="1"/>
                      <a:pt x="1" y="937"/>
                      <a:pt x="1" y="2123"/>
                    </a:cubicBezTo>
                    <a:cubicBezTo>
                      <a:pt x="1" y="3288"/>
                      <a:pt x="936" y="4246"/>
                      <a:pt x="2123" y="4246"/>
                    </a:cubicBezTo>
                    <a:cubicBezTo>
                      <a:pt x="3287" y="4246"/>
                      <a:pt x="4246" y="3288"/>
                      <a:pt x="4246" y="2123"/>
                    </a:cubicBezTo>
                    <a:cubicBezTo>
                      <a:pt x="4246" y="937"/>
                      <a:pt x="3287"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3"/>
              <p:cNvSpPr/>
              <p:nvPr/>
            </p:nvSpPr>
            <p:spPr>
              <a:xfrm rot="10800000">
                <a:off x="3750755" y="10630"/>
                <a:ext cx="107768" cy="107768"/>
              </a:xfrm>
              <a:custGeom>
                <a:avLst/>
                <a:gdLst/>
                <a:ahLst/>
                <a:cxnLst/>
                <a:rect l="l" t="t" r="r" b="b"/>
                <a:pathLst>
                  <a:path w="4247" h="4247" extrusionOk="0">
                    <a:moveTo>
                      <a:pt x="2123" y="1"/>
                    </a:moveTo>
                    <a:cubicBezTo>
                      <a:pt x="959" y="1"/>
                      <a:pt x="1" y="960"/>
                      <a:pt x="1" y="2124"/>
                    </a:cubicBezTo>
                    <a:cubicBezTo>
                      <a:pt x="1" y="3311"/>
                      <a:pt x="959" y="4246"/>
                      <a:pt x="2123" y="4246"/>
                    </a:cubicBezTo>
                    <a:cubicBezTo>
                      <a:pt x="3310" y="4246"/>
                      <a:pt x="4246" y="3311"/>
                      <a:pt x="4246" y="2124"/>
                    </a:cubicBezTo>
                    <a:cubicBezTo>
                      <a:pt x="4246" y="960"/>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3"/>
              <p:cNvSpPr/>
              <p:nvPr/>
            </p:nvSpPr>
            <p:spPr>
              <a:xfrm rot="10800000">
                <a:off x="4206008" y="458930"/>
                <a:ext cx="107742" cy="107742"/>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287" y="4246"/>
                      <a:pt x="4246" y="3287"/>
                      <a:pt x="4246" y="2123"/>
                    </a:cubicBezTo>
                    <a:cubicBezTo>
                      <a:pt x="4246" y="936"/>
                      <a:pt x="3287"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3"/>
              <p:cNvSpPr/>
              <p:nvPr/>
            </p:nvSpPr>
            <p:spPr>
              <a:xfrm rot="10800000">
                <a:off x="1527829" y="631531"/>
                <a:ext cx="73588" cy="74146"/>
              </a:xfrm>
              <a:custGeom>
                <a:avLst/>
                <a:gdLst/>
                <a:ahLst/>
                <a:cxnLst/>
                <a:rect l="l" t="t" r="r" b="b"/>
                <a:pathLst>
                  <a:path w="2900" h="2922" extrusionOk="0">
                    <a:moveTo>
                      <a:pt x="1462" y="0"/>
                    </a:moveTo>
                    <a:cubicBezTo>
                      <a:pt x="640" y="0"/>
                      <a:pt x="1" y="639"/>
                      <a:pt x="1" y="1461"/>
                    </a:cubicBezTo>
                    <a:cubicBezTo>
                      <a:pt x="1" y="2260"/>
                      <a:pt x="640" y="2922"/>
                      <a:pt x="1462" y="2922"/>
                    </a:cubicBezTo>
                    <a:cubicBezTo>
                      <a:pt x="2261" y="2922"/>
                      <a:pt x="2900" y="2260"/>
                      <a:pt x="2900" y="1461"/>
                    </a:cubicBezTo>
                    <a:cubicBezTo>
                      <a:pt x="2900" y="639"/>
                      <a:pt x="2261"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3"/>
              <p:cNvSpPr/>
              <p:nvPr/>
            </p:nvSpPr>
            <p:spPr>
              <a:xfrm rot="10800000">
                <a:off x="3486068" y="453144"/>
                <a:ext cx="74171" cy="74146"/>
              </a:xfrm>
              <a:custGeom>
                <a:avLst/>
                <a:gdLst/>
                <a:ahLst/>
                <a:cxnLst/>
                <a:rect l="l" t="t" r="r" b="b"/>
                <a:pathLst>
                  <a:path w="2923" h="2922" extrusionOk="0">
                    <a:moveTo>
                      <a:pt x="1462" y="0"/>
                    </a:moveTo>
                    <a:cubicBezTo>
                      <a:pt x="640" y="0"/>
                      <a:pt x="1" y="662"/>
                      <a:pt x="1" y="1461"/>
                    </a:cubicBezTo>
                    <a:cubicBezTo>
                      <a:pt x="1" y="2260"/>
                      <a:pt x="640" y="2922"/>
                      <a:pt x="1462" y="2922"/>
                    </a:cubicBezTo>
                    <a:cubicBezTo>
                      <a:pt x="2260" y="2922"/>
                      <a:pt x="2922" y="2260"/>
                      <a:pt x="2922" y="1461"/>
                    </a:cubicBezTo>
                    <a:cubicBezTo>
                      <a:pt x="2922" y="662"/>
                      <a:pt x="2260"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3"/>
              <p:cNvSpPr/>
              <p:nvPr/>
            </p:nvSpPr>
            <p:spPr>
              <a:xfrm rot="10800000">
                <a:off x="-539320" y="1055496"/>
                <a:ext cx="3040788" cy="9871"/>
              </a:xfrm>
              <a:custGeom>
                <a:avLst/>
                <a:gdLst/>
                <a:ahLst/>
                <a:cxnLst/>
                <a:rect l="l" t="t" r="r" b="b"/>
                <a:pathLst>
                  <a:path w="119834" h="389" extrusionOk="0">
                    <a:moveTo>
                      <a:pt x="183" y="1"/>
                    </a:moveTo>
                    <a:cubicBezTo>
                      <a:pt x="69" y="1"/>
                      <a:pt x="0" y="92"/>
                      <a:pt x="0" y="183"/>
                    </a:cubicBezTo>
                    <a:cubicBezTo>
                      <a:pt x="0" y="297"/>
                      <a:pt x="69" y="389"/>
                      <a:pt x="183" y="389"/>
                    </a:cubicBezTo>
                    <a:lnTo>
                      <a:pt x="119628" y="389"/>
                    </a:lnTo>
                    <a:cubicBezTo>
                      <a:pt x="119742" y="389"/>
                      <a:pt x="119833" y="297"/>
                      <a:pt x="119833" y="183"/>
                    </a:cubicBezTo>
                    <a:cubicBezTo>
                      <a:pt x="119833" y="92"/>
                      <a:pt x="119742" y="1"/>
                      <a:pt x="1196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3"/>
              <p:cNvSpPr/>
              <p:nvPr/>
            </p:nvSpPr>
            <p:spPr>
              <a:xfrm rot="10800000">
                <a:off x="2486953" y="1023650"/>
                <a:ext cx="74171" cy="74146"/>
              </a:xfrm>
              <a:custGeom>
                <a:avLst/>
                <a:gdLst/>
                <a:ahLst/>
                <a:cxnLst/>
                <a:rect l="l" t="t" r="r" b="b"/>
                <a:pathLst>
                  <a:path w="2923" h="2922" extrusionOk="0">
                    <a:moveTo>
                      <a:pt x="1461" y="0"/>
                    </a:moveTo>
                    <a:cubicBezTo>
                      <a:pt x="640" y="0"/>
                      <a:pt x="0" y="662"/>
                      <a:pt x="0" y="1461"/>
                    </a:cubicBezTo>
                    <a:cubicBezTo>
                      <a:pt x="0" y="2283"/>
                      <a:pt x="640" y="2922"/>
                      <a:pt x="1461" y="2922"/>
                    </a:cubicBezTo>
                    <a:cubicBezTo>
                      <a:pt x="2260" y="2922"/>
                      <a:pt x="2922" y="2283"/>
                      <a:pt x="2922" y="1461"/>
                    </a:cubicBezTo>
                    <a:cubicBezTo>
                      <a:pt x="2922" y="662"/>
                      <a:pt x="2260" y="0"/>
                      <a:pt x="14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3"/>
              <p:cNvSpPr/>
              <p:nvPr/>
            </p:nvSpPr>
            <p:spPr>
              <a:xfrm rot="10800000">
                <a:off x="-192368" y="1292955"/>
                <a:ext cx="280927" cy="175519"/>
              </a:xfrm>
              <a:custGeom>
                <a:avLst/>
                <a:gdLst/>
                <a:ahLst/>
                <a:cxnLst/>
                <a:rect l="l" t="t" r="r" b="b"/>
                <a:pathLst>
                  <a:path w="11071" h="6917" extrusionOk="0">
                    <a:moveTo>
                      <a:pt x="6666" y="0"/>
                    </a:moveTo>
                    <a:lnTo>
                      <a:pt x="1" y="6916"/>
                    </a:lnTo>
                    <a:lnTo>
                      <a:pt x="4429"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1" name="Google Shape;201;p3"/>
            <p:cNvSpPr/>
            <p:nvPr/>
          </p:nvSpPr>
          <p:spPr>
            <a:xfrm rot="10800000">
              <a:off x="4766122" y="487397"/>
              <a:ext cx="50803" cy="50803"/>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287" y="4246"/>
                    <a:pt x="4246" y="3287"/>
                    <a:pt x="4246" y="2123"/>
                  </a:cubicBezTo>
                  <a:cubicBezTo>
                    <a:pt x="4246" y="936"/>
                    <a:pt x="3287"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2" name="Google Shape;202;p3"/>
          <p:cNvGrpSpPr/>
          <p:nvPr/>
        </p:nvGrpSpPr>
        <p:grpSpPr>
          <a:xfrm>
            <a:off x="296418" y="4572778"/>
            <a:ext cx="2668622" cy="250644"/>
            <a:chOff x="5926468" y="4708190"/>
            <a:chExt cx="2668622" cy="250644"/>
          </a:xfrm>
        </p:grpSpPr>
        <p:sp>
          <p:nvSpPr>
            <p:cNvPr id="203" name="Google Shape;203;p3"/>
            <p:cNvSpPr/>
            <p:nvPr/>
          </p:nvSpPr>
          <p:spPr>
            <a:xfrm>
              <a:off x="5926468" y="4708190"/>
              <a:ext cx="87242" cy="250644"/>
            </a:xfrm>
            <a:custGeom>
              <a:avLst/>
              <a:gdLst/>
              <a:ahLst/>
              <a:cxnLst/>
              <a:rect l="l" t="t" r="r" b="b"/>
              <a:pathLst>
                <a:path w="803" h="2307" extrusionOk="0">
                  <a:moveTo>
                    <a:pt x="1" y="0"/>
                  </a:moveTo>
                  <a:lnTo>
                    <a:pt x="1" y="2306"/>
                  </a:lnTo>
                  <a:lnTo>
                    <a:pt x="803" y="2306"/>
                  </a:lnTo>
                  <a:lnTo>
                    <a:pt x="80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3"/>
            <p:cNvSpPr/>
            <p:nvPr/>
          </p:nvSpPr>
          <p:spPr>
            <a:xfrm>
              <a:off x="6089868" y="4708190"/>
              <a:ext cx="87242" cy="250644"/>
            </a:xfrm>
            <a:custGeom>
              <a:avLst/>
              <a:gdLst/>
              <a:ahLst/>
              <a:cxnLst/>
              <a:rect l="l" t="t" r="r" b="b"/>
              <a:pathLst>
                <a:path w="803" h="2307" extrusionOk="0">
                  <a:moveTo>
                    <a:pt x="0" y="0"/>
                  </a:moveTo>
                  <a:lnTo>
                    <a:pt x="0" y="2306"/>
                  </a:lnTo>
                  <a:lnTo>
                    <a:pt x="802" y="2306"/>
                  </a:lnTo>
                  <a:lnTo>
                    <a:pt x="80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3"/>
            <p:cNvSpPr/>
            <p:nvPr/>
          </p:nvSpPr>
          <p:spPr>
            <a:xfrm>
              <a:off x="6250552" y="4708190"/>
              <a:ext cx="87242" cy="250644"/>
            </a:xfrm>
            <a:custGeom>
              <a:avLst/>
              <a:gdLst/>
              <a:ahLst/>
              <a:cxnLst/>
              <a:rect l="l" t="t" r="r" b="b"/>
              <a:pathLst>
                <a:path w="803" h="2307" extrusionOk="0">
                  <a:moveTo>
                    <a:pt x="0" y="0"/>
                  </a:moveTo>
                  <a:lnTo>
                    <a:pt x="0" y="2306"/>
                  </a:lnTo>
                  <a:lnTo>
                    <a:pt x="802" y="2306"/>
                  </a:lnTo>
                  <a:lnTo>
                    <a:pt x="80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3"/>
            <p:cNvSpPr/>
            <p:nvPr/>
          </p:nvSpPr>
          <p:spPr>
            <a:xfrm>
              <a:off x="6411128" y="4708190"/>
              <a:ext cx="87242" cy="250644"/>
            </a:xfrm>
            <a:custGeom>
              <a:avLst/>
              <a:gdLst/>
              <a:ahLst/>
              <a:cxnLst/>
              <a:rect l="l" t="t" r="r" b="b"/>
              <a:pathLst>
                <a:path w="803" h="2307" extrusionOk="0">
                  <a:moveTo>
                    <a:pt x="1" y="0"/>
                  </a:moveTo>
                  <a:lnTo>
                    <a:pt x="1" y="2306"/>
                  </a:lnTo>
                  <a:lnTo>
                    <a:pt x="803" y="2306"/>
                  </a:lnTo>
                  <a:lnTo>
                    <a:pt x="80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3"/>
            <p:cNvSpPr/>
            <p:nvPr/>
          </p:nvSpPr>
          <p:spPr>
            <a:xfrm>
              <a:off x="6571813" y="4708190"/>
              <a:ext cx="87242" cy="250644"/>
            </a:xfrm>
            <a:custGeom>
              <a:avLst/>
              <a:gdLst/>
              <a:ahLst/>
              <a:cxnLst/>
              <a:rect l="l" t="t" r="r" b="b"/>
              <a:pathLst>
                <a:path w="803" h="2307" extrusionOk="0">
                  <a:moveTo>
                    <a:pt x="1" y="0"/>
                  </a:moveTo>
                  <a:lnTo>
                    <a:pt x="1" y="2306"/>
                  </a:lnTo>
                  <a:lnTo>
                    <a:pt x="803" y="2306"/>
                  </a:lnTo>
                  <a:lnTo>
                    <a:pt x="80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3"/>
            <p:cNvSpPr/>
            <p:nvPr/>
          </p:nvSpPr>
          <p:spPr>
            <a:xfrm>
              <a:off x="6732497" y="4708190"/>
              <a:ext cx="89958" cy="250644"/>
            </a:xfrm>
            <a:custGeom>
              <a:avLst/>
              <a:gdLst/>
              <a:ahLst/>
              <a:cxnLst/>
              <a:rect l="l" t="t" r="r" b="b"/>
              <a:pathLst>
                <a:path w="828" h="2307" extrusionOk="0">
                  <a:moveTo>
                    <a:pt x="0" y="0"/>
                  </a:moveTo>
                  <a:lnTo>
                    <a:pt x="0" y="2306"/>
                  </a:lnTo>
                  <a:lnTo>
                    <a:pt x="827" y="2306"/>
                  </a:lnTo>
                  <a:lnTo>
                    <a:pt x="82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3"/>
            <p:cNvSpPr/>
            <p:nvPr/>
          </p:nvSpPr>
          <p:spPr>
            <a:xfrm>
              <a:off x="6895789" y="4708190"/>
              <a:ext cx="87242" cy="250644"/>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3"/>
            <p:cNvSpPr/>
            <p:nvPr/>
          </p:nvSpPr>
          <p:spPr>
            <a:xfrm>
              <a:off x="7056473" y="4708190"/>
              <a:ext cx="87242" cy="250644"/>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3"/>
            <p:cNvSpPr/>
            <p:nvPr/>
          </p:nvSpPr>
          <p:spPr>
            <a:xfrm>
              <a:off x="7217158" y="4708190"/>
              <a:ext cx="87242" cy="250644"/>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3"/>
            <p:cNvSpPr/>
            <p:nvPr/>
          </p:nvSpPr>
          <p:spPr>
            <a:xfrm>
              <a:off x="7377842" y="4708190"/>
              <a:ext cx="87242" cy="250644"/>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3"/>
            <p:cNvSpPr/>
            <p:nvPr/>
          </p:nvSpPr>
          <p:spPr>
            <a:xfrm>
              <a:off x="7541134" y="4708190"/>
              <a:ext cx="87242" cy="250644"/>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3"/>
            <p:cNvSpPr/>
            <p:nvPr/>
          </p:nvSpPr>
          <p:spPr>
            <a:xfrm>
              <a:off x="7701818" y="4708190"/>
              <a:ext cx="87242" cy="250644"/>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3"/>
            <p:cNvSpPr/>
            <p:nvPr/>
          </p:nvSpPr>
          <p:spPr>
            <a:xfrm>
              <a:off x="7862503" y="4708190"/>
              <a:ext cx="87242" cy="250644"/>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3"/>
            <p:cNvSpPr/>
            <p:nvPr/>
          </p:nvSpPr>
          <p:spPr>
            <a:xfrm>
              <a:off x="8023078" y="4708190"/>
              <a:ext cx="87242" cy="250644"/>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3"/>
            <p:cNvSpPr/>
            <p:nvPr/>
          </p:nvSpPr>
          <p:spPr>
            <a:xfrm>
              <a:off x="8186479" y="4708190"/>
              <a:ext cx="87242" cy="250644"/>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3"/>
            <p:cNvSpPr/>
            <p:nvPr/>
          </p:nvSpPr>
          <p:spPr>
            <a:xfrm>
              <a:off x="8347163" y="4708190"/>
              <a:ext cx="87242" cy="250644"/>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3"/>
            <p:cNvSpPr/>
            <p:nvPr/>
          </p:nvSpPr>
          <p:spPr>
            <a:xfrm>
              <a:off x="8507848" y="4708190"/>
              <a:ext cx="87242" cy="250644"/>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0" name="Google Shape;220;p3"/>
          <p:cNvSpPr txBox="1">
            <a:spLocks noGrp="1"/>
          </p:cNvSpPr>
          <p:nvPr>
            <p:ph type="title"/>
          </p:nvPr>
        </p:nvSpPr>
        <p:spPr>
          <a:xfrm>
            <a:off x="720000" y="1581275"/>
            <a:ext cx="3509700" cy="633000"/>
          </a:xfrm>
          <a:prstGeom prst="rect">
            <a:avLst/>
          </a:prstGeom>
        </p:spPr>
        <p:txBody>
          <a:bodyPr spcFirstLastPara="1" wrap="square" lIns="0" tIns="0" rIns="0" bIns="0" anchor="ctr" anchorCtr="0">
            <a:noAutofit/>
          </a:bodyPr>
          <a:lstStyle>
            <a:lvl1pPr lvl="0" algn="l">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21" name="Google Shape;221;p3"/>
          <p:cNvSpPr txBox="1">
            <a:spLocks noGrp="1"/>
          </p:cNvSpPr>
          <p:nvPr>
            <p:ph type="subTitle" idx="1"/>
          </p:nvPr>
        </p:nvSpPr>
        <p:spPr>
          <a:xfrm>
            <a:off x="720000" y="2616563"/>
            <a:ext cx="3509700" cy="1389600"/>
          </a:xfrm>
          <a:prstGeom prst="rect">
            <a:avLst/>
          </a:prstGeom>
        </p:spPr>
        <p:txBody>
          <a:bodyPr spcFirstLastPara="1" wrap="square" lIns="0" tIns="0" rIns="0" bIns="0" anchor="ctr" anchorCtr="0">
            <a:noAutofit/>
          </a:bodyPr>
          <a:lstStyle>
            <a:lvl1pPr lvl="0" rtl="0">
              <a:lnSpc>
                <a:spcPct val="100000"/>
              </a:lnSpc>
              <a:spcBef>
                <a:spcPts val="0"/>
              </a:spcBef>
              <a:spcAft>
                <a:spcPts val="0"/>
              </a:spcAft>
              <a:buSzPts val="2100"/>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222" name="Google Shape;222;p3"/>
          <p:cNvSpPr/>
          <p:nvPr/>
        </p:nvSpPr>
        <p:spPr>
          <a:xfrm>
            <a:off x="4410200" y="570713"/>
            <a:ext cx="4659902" cy="4002069"/>
          </a:xfrm>
          <a:custGeom>
            <a:avLst/>
            <a:gdLst/>
            <a:ahLst/>
            <a:cxnLst/>
            <a:rect l="l" t="t" r="r" b="b"/>
            <a:pathLst>
              <a:path w="7244" h="7219" fill="none" extrusionOk="0">
                <a:moveTo>
                  <a:pt x="0" y="0"/>
                </a:moveTo>
                <a:lnTo>
                  <a:pt x="7243" y="0"/>
                </a:lnTo>
                <a:lnTo>
                  <a:pt x="7243" y="7218"/>
                </a:lnTo>
                <a:lnTo>
                  <a:pt x="0" y="7218"/>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23"/>
        <p:cNvGrpSpPr/>
        <p:nvPr/>
      </p:nvGrpSpPr>
      <p:grpSpPr>
        <a:xfrm>
          <a:off x="0" y="0"/>
          <a:ext cx="0" cy="0"/>
          <a:chOff x="0" y="0"/>
          <a:chExt cx="0" cy="0"/>
        </a:xfrm>
      </p:grpSpPr>
      <p:grpSp>
        <p:nvGrpSpPr>
          <p:cNvPr id="224" name="Google Shape;224;p4"/>
          <p:cNvGrpSpPr/>
          <p:nvPr/>
        </p:nvGrpSpPr>
        <p:grpSpPr>
          <a:xfrm>
            <a:off x="-566246" y="-831315"/>
            <a:ext cx="8377976" cy="1614718"/>
            <a:chOff x="-566246" y="-831315"/>
            <a:chExt cx="8377976" cy="1614718"/>
          </a:xfrm>
        </p:grpSpPr>
        <p:sp>
          <p:nvSpPr>
            <p:cNvPr id="225" name="Google Shape;225;p4"/>
            <p:cNvSpPr/>
            <p:nvPr/>
          </p:nvSpPr>
          <p:spPr>
            <a:xfrm rot="10800000">
              <a:off x="-178627" y="-831315"/>
              <a:ext cx="5711267" cy="1569921"/>
            </a:xfrm>
            <a:custGeom>
              <a:avLst/>
              <a:gdLst/>
              <a:ahLst/>
              <a:cxnLst/>
              <a:rect l="l" t="t" r="r" b="b"/>
              <a:pathLst>
                <a:path w="187670" h="51587" extrusionOk="0">
                  <a:moveTo>
                    <a:pt x="187453" y="1"/>
                  </a:moveTo>
                  <a:cubicBezTo>
                    <a:pt x="187407" y="1"/>
                    <a:pt x="187362" y="24"/>
                    <a:pt x="187327" y="69"/>
                  </a:cubicBezTo>
                  <a:lnTo>
                    <a:pt x="143594" y="43780"/>
                  </a:lnTo>
                  <a:lnTo>
                    <a:pt x="103992" y="43780"/>
                  </a:lnTo>
                  <a:lnTo>
                    <a:pt x="87444" y="27232"/>
                  </a:lnTo>
                  <a:lnTo>
                    <a:pt x="46838" y="27232"/>
                  </a:lnTo>
                  <a:lnTo>
                    <a:pt x="22871" y="51198"/>
                  </a:lnTo>
                  <a:lnTo>
                    <a:pt x="183" y="51198"/>
                  </a:lnTo>
                  <a:cubicBezTo>
                    <a:pt x="91" y="51198"/>
                    <a:pt x="0" y="51289"/>
                    <a:pt x="0" y="51403"/>
                  </a:cubicBezTo>
                  <a:cubicBezTo>
                    <a:pt x="0" y="51495"/>
                    <a:pt x="91" y="51586"/>
                    <a:pt x="183" y="51586"/>
                  </a:cubicBezTo>
                  <a:lnTo>
                    <a:pt x="23031" y="51586"/>
                  </a:lnTo>
                  <a:lnTo>
                    <a:pt x="46997" y="27620"/>
                  </a:lnTo>
                  <a:lnTo>
                    <a:pt x="87284" y="27620"/>
                  </a:lnTo>
                  <a:lnTo>
                    <a:pt x="103833" y="44168"/>
                  </a:lnTo>
                  <a:lnTo>
                    <a:pt x="143754" y="44168"/>
                  </a:lnTo>
                  <a:lnTo>
                    <a:pt x="187579" y="321"/>
                  </a:lnTo>
                  <a:cubicBezTo>
                    <a:pt x="187670" y="252"/>
                    <a:pt x="187670" y="138"/>
                    <a:pt x="187579" y="69"/>
                  </a:cubicBezTo>
                  <a:cubicBezTo>
                    <a:pt x="187544" y="24"/>
                    <a:pt x="187499" y="1"/>
                    <a:pt x="18745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4"/>
            <p:cNvSpPr/>
            <p:nvPr/>
          </p:nvSpPr>
          <p:spPr>
            <a:xfrm rot="10800000">
              <a:off x="2097663" y="-149871"/>
              <a:ext cx="3817027" cy="933273"/>
            </a:xfrm>
            <a:custGeom>
              <a:avLst/>
              <a:gdLst/>
              <a:ahLst/>
              <a:cxnLst/>
              <a:rect l="l" t="t" r="r" b="b"/>
              <a:pathLst>
                <a:path w="125426" h="30667" extrusionOk="0">
                  <a:moveTo>
                    <a:pt x="125014" y="1"/>
                  </a:moveTo>
                  <a:cubicBezTo>
                    <a:pt x="124917" y="1"/>
                    <a:pt x="124820" y="35"/>
                    <a:pt x="124741" y="103"/>
                  </a:cubicBezTo>
                  <a:lnTo>
                    <a:pt x="111936" y="12931"/>
                  </a:lnTo>
                  <a:lnTo>
                    <a:pt x="47020" y="12931"/>
                  </a:lnTo>
                  <a:lnTo>
                    <a:pt x="30016" y="29913"/>
                  </a:lnTo>
                  <a:lnTo>
                    <a:pt x="388" y="29913"/>
                  </a:lnTo>
                  <a:cubicBezTo>
                    <a:pt x="160" y="29913"/>
                    <a:pt x="0" y="30073"/>
                    <a:pt x="0" y="30301"/>
                  </a:cubicBezTo>
                  <a:cubicBezTo>
                    <a:pt x="0" y="30507"/>
                    <a:pt x="160" y="30666"/>
                    <a:pt x="388" y="30666"/>
                  </a:cubicBezTo>
                  <a:lnTo>
                    <a:pt x="30335" y="30666"/>
                  </a:lnTo>
                  <a:lnTo>
                    <a:pt x="47340" y="13685"/>
                  </a:lnTo>
                  <a:lnTo>
                    <a:pt x="112255" y="13685"/>
                  </a:lnTo>
                  <a:lnTo>
                    <a:pt x="125288" y="651"/>
                  </a:lnTo>
                  <a:cubicBezTo>
                    <a:pt x="125425" y="514"/>
                    <a:pt x="125425" y="263"/>
                    <a:pt x="125288" y="103"/>
                  </a:cubicBezTo>
                  <a:cubicBezTo>
                    <a:pt x="125208" y="35"/>
                    <a:pt x="125111" y="1"/>
                    <a:pt x="1250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4"/>
            <p:cNvSpPr/>
            <p:nvPr/>
          </p:nvSpPr>
          <p:spPr>
            <a:xfrm rot="10800000">
              <a:off x="5347154" y="-352704"/>
              <a:ext cx="2464576" cy="481412"/>
            </a:xfrm>
            <a:custGeom>
              <a:avLst/>
              <a:gdLst/>
              <a:ahLst/>
              <a:cxnLst/>
              <a:rect l="l" t="t" r="r" b="b"/>
              <a:pathLst>
                <a:path w="80985" h="15819" extrusionOk="0">
                  <a:moveTo>
                    <a:pt x="206" y="1"/>
                  </a:moveTo>
                  <a:cubicBezTo>
                    <a:pt x="92" y="1"/>
                    <a:pt x="0" y="92"/>
                    <a:pt x="0" y="183"/>
                  </a:cubicBezTo>
                  <a:cubicBezTo>
                    <a:pt x="0" y="297"/>
                    <a:pt x="92" y="389"/>
                    <a:pt x="206" y="389"/>
                  </a:cubicBezTo>
                  <a:lnTo>
                    <a:pt x="37297" y="389"/>
                  </a:lnTo>
                  <a:lnTo>
                    <a:pt x="52750" y="15818"/>
                  </a:lnTo>
                  <a:lnTo>
                    <a:pt x="80779" y="15818"/>
                  </a:lnTo>
                  <a:cubicBezTo>
                    <a:pt x="80893" y="15818"/>
                    <a:pt x="80985" y="15727"/>
                    <a:pt x="80985" y="15636"/>
                  </a:cubicBezTo>
                  <a:cubicBezTo>
                    <a:pt x="80985" y="15522"/>
                    <a:pt x="80893" y="15430"/>
                    <a:pt x="80779" y="15430"/>
                  </a:cubicBezTo>
                  <a:lnTo>
                    <a:pt x="52909" y="15430"/>
                  </a:lnTo>
                  <a:lnTo>
                    <a:pt x="374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4"/>
            <p:cNvSpPr/>
            <p:nvPr/>
          </p:nvSpPr>
          <p:spPr>
            <a:xfrm rot="10800000">
              <a:off x="5904951" y="-196402"/>
              <a:ext cx="115339" cy="115339"/>
            </a:xfrm>
            <a:custGeom>
              <a:avLst/>
              <a:gdLst/>
              <a:ahLst/>
              <a:cxnLst/>
              <a:rect l="l" t="t" r="r" b="b"/>
              <a:pathLst>
                <a:path w="3790" h="3790" extrusionOk="0">
                  <a:moveTo>
                    <a:pt x="1895" y="366"/>
                  </a:moveTo>
                  <a:cubicBezTo>
                    <a:pt x="2717" y="366"/>
                    <a:pt x="3402" y="1051"/>
                    <a:pt x="3402" y="1895"/>
                  </a:cubicBezTo>
                  <a:cubicBezTo>
                    <a:pt x="3402" y="2717"/>
                    <a:pt x="2717" y="3402"/>
                    <a:pt x="1895" y="3402"/>
                  </a:cubicBezTo>
                  <a:cubicBezTo>
                    <a:pt x="1051" y="3402"/>
                    <a:pt x="366" y="2717"/>
                    <a:pt x="366" y="1895"/>
                  </a:cubicBezTo>
                  <a:cubicBezTo>
                    <a:pt x="366" y="1051"/>
                    <a:pt x="1051" y="366"/>
                    <a:pt x="1895" y="366"/>
                  </a:cubicBezTo>
                  <a:close/>
                  <a:moveTo>
                    <a:pt x="1895" y="1"/>
                  </a:moveTo>
                  <a:cubicBezTo>
                    <a:pt x="845" y="1"/>
                    <a:pt x="1" y="845"/>
                    <a:pt x="1" y="1895"/>
                  </a:cubicBezTo>
                  <a:cubicBezTo>
                    <a:pt x="1" y="2922"/>
                    <a:pt x="845" y="3790"/>
                    <a:pt x="1895" y="3790"/>
                  </a:cubicBezTo>
                  <a:cubicBezTo>
                    <a:pt x="2922" y="3790"/>
                    <a:pt x="3790" y="2922"/>
                    <a:pt x="3790" y="1895"/>
                  </a:cubicBezTo>
                  <a:cubicBezTo>
                    <a:pt x="3790" y="845"/>
                    <a:pt x="2922" y="1"/>
                    <a:pt x="189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4"/>
            <p:cNvSpPr/>
            <p:nvPr/>
          </p:nvSpPr>
          <p:spPr>
            <a:xfrm rot="10800000">
              <a:off x="5926467" y="-174886"/>
              <a:ext cx="72977" cy="72977"/>
            </a:xfrm>
            <a:custGeom>
              <a:avLst/>
              <a:gdLst/>
              <a:ahLst/>
              <a:cxnLst/>
              <a:rect l="l" t="t" r="r" b="b"/>
              <a:pathLst>
                <a:path w="2398" h="2398" extrusionOk="0">
                  <a:moveTo>
                    <a:pt x="1210" y="1"/>
                  </a:moveTo>
                  <a:cubicBezTo>
                    <a:pt x="548" y="1"/>
                    <a:pt x="1" y="548"/>
                    <a:pt x="1" y="1210"/>
                  </a:cubicBezTo>
                  <a:cubicBezTo>
                    <a:pt x="1" y="1872"/>
                    <a:pt x="548" y="2397"/>
                    <a:pt x="1210" y="2397"/>
                  </a:cubicBezTo>
                  <a:cubicBezTo>
                    <a:pt x="1872" y="2397"/>
                    <a:pt x="2397" y="1872"/>
                    <a:pt x="2397" y="1210"/>
                  </a:cubicBezTo>
                  <a:cubicBezTo>
                    <a:pt x="2397" y="548"/>
                    <a:pt x="1872" y="1"/>
                    <a:pt x="12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4"/>
            <p:cNvSpPr/>
            <p:nvPr/>
          </p:nvSpPr>
          <p:spPr>
            <a:xfrm rot="10800000">
              <a:off x="1516950" y="116870"/>
              <a:ext cx="3646848" cy="11838"/>
            </a:xfrm>
            <a:custGeom>
              <a:avLst/>
              <a:gdLst/>
              <a:ahLst/>
              <a:cxnLst/>
              <a:rect l="l" t="t" r="r" b="b"/>
              <a:pathLst>
                <a:path w="119834" h="389" extrusionOk="0">
                  <a:moveTo>
                    <a:pt x="183" y="1"/>
                  </a:moveTo>
                  <a:cubicBezTo>
                    <a:pt x="69" y="1"/>
                    <a:pt x="0" y="92"/>
                    <a:pt x="0" y="183"/>
                  </a:cubicBezTo>
                  <a:cubicBezTo>
                    <a:pt x="0" y="297"/>
                    <a:pt x="69" y="389"/>
                    <a:pt x="183" y="389"/>
                  </a:cubicBezTo>
                  <a:lnTo>
                    <a:pt x="119628" y="389"/>
                  </a:lnTo>
                  <a:cubicBezTo>
                    <a:pt x="119742" y="389"/>
                    <a:pt x="119833" y="297"/>
                    <a:pt x="119833" y="183"/>
                  </a:cubicBezTo>
                  <a:cubicBezTo>
                    <a:pt x="119833" y="92"/>
                    <a:pt x="119742" y="1"/>
                    <a:pt x="11962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4"/>
            <p:cNvSpPr/>
            <p:nvPr/>
          </p:nvSpPr>
          <p:spPr>
            <a:xfrm rot="10800000">
              <a:off x="5146391" y="78677"/>
              <a:ext cx="88954" cy="88924"/>
            </a:xfrm>
            <a:custGeom>
              <a:avLst/>
              <a:gdLst/>
              <a:ahLst/>
              <a:cxnLst/>
              <a:rect l="l" t="t" r="r" b="b"/>
              <a:pathLst>
                <a:path w="2923" h="2922" extrusionOk="0">
                  <a:moveTo>
                    <a:pt x="1461" y="0"/>
                  </a:moveTo>
                  <a:cubicBezTo>
                    <a:pt x="640" y="0"/>
                    <a:pt x="0" y="662"/>
                    <a:pt x="0" y="1461"/>
                  </a:cubicBezTo>
                  <a:cubicBezTo>
                    <a:pt x="0" y="2283"/>
                    <a:pt x="640" y="2922"/>
                    <a:pt x="1461" y="2922"/>
                  </a:cubicBezTo>
                  <a:cubicBezTo>
                    <a:pt x="2260" y="2922"/>
                    <a:pt x="2922" y="2283"/>
                    <a:pt x="2922" y="1461"/>
                  </a:cubicBezTo>
                  <a:cubicBezTo>
                    <a:pt x="2922" y="662"/>
                    <a:pt x="2260" y="0"/>
                    <a:pt x="14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p:nvPr/>
          </p:nvSpPr>
          <p:spPr>
            <a:xfrm rot="10800000">
              <a:off x="1478757" y="78677"/>
              <a:ext cx="88924" cy="88924"/>
            </a:xfrm>
            <a:custGeom>
              <a:avLst/>
              <a:gdLst/>
              <a:ahLst/>
              <a:cxnLst/>
              <a:rect l="l" t="t" r="r" b="b"/>
              <a:pathLst>
                <a:path w="2922" h="2922" extrusionOk="0">
                  <a:moveTo>
                    <a:pt x="1461" y="0"/>
                  </a:moveTo>
                  <a:cubicBezTo>
                    <a:pt x="662" y="0"/>
                    <a:pt x="0" y="662"/>
                    <a:pt x="0" y="1461"/>
                  </a:cubicBezTo>
                  <a:cubicBezTo>
                    <a:pt x="0" y="2283"/>
                    <a:pt x="662" y="2922"/>
                    <a:pt x="1461" y="2922"/>
                  </a:cubicBezTo>
                  <a:cubicBezTo>
                    <a:pt x="2283" y="2922"/>
                    <a:pt x="2922" y="2283"/>
                    <a:pt x="2922" y="1461"/>
                  </a:cubicBezTo>
                  <a:cubicBezTo>
                    <a:pt x="2922" y="662"/>
                    <a:pt x="2283" y="0"/>
                    <a:pt x="14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4"/>
            <p:cNvSpPr/>
            <p:nvPr/>
          </p:nvSpPr>
          <p:spPr>
            <a:xfrm rot="10800000">
              <a:off x="-398137" y="-606937"/>
              <a:ext cx="1361489" cy="1360302"/>
            </a:xfrm>
            <a:custGeom>
              <a:avLst/>
              <a:gdLst/>
              <a:ahLst/>
              <a:cxnLst/>
              <a:rect l="l" t="t" r="r" b="b"/>
              <a:pathLst>
                <a:path w="44738" h="44699" extrusionOk="0">
                  <a:moveTo>
                    <a:pt x="44532" y="1"/>
                  </a:moveTo>
                  <a:cubicBezTo>
                    <a:pt x="44481" y="1"/>
                    <a:pt x="44430" y="18"/>
                    <a:pt x="44395" y="52"/>
                  </a:cubicBezTo>
                  <a:lnTo>
                    <a:pt x="91" y="44356"/>
                  </a:lnTo>
                  <a:cubicBezTo>
                    <a:pt x="0" y="44447"/>
                    <a:pt x="0" y="44562"/>
                    <a:pt x="91" y="44630"/>
                  </a:cubicBezTo>
                  <a:cubicBezTo>
                    <a:pt x="114" y="44676"/>
                    <a:pt x="160" y="44699"/>
                    <a:pt x="228" y="44699"/>
                  </a:cubicBezTo>
                  <a:cubicBezTo>
                    <a:pt x="274" y="44699"/>
                    <a:pt x="320" y="44676"/>
                    <a:pt x="342" y="44630"/>
                  </a:cubicBezTo>
                  <a:lnTo>
                    <a:pt x="44669" y="326"/>
                  </a:lnTo>
                  <a:cubicBezTo>
                    <a:pt x="44738" y="258"/>
                    <a:pt x="44738" y="121"/>
                    <a:pt x="44669" y="52"/>
                  </a:cubicBezTo>
                  <a:cubicBezTo>
                    <a:pt x="44635" y="18"/>
                    <a:pt x="44584" y="1"/>
                    <a:pt x="4453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p:nvPr/>
          </p:nvSpPr>
          <p:spPr>
            <a:xfrm rot="10800000">
              <a:off x="-566246" y="-681953"/>
              <a:ext cx="1361520" cy="1360272"/>
            </a:xfrm>
            <a:custGeom>
              <a:avLst/>
              <a:gdLst/>
              <a:ahLst/>
              <a:cxnLst/>
              <a:rect l="l" t="t" r="r" b="b"/>
              <a:pathLst>
                <a:path w="44739" h="44698" extrusionOk="0">
                  <a:moveTo>
                    <a:pt x="44522" y="0"/>
                  </a:moveTo>
                  <a:cubicBezTo>
                    <a:pt x="44476" y="0"/>
                    <a:pt x="44430" y="17"/>
                    <a:pt x="44396" y="51"/>
                  </a:cubicBezTo>
                  <a:lnTo>
                    <a:pt x="69" y="44378"/>
                  </a:lnTo>
                  <a:cubicBezTo>
                    <a:pt x="1" y="44447"/>
                    <a:pt x="1" y="44561"/>
                    <a:pt x="69" y="44629"/>
                  </a:cubicBezTo>
                  <a:cubicBezTo>
                    <a:pt x="115" y="44675"/>
                    <a:pt x="161" y="44698"/>
                    <a:pt x="206" y="44698"/>
                  </a:cubicBezTo>
                  <a:cubicBezTo>
                    <a:pt x="252" y="44698"/>
                    <a:pt x="298" y="44675"/>
                    <a:pt x="343" y="44629"/>
                  </a:cubicBezTo>
                  <a:lnTo>
                    <a:pt x="44647" y="325"/>
                  </a:lnTo>
                  <a:cubicBezTo>
                    <a:pt x="44738" y="257"/>
                    <a:pt x="44738" y="120"/>
                    <a:pt x="44647" y="51"/>
                  </a:cubicBezTo>
                  <a:cubicBezTo>
                    <a:pt x="44613" y="17"/>
                    <a:pt x="44567" y="0"/>
                    <a:pt x="445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4"/>
            <p:cNvSpPr/>
            <p:nvPr/>
          </p:nvSpPr>
          <p:spPr>
            <a:xfrm rot="10800000">
              <a:off x="161730" y="401657"/>
              <a:ext cx="336918" cy="210502"/>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4"/>
            <p:cNvSpPr/>
            <p:nvPr/>
          </p:nvSpPr>
          <p:spPr>
            <a:xfrm rot="10800000">
              <a:off x="414563" y="401657"/>
              <a:ext cx="336949" cy="210502"/>
            </a:xfrm>
            <a:custGeom>
              <a:avLst/>
              <a:gdLst/>
              <a:ahLst/>
              <a:cxnLst/>
              <a:rect l="l" t="t" r="r" b="b"/>
              <a:pathLst>
                <a:path w="11072"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4"/>
            <p:cNvSpPr/>
            <p:nvPr/>
          </p:nvSpPr>
          <p:spPr>
            <a:xfrm rot="10800000">
              <a:off x="667426" y="401657"/>
              <a:ext cx="336918" cy="210502"/>
            </a:xfrm>
            <a:custGeom>
              <a:avLst/>
              <a:gdLst/>
              <a:ahLst/>
              <a:cxnLst/>
              <a:rect l="l" t="t" r="r" b="b"/>
              <a:pathLst>
                <a:path w="11071" h="6917" extrusionOk="0">
                  <a:moveTo>
                    <a:pt x="6643"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4"/>
            <p:cNvSpPr/>
            <p:nvPr/>
          </p:nvSpPr>
          <p:spPr>
            <a:xfrm rot="10800000">
              <a:off x="920960" y="401657"/>
              <a:ext cx="336918" cy="210502"/>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4"/>
            <p:cNvSpPr/>
            <p:nvPr/>
          </p:nvSpPr>
          <p:spPr>
            <a:xfrm rot="10800000">
              <a:off x="1173823" y="401657"/>
              <a:ext cx="336918" cy="210502"/>
            </a:xfrm>
            <a:custGeom>
              <a:avLst/>
              <a:gdLst/>
              <a:ahLst/>
              <a:cxnLst/>
              <a:rect l="l" t="t" r="r" b="b"/>
              <a:pathLst>
                <a:path w="11071"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4"/>
            <p:cNvSpPr/>
            <p:nvPr/>
          </p:nvSpPr>
          <p:spPr>
            <a:xfrm rot="10800000">
              <a:off x="1426656" y="401657"/>
              <a:ext cx="336918" cy="210502"/>
            </a:xfrm>
            <a:custGeom>
              <a:avLst/>
              <a:gdLst/>
              <a:ahLst/>
              <a:cxnLst/>
              <a:rect l="l" t="t" r="r" b="b"/>
              <a:pathLst>
                <a:path w="11071" h="6917" extrusionOk="0">
                  <a:moveTo>
                    <a:pt x="6665"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4"/>
            <p:cNvSpPr/>
            <p:nvPr/>
          </p:nvSpPr>
          <p:spPr>
            <a:xfrm rot="10800000">
              <a:off x="1679490" y="401657"/>
              <a:ext cx="336949" cy="210502"/>
            </a:xfrm>
            <a:custGeom>
              <a:avLst/>
              <a:gdLst/>
              <a:ahLst/>
              <a:cxnLst/>
              <a:rect l="l" t="t" r="r" b="b"/>
              <a:pathLst>
                <a:path w="11072" h="6917" extrusionOk="0">
                  <a:moveTo>
                    <a:pt x="6643"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4"/>
            <p:cNvSpPr/>
            <p:nvPr/>
          </p:nvSpPr>
          <p:spPr>
            <a:xfrm rot="10800000">
              <a:off x="1933053" y="401657"/>
              <a:ext cx="336918" cy="210502"/>
            </a:xfrm>
            <a:custGeom>
              <a:avLst/>
              <a:gdLst/>
              <a:ahLst/>
              <a:cxnLst/>
              <a:rect l="l" t="t" r="r" b="b"/>
              <a:pathLst>
                <a:path w="11071" h="6917" extrusionOk="0">
                  <a:moveTo>
                    <a:pt x="6666" y="0"/>
                  </a:moveTo>
                  <a:lnTo>
                    <a:pt x="1" y="6916"/>
                  </a:lnTo>
                  <a:lnTo>
                    <a:pt x="4429"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4"/>
            <p:cNvSpPr/>
            <p:nvPr/>
          </p:nvSpPr>
          <p:spPr>
            <a:xfrm rot="10800000">
              <a:off x="1858707" y="-175586"/>
              <a:ext cx="174378" cy="188986"/>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4"/>
            <p:cNvSpPr/>
            <p:nvPr/>
          </p:nvSpPr>
          <p:spPr>
            <a:xfrm rot="10800000">
              <a:off x="1751736" y="-175586"/>
              <a:ext cx="175078" cy="188986"/>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4"/>
            <p:cNvSpPr/>
            <p:nvPr/>
          </p:nvSpPr>
          <p:spPr>
            <a:xfrm rot="10800000">
              <a:off x="1645466" y="-175586"/>
              <a:ext cx="175078" cy="188986"/>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4"/>
            <p:cNvSpPr/>
            <p:nvPr/>
          </p:nvSpPr>
          <p:spPr>
            <a:xfrm rot="10800000">
              <a:off x="1539196" y="-175586"/>
              <a:ext cx="175078" cy="188986"/>
            </a:xfrm>
            <a:custGeom>
              <a:avLst/>
              <a:gdLst/>
              <a:ahLst/>
              <a:cxnLst/>
              <a:rect l="l" t="t" r="r" b="b"/>
              <a:pathLst>
                <a:path w="5753" h="6210" extrusionOk="0">
                  <a:moveTo>
                    <a:pt x="1" y="1"/>
                  </a:moveTo>
                  <a:lnTo>
                    <a:pt x="3516" y="3265"/>
                  </a:lnTo>
                  <a:lnTo>
                    <a:pt x="366"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4"/>
            <p:cNvSpPr/>
            <p:nvPr/>
          </p:nvSpPr>
          <p:spPr>
            <a:xfrm rot="10800000">
              <a:off x="1432895" y="-175586"/>
              <a:ext cx="175078" cy="188986"/>
            </a:xfrm>
            <a:custGeom>
              <a:avLst/>
              <a:gdLst/>
              <a:ahLst/>
              <a:cxnLst/>
              <a:rect l="l" t="t" r="r" b="b"/>
              <a:pathLst>
                <a:path w="5753" h="6210" extrusionOk="0">
                  <a:moveTo>
                    <a:pt x="0" y="1"/>
                  </a:moveTo>
                  <a:lnTo>
                    <a:pt x="3515"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4"/>
            <p:cNvSpPr/>
            <p:nvPr/>
          </p:nvSpPr>
          <p:spPr>
            <a:xfrm rot="10800000">
              <a:off x="1326625" y="-175586"/>
              <a:ext cx="175078" cy="188986"/>
            </a:xfrm>
            <a:custGeom>
              <a:avLst/>
              <a:gdLst/>
              <a:ahLst/>
              <a:cxnLst/>
              <a:rect l="l" t="t" r="r" b="b"/>
              <a:pathLst>
                <a:path w="5753" h="6210" extrusionOk="0">
                  <a:moveTo>
                    <a:pt x="0" y="1"/>
                  </a:moveTo>
                  <a:lnTo>
                    <a:pt x="3516"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4"/>
            <p:cNvSpPr/>
            <p:nvPr/>
          </p:nvSpPr>
          <p:spPr>
            <a:xfrm rot="10800000">
              <a:off x="1220355" y="-175586"/>
              <a:ext cx="175078" cy="188986"/>
            </a:xfrm>
            <a:custGeom>
              <a:avLst/>
              <a:gdLst/>
              <a:ahLst/>
              <a:cxnLst/>
              <a:rect l="l" t="t" r="r" b="b"/>
              <a:pathLst>
                <a:path w="5753" h="6210" extrusionOk="0">
                  <a:moveTo>
                    <a:pt x="1" y="1"/>
                  </a:moveTo>
                  <a:lnTo>
                    <a:pt x="3516" y="3265"/>
                  </a:lnTo>
                  <a:lnTo>
                    <a:pt x="389"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4"/>
            <p:cNvSpPr/>
            <p:nvPr/>
          </p:nvSpPr>
          <p:spPr>
            <a:xfrm rot="10800000">
              <a:off x="1114084" y="-175586"/>
              <a:ext cx="174378" cy="188986"/>
            </a:xfrm>
            <a:custGeom>
              <a:avLst/>
              <a:gdLst/>
              <a:ahLst/>
              <a:cxnLst/>
              <a:rect l="l" t="t" r="r" b="b"/>
              <a:pathLst>
                <a:path w="5730" h="6210" extrusionOk="0">
                  <a:moveTo>
                    <a:pt x="1" y="1"/>
                  </a:moveTo>
                  <a:lnTo>
                    <a:pt x="3493" y="3265"/>
                  </a:lnTo>
                  <a:lnTo>
                    <a:pt x="366" y="6209"/>
                  </a:lnTo>
                  <a:lnTo>
                    <a:pt x="2603" y="6209"/>
                  </a:lnTo>
                  <a:lnTo>
                    <a:pt x="5730"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4"/>
            <p:cNvSpPr/>
            <p:nvPr/>
          </p:nvSpPr>
          <p:spPr>
            <a:xfrm rot="10800000">
              <a:off x="1007784" y="-175586"/>
              <a:ext cx="174378" cy="188986"/>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4"/>
            <p:cNvSpPr/>
            <p:nvPr/>
          </p:nvSpPr>
          <p:spPr>
            <a:xfrm rot="10800000">
              <a:off x="900813" y="-175586"/>
              <a:ext cx="175078" cy="188986"/>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4"/>
            <p:cNvSpPr/>
            <p:nvPr/>
          </p:nvSpPr>
          <p:spPr>
            <a:xfrm rot="10800000">
              <a:off x="794543" y="-175586"/>
              <a:ext cx="175078" cy="188986"/>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4" name="Google Shape;254;p4"/>
          <p:cNvGrpSpPr/>
          <p:nvPr/>
        </p:nvGrpSpPr>
        <p:grpSpPr>
          <a:xfrm>
            <a:off x="5926468" y="4708190"/>
            <a:ext cx="2668622" cy="250644"/>
            <a:chOff x="5926468" y="4708190"/>
            <a:chExt cx="2668622" cy="250644"/>
          </a:xfrm>
        </p:grpSpPr>
        <p:sp>
          <p:nvSpPr>
            <p:cNvPr id="255" name="Google Shape;255;p4"/>
            <p:cNvSpPr/>
            <p:nvPr/>
          </p:nvSpPr>
          <p:spPr>
            <a:xfrm>
              <a:off x="5926468" y="4708190"/>
              <a:ext cx="87242" cy="250644"/>
            </a:xfrm>
            <a:custGeom>
              <a:avLst/>
              <a:gdLst/>
              <a:ahLst/>
              <a:cxnLst/>
              <a:rect l="l" t="t" r="r" b="b"/>
              <a:pathLst>
                <a:path w="803" h="2307" extrusionOk="0">
                  <a:moveTo>
                    <a:pt x="1" y="0"/>
                  </a:moveTo>
                  <a:lnTo>
                    <a:pt x="1" y="2306"/>
                  </a:lnTo>
                  <a:lnTo>
                    <a:pt x="803" y="2306"/>
                  </a:lnTo>
                  <a:lnTo>
                    <a:pt x="80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4"/>
            <p:cNvSpPr/>
            <p:nvPr/>
          </p:nvSpPr>
          <p:spPr>
            <a:xfrm>
              <a:off x="6089868" y="4708190"/>
              <a:ext cx="87242" cy="250644"/>
            </a:xfrm>
            <a:custGeom>
              <a:avLst/>
              <a:gdLst/>
              <a:ahLst/>
              <a:cxnLst/>
              <a:rect l="l" t="t" r="r" b="b"/>
              <a:pathLst>
                <a:path w="803" h="2307" extrusionOk="0">
                  <a:moveTo>
                    <a:pt x="0" y="0"/>
                  </a:moveTo>
                  <a:lnTo>
                    <a:pt x="0" y="2306"/>
                  </a:lnTo>
                  <a:lnTo>
                    <a:pt x="802" y="2306"/>
                  </a:lnTo>
                  <a:lnTo>
                    <a:pt x="80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4"/>
            <p:cNvSpPr/>
            <p:nvPr/>
          </p:nvSpPr>
          <p:spPr>
            <a:xfrm>
              <a:off x="6250552" y="4708190"/>
              <a:ext cx="87242" cy="250644"/>
            </a:xfrm>
            <a:custGeom>
              <a:avLst/>
              <a:gdLst/>
              <a:ahLst/>
              <a:cxnLst/>
              <a:rect l="l" t="t" r="r" b="b"/>
              <a:pathLst>
                <a:path w="803" h="2307" extrusionOk="0">
                  <a:moveTo>
                    <a:pt x="0" y="0"/>
                  </a:moveTo>
                  <a:lnTo>
                    <a:pt x="0" y="2306"/>
                  </a:lnTo>
                  <a:lnTo>
                    <a:pt x="802" y="2306"/>
                  </a:lnTo>
                  <a:lnTo>
                    <a:pt x="80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4"/>
            <p:cNvSpPr/>
            <p:nvPr/>
          </p:nvSpPr>
          <p:spPr>
            <a:xfrm>
              <a:off x="6411128" y="4708190"/>
              <a:ext cx="87242" cy="250644"/>
            </a:xfrm>
            <a:custGeom>
              <a:avLst/>
              <a:gdLst/>
              <a:ahLst/>
              <a:cxnLst/>
              <a:rect l="l" t="t" r="r" b="b"/>
              <a:pathLst>
                <a:path w="803" h="2307" extrusionOk="0">
                  <a:moveTo>
                    <a:pt x="1" y="0"/>
                  </a:moveTo>
                  <a:lnTo>
                    <a:pt x="1" y="2306"/>
                  </a:lnTo>
                  <a:lnTo>
                    <a:pt x="803" y="2306"/>
                  </a:lnTo>
                  <a:lnTo>
                    <a:pt x="80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4"/>
            <p:cNvSpPr/>
            <p:nvPr/>
          </p:nvSpPr>
          <p:spPr>
            <a:xfrm>
              <a:off x="6571813" y="4708190"/>
              <a:ext cx="87242" cy="250644"/>
            </a:xfrm>
            <a:custGeom>
              <a:avLst/>
              <a:gdLst/>
              <a:ahLst/>
              <a:cxnLst/>
              <a:rect l="l" t="t" r="r" b="b"/>
              <a:pathLst>
                <a:path w="803" h="2307" extrusionOk="0">
                  <a:moveTo>
                    <a:pt x="1" y="0"/>
                  </a:moveTo>
                  <a:lnTo>
                    <a:pt x="1" y="2306"/>
                  </a:lnTo>
                  <a:lnTo>
                    <a:pt x="803" y="2306"/>
                  </a:lnTo>
                  <a:lnTo>
                    <a:pt x="80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4"/>
            <p:cNvSpPr/>
            <p:nvPr/>
          </p:nvSpPr>
          <p:spPr>
            <a:xfrm>
              <a:off x="6732497" y="4708190"/>
              <a:ext cx="89958" cy="250644"/>
            </a:xfrm>
            <a:custGeom>
              <a:avLst/>
              <a:gdLst/>
              <a:ahLst/>
              <a:cxnLst/>
              <a:rect l="l" t="t" r="r" b="b"/>
              <a:pathLst>
                <a:path w="828" h="2307" extrusionOk="0">
                  <a:moveTo>
                    <a:pt x="0" y="0"/>
                  </a:moveTo>
                  <a:lnTo>
                    <a:pt x="0" y="2306"/>
                  </a:lnTo>
                  <a:lnTo>
                    <a:pt x="827" y="2306"/>
                  </a:lnTo>
                  <a:lnTo>
                    <a:pt x="82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4"/>
            <p:cNvSpPr/>
            <p:nvPr/>
          </p:nvSpPr>
          <p:spPr>
            <a:xfrm>
              <a:off x="6895789" y="4708190"/>
              <a:ext cx="87242" cy="250644"/>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4"/>
            <p:cNvSpPr/>
            <p:nvPr/>
          </p:nvSpPr>
          <p:spPr>
            <a:xfrm>
              <a:off x="7056473" y="4708190"/>
              <a:ext cx="87242" cy="250644"/>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4"/>
            <p:cNvSpPr/>
            <p:nvPr/>
          </p:nvSpPr>
          <p:spPr>
            <a:xfrm>
              <a:off x="7217158" y="4708190"/>
              <a:ext cx="87242" cy="250644"/>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4"/>
            <p:cNvSpPr/>
            <p:nvPr/>
          </p:nvSpPr>
          <p:spPr>
            <a:xfrm>
              <a:off x="7377842" y="4708190"/>
              <a:ext cx="87242" cy="250644"/>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4"/>
            <p:cNvSpPr/>
            <p:nvPr/>
          </p:nvSpPr>
          <p:spPr>
            <a:xfrm>
              <a:off x="7541134" y="4708190"/>
              <a:ext cx="87242" cy="250644"/>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4"/>
            <p:cNvSpPr/>
            <p:nvPr/>
          </p:nvSpPr>
          <p:spPr>
            <a:xfrm>
              <a:off x="7701818" y="4708190"/>
              <a:ext cx="87242" cy="250644"/>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4"/>
            <p:cNvSpPr/>
            <p:nvPr/>
          </p:nvSpPr>
          <p:spPr>
            <a:xfrm>
              <a:off x="7862503" y="4708190"/>
              <a:ext cx="87242" cy="250644"/>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4"/>
            <p:cNvSpPr/>
            <p:nvPr/>
          </p:nvSpPr>
          <p:spPr>
            <a:xfrm>
              <a:off x="8023078" y="4708190"/>
              <a:ext cx="87242" cy="250644"/>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4"/>
            <p:cNvSpPr/>
            <p:nvPr/>
          </p:nvSpPr>
          <p:spPr>
            <a:xfrm>
              <a:off x="8186479" y="4708190"/>
              <a:ext cx="87242" cy="250644"/>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4"/>
            <p:cNvSpPr/>
            <p:nvPr/>
          </p:nvSpPr>
          <p:spPr>
            <a:xfrm>
              <a:off x="8347163" y="4708190"/>
              <a:ext cx="87242" cy="250644"/>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4"/>
            <p:cNvSpPr/>
            <p:nvPr/>
          </p:nvSpPr>
          <p:spPr>
            <a:xfrm>
              <a:off x="8507848" y="4708190"/>
              <a:ext cx="87242" cy="250644"/>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2" name="Google Shape;272;p4"/>
          <p:cNvSpPr txBox="1">
            <a:spLocks noGrp="1"/>
          </p:cNvSpPr>
          <p:nvPr>
            <p:ph type="title"/>
          </p:nvPr>
        </p:nvSpPr>
        <p:spPr>
          <a:xfrm>
            <a:off x="720000" y="461875"/>
            <a:ext cx="7704000" cy="488400"/>
          </a:xfrm>
          <a:prstGeom prst="rect">
            <a:avLst/>
          </a:prstGeom>
        </p:spPr>
        <p:txBody>
          <a:bodyPr spcFirstLastPara="1" wrap="square" lIns="0" tIns="0" rIns="0" bIns="0" anchor="t" anchorCtr="0">
            <a:no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3" name="Google Shape;273;p4"/>
          <p:cNvSpPr txBox="1">
            <a:spLocks noGrp="1"/>
          </p:cNvSpPr>
          <p:nvPr>
            <p:ph type="body" idx="1"/>
          </p:nvPr>
        </p:nvSpPr>
        <p:spPr>
          <a:xfrm>
            <a:off x="720000" y="1242425"/>
            <a:ext cx="7704000" cy="3326700"/>
          </a:xfrm>
          <a:prstGeom prst="rect">
            <a:avLst/>
          </a:prstGeom>
        </p:spPr>
        <p:txBody>
          <a:bodyPr spcFirstLastPara="1" wrap="square" lIns="0" tIns="0" rIns="0" bIns="0" anchor="t" anchorCtr="0">
            <a:noAutofit/>
          </a:bodyPr>
          <a:lstStyle>
            <a:lvl1pPr marL="457200" lvl="0" indent="-330200">
              <a:lnSpc>
                <a:spcPct val="100000"/>
              </a:lnSpc>
              <a:spcBef>
                <a:spcPts val="0"/>
              </a:spcBef>
              <a:spcAft>
                <a:spcPts val="0"/>
              </a:spcAft>
              <a:buClr>
                <a:schemeClr val="dk2"/>
              </a:buClr>
              <a:buSzPts val="1600"/>
              <a:buChar char="●"/>
              <a:defRPr sz="1200"/>
            </a:lvl1pPr>
            <a:lvl2pPr marL="914400" lvl="1" indent="-330200">
              <a:spcBef>
                <a:spcPts val="1600"/>
              </a:spcBef>
              <a:spcAft>
                <a:spcPts val="0"/>
              </a:spcAft>
              <a:buSzPts val="1600"/>
              <a:buChar char="○"/>
              <a:defRPr/>
            </a:lvl2pPr>
            <a:lvl3pPr marL="1371600" lvl="2" indent="-330200">
              <a:spcBef>
                <a:spcPts val="1600"/>
              </a:spcBef>
              <a:spcAft>
                <a:spcPts val="0"/>
              </a:spcAft>
              <a:buSzPts val="1600"/>
              <a:buChar char="■"/>
              <a:defRPr/>
            </a:lvl3pPr>
            <a:lvl4pPr marL="1828800" lvl="3" indent="-330200">
              <a:spcBef>
                <a:spcPts val="1600"/>
              </a:spcBef>
              <a:spcAft>
                <a:spcPts val="0"/>
              </a:spcAft>
              <a:buSzPts val="1600"/>
              <a:buChar char="●"/>
              <a:defRPr/>
            </a:lvl4pPr>
            <a:lvl5pPr marL="2286000" lvl="4" indent="-330200">
              <a:spcBef>
                <a:spcPts val="1600"/>
              </a:spcBef>
              <a:spcAft>
                <a:spcPts val="0"/>
              </a:spcAft>
              <a:buSzPts val="1600"/>
              <a:buChar char="○"/>
              <a:defRPr/>
            </a:lvl5pPr>
            <a:lvl6pPr marL="2743200" lvl="5" indent="-330200">
              <a:spcBef>
                <a:spcPts val="1600"/>
              </a:spcBef>
              <a:spcAft>
                <a:spcPts val="0"/>
              </a:spcAft>
              <a:buSzPts val="1600"/>
              <a:buChar char="■"/>
              <a:defRPr/>
            </a:lvl6pPr>
            <a:lvl7pPr marL="3200400" lvl="6" indent="-330200">
              <a:spcBef>
                <a:spcPts val="1600"/>
              </a:spcBef>
              <a:spcAft>
                <a:spcPts val="0"/>
              </a:spcAft>
              <a:buSzPts val="1600"/>
              <a:buChar char="●"/>
              <a:defRPr/>
            </a:lvl7pPr>
            <a:lvl8pPr marL="3657600" lvl="7" indent="-330200">
              <a:spcBef>
                <a:spcPts val="1600"/>
              </a:spcBef>
              <a:spcAft>
                <a:spcPts val="0"/>
              </a:spcAft>
              <a:buSzPts val="1600"/>
              <a:buChar char="○"/>
              <a:defRPr/>
            </a:lvl8pPr>
            <a:lvl9pPr marL="4114800" lvl="8" indent="-330200">
              <a:spcBef>
                <a:spcPts val="1600"/>
              </a:spcBef>
              <a:spcAft>
                <a:spcPts val="1600"/>
              </a:spcAft>
              <a:buSzPts val="16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66"/>
        <p:cNvGrpSpPr/>
        <p:nvPr/>
      </p:nvGrpSpPr>
      <p:grpSpPr>
        <a:xfrm>
          <a:off x="0" y="0"/>
          <a:ext cx="0" cy="0"/>
          <a:chOff x="0" y="0"/>
          <a:chExt cx="0" cy="0"/>
        </a:xfrm>
      </p:grpSpPr>
      <p:grpSp>
        <p:nvGrpSpPr>
          <p:cNvPr id="467" name="Google Shape;467;p7"/>
          <p:cNvGrpSpPr/>
          <p:nvPr/>
        </p:nvGrpSpPr>
        <p:grpSpPr>
          <a:xfrm rot="5400000">
            <a:off x="4458750" y="327550"/>
            <a:ext cx="40525" cy="1103625"/>
            <a:chOff x="4289175" y="3929550"/>
            <a:chExt cx="40525" cy="1103625"/>
          </a:xfrm>
        </p:grpSpPr>
        <p:sp>
          <p:nvSpPr>
            <p:cNvPr id="468" name="Google Shape;468;p7"/>
            <p:cNvSpPr/>
            <p:nvPr/>
          </p:nvSpPr>
          <p:spPr>
            <a:xfrm>
              <a:off x="4309150" y="3948375"/>
              <a:ext cx="25" cy="1084800"/>
            </a:xfrm>
            <a:custGeom>
              <a:avLst/>
              <a:gdLst/>
              <a:ahLst/>
              <a:cxnLst/>
              <a:rect l="l" t="t" r="r" b="b"/>
              <a:pathLst>
                <a:path w="1" h="43392" fill="none" extrusionOk="0">
                  <a:moveTo>
                    <a:pt x="0" y="43391"/>
                  </a:moveTo>
                  <a:lnTo>
                    <a:pt x="0" y="0"/>
                  </a:lnTo>
                </a:path>
              </a:pathLst>
            </a:custGeom>
            <a:solidFill>
              <a:schemeClr val="accent1"/>
            </a:solidFill>
            <a:ln w="19050" cap="flat" cmpd="sng">
              <a:solidFill>
                <a:schemeClr val="accent1"/>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7"/>
            <p:cNvSpPr/>
            <p:nvPr/>
          </p:nvSpPr>
          <p:spPr>
            <a:xfrm>
              <a:off x="4289175" y="3929550"/>
              <a:ext cx="40525" cy="39950"/>
            </a:xfrm>
            <a:custGeom>
              <a:avLst/>
              <a:gdLst/>
              <a:ahLst/>
              <a:cxnLst/>
              <a:rect l="l" t="t" r="r" b="b"/>
              <a:pathLst>
                <a:path w="1621" h="1598" extrusionOk="0">
                  <a:moveTo>
                    <a:pt x="799" y="0"/>
                  </a:moveTo>
                  <a:cubicBezTo>
                    <a:pt x="365" y="0"/>
                    <a:pt x="0" y="342"/>
                    <a:pt x="0" y="799"/>
                  </a:cubicBezTo>
                  <a:cubicBezTo>
                    <a:pt x="0" y="1233"/>
                    <a:pt x="365" y="1598"/>
                    <a:pt x="799" y="1598"/>
                  </a:cubicBezTo>
                  <a:cubicBezTo>
                    <a:pt x="1256" y="1598"/>
                    <a:pt x="1621" y="1233"/>
                    <a:pt x="1621" y="799"/>
                  </a:cubicBezTo>
                  <a:cubicBezTo>
                    <a:pt x="1621" y="342"/>
                    <a:pt x="1256" y="0"/>
                    <a:pt x="799" y="0"/>
                  </a:cubicBezTo>
                  <a:close/>
                </a:path>
              </a:pathLst>
            </a:cu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0" name="Google Shape;470;p7"/>
          <p:cNvSpPr txBox="1">
            <a:spLocks noGrp="1"/>
          </p:cNvSpPr>
          <p:nvPr>
            <p:ph type="title"/>
          </p:nvPr>
        </p:nvSpPr>
        <p:spPr>
          <a:xfrm>
            <a:off x="4914300" y="1600200"/>
            <a:ext cx="3509700" cy="587100"/>
          </a:xfrm>
          <a:prstGeom prst="rect">
            <a:avLst/>
          </a:prstGeom>
        </p:spPr>
        <p:txBody>
          <a:bodyPr spcFirstLastPara="1" wrap="square" lIns="0" tIns="0" rIns="0" bIns="0" anchor="ctr" anchorCtr="0">
            <a:noAutofit/>
          </a:bodyPr>
          <a:lstStyle>
            <a:lvl1pPr lvl="0" algn="r">
              <a:spcBef>
                <a:spcPts val="0"/>
              </a:spcBef>
              <a:spcAft>
                <a:spcPts val="0"/>
              </a:spcAft>
              <a:buSzPts val="2400"/>
              <a:buNone/>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71" name="Google Shape;471;p7"/>
          <p:cNvSpPr txBox="1">
            <a:spLocks noGrp="1"/>
          </p:cNvSpPr>
          <p:nvPr>
            <p:ph type="subTitle" idx="1"/>
          </p:nvPr>
        </p:nvSpPr>
        <p:spPr>
          <a:xfrm>
            <a:off x="4914175" y="2571750"/>
            <a:ext cx="3509700" cy="1493400"/>
          </a:xfrm>
          <a:prstGeom prst="rect">
            <a:avLst/>
          </a:prstGeom>
        </p:spPr>
        <p:txBody>
          <a:bodyPr spcFirstLastPara="1" wrap="square" lIns="0" tIns="0" rIns="0" bIns="0" anchor="ctr" anchorCtr="0">
            <a:noAutofit/>
          </a:bodyPr>
          <a:lstStyle>
            <a:lvl1pPr lvl="0" algn="r" rtl="0">
              <a:lnSpc>
                <a:spcPct val="100000"/>
              </a:lnSpc>
              <a:spcBef>
                <a:spcPts val="0"/>
              </a:spcBef>
              <a:spcAft>
                <a:spcPts val="0"/>
              </a:spcAft>
              <a:buSzPts val="2100"/>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grpSp>
        <p:nvGrpSpPr>
          <p:cNvPr id="472" name="Google Shape;472;p7"/>
          <p:cNvGrpSpPr/>
          <p:nvPr/>
        </p:nvGrpSpPr>
        <p:grpSpPr>
          <a:xfrm>
            <a:off x="1032650" y="1735501"/>
            <a:ext cx="2458221" cy="2138575"/>
            <a:chOff x="1032650" y="1735501"/>
            <a:chExt cx="2458221" cy="2138575"/>
          </a:xfrm>
        </p:grpSpPr>
        <p:sp>
          <p:nvSpPr>
            <p:cNvPr id="473" name="Google Shape;473;p7"/>
            <p:cNvSpPr/>
            <p:nvPr/>
          </p:nvSpPr>
          <p:spPr>
            <a:xfrm>
              <a:off x="1487148" y="1877758"/>
              <a:ext cx="1854040" cy="1854040"/>
            </a:xfrm>
            <a:custGeom>
              <a:avLst/>
              <a:gdLst/>
              <a:ahLst/>
              <a:cxnLst/>
              <a:rect l="l" t="t" r="r" b="b"/>
              <a:pathLst>
                <a:path w="4813" h="4813" fill="none" extrusionOk="0">
                  <a:moveTo>
                    <a:pt x="0" y="0"/>
                  </a:moveTo>
                  <a:lnTo>
                    <a:pt x="4812" y="0"/>
                  </a:lnTo>
                  <a:lnTo>
                    <a:pt x="4812" y="4812"/>
                  </a:lnTo>
                  <a:lnTo>
                    <a:pt x="0" y="4812"/>
                  </a:lnTo>
                  <a:close/>
                </a:path>
              </a:pathLst>
            </a:custGeom>
            <a:noFill/>
            <a:ln w="1905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7"/>
            <p:cNvSpPr/>
            <p:nvPr/>
          </p:nvSpPr>
          <p:spPr>
            <a:xfrm>
              <a:off x="1344890" y="1735501"/>
              <a:ext cx="2145981" cy="2138575"/>
            </a:xfrm>
            <a:custGeom>
              <a:avLst/>
              <a:gdLst/>
              <a:ahLst/>
              <a:cxnLst/>
              <a:rect l="l" t="t" r="r" b="b"/>
              <a:pathLst>
                <a:path w="7244" h="7219" fill="none" extrusionOk="0">
                  <a:moveTo>
                    <a:pt x="0" y="0"/>
                  </a:moveTo>
                  <a:lnTo>
                    <a:pt x="7243" y="0"/>
                  </a:lnTo>
                  <a:lnTo>
                    <a:pt x="7243" y="7218"/>
                  </a:lnTo>
                  <a:lnTo>
                    <a:pt x="0" y="7218"/>
                  </a:lnTo>
                  <a:close/>
                </a:path>
              </a:pathLst>
            </a:custGeom>
            <a:noFill/>
            <a:ln w="1905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7"/>
            <p:cNvSpPr/>
            <p:nvPr/>
          </p:nvSpPr>
          <p:spPr>
            <a:xfrm>
              <a:off x="1114412" y="3017876"/>
              <a:ext cx="230477" cy="296"/>
            </a:xfrm>
            <a:custGeom>
              <a:avLst/>
              <a:gdLst/>
              <a:ahLst/>
              <a:cxnLst/>
              <a:rect l="l" t="t" r="r" b="b"/>
              <a:pathLst>
                <a:path w="778" h="1" fill="none" extrusionOk="0">
                  <a:moveTo>
                    <a:pt x="778" y="1"/>
                  </a:moveTo>
                  <a:lnTo>
                    <a:pt x="1" y="1"/>
                  </a:lnTo>
                </a:path>
              </a:pathLst>
            </a:custGeom>
            <a:noFill/>
            <a:ln w="1905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7"/>
            <p:cNvSpPr/>
            <p:nvPr/>
          </p:nvSpPr>
          <p:spPr>
            <a:xfrm>
              <a:off x="1144037" y="2439021"/>
              <a:ext cx="200852" cy="296"/>
            </a:xfrm>
            <a:custGeom>
              <a:avLst/>
              <a:gdLst/>
              <a:ahLst/>
              <a:cxnLst/>
              <a:rect l="l" t="t" r="r" b="b"/>
              <a:pathLst>
                <a:path w="678" h="1" fill="none" extrusionOk="0">
                  <a:moveTo>
                    <a:pt x="678" y="0"/>
                  </a:moveTo>
                  <a:lnTo>
                    <a:pt x="1" y="0"/>
                  </a:lnTo>
                </a:path>
              </a:pathLst>
            </a:custGeom>
            <a:noFill/>
            <a:ln w="1905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7"/>
            <p:cNvSpPr/>
            <p:nvPr/>
          </p:nvSpPr>
          <p:spPr>
            <a:xfrm>
              <a:off x="1032650" y="2025910"/>
              <a:ext cx="312240" cy="296"/>
            </a:xfrm>
            <a:custGeom>
              <a:avLst/>
              <a:gdLst/>
              <a:ahLst/>
              <a:cxnLst/>
              <a:rect l="l" t="t" r="r" b="b"/>
              <a:pathLst>
                <a:path w="1054" h="1" fill="none" extrusionOk="0">
                  <a:moveTo>
                    <a:pt x="1054" y="1"/>
                  </a:moveTo>
                  <a:lnTo>
                    <a:pt x="1" y="1"/>
                  </a:lnTo>
                </a:path>
              </a:pathLst>
            </a:custGeom>
            <a:noFill/>
            <a:ln w="1905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8" name="Google Shape;478;p7"/>
          <p:cNvGrpSpPr/>
          <p:nvPr/>
        </p:nvGrpSpPr>
        <p:grpSpPr>
          <a:xfrm>
            <a:off x="-1358125" y="2786225"/>
            <a:ext cx="2627875" cy="269025"/>
            <a:chOff x="-1358125" y="2589925"/>
            <a:chExt cx="2627875" cy="269025"/>
          </a:xfrm>
        </p:grpSpPr>
        <p:sp>
          <p:nvSpPr>
            <p:cNvPr id="479" name="Google Shape;479;p7"/>
            <p:cNvSpPr/>
            <p:nvPr/>
          </p:nvSpPr>
          <p:spPr>
            <a:xfrm rot="5400000">
              <a:off x="-242262" y="1512438"/>
              <a:ext cx="112450" cy="2344175"/>
            </a:xfrm>
            <a:custGeom>
              <a:avLst/>
              <a:gdLst/>
              <a:ahLst/>
              <a:cxnLst/>
              <a:rect l="l" t="t" r="r" b="b"/>
              <a:pathLst>
                <a:path w="4498" h="93767" fill="none" extrusionOk="0">
                  <a:moveTo>
                    <a:pt x="4497" y="93766"/>
                  </a:moveTo>
                  <a:lnTo>
                    <a:pt x="4497" y="50855"/>
                  </a:lnTo>
                  <a:lnTo>
                    <a:pt x="1" y="46358"/>
                  </a:lnTo>
                  <a:lnTo>
                    <a:pt x="1" y="0"/>
                  </a:lnTo>
                </a:path>
              </a:pathLst>
            </a:custGeom>
            <a:noFill/>
            <a:ln w="13125" cap="flat" cmpd="sng">
              <a:solidFill>
                <a:schemeClr val="dk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7"/>
            <p:cNvSpPr/>
            <p:nvPr/>
          </p:nvSpPr>
          <p:spPr>
            <a:xfrm rot="5400000">
              <a:off x="949513" y="2537563"/>
              <a:ext cx="192900" cy="374375"/>
            </a:xfrm>
            <a:custGeom>
              <a:avLst/>
              <a:gdLst/>
              <a:ahLst/>
              <a:cxnLst/>
              <a:rect l="l" t="t" r="r" b="b"/>
              <a:pathLst>
                <a:path w="7716" h="14975" fill="none" extrusionOk="0">
                  <a:moveTo>
                    <a:pt x="1" y="14974"/>
                  </a:moveTo>
                  <a:lnTo>
                    <a:pt x="7716" y="7259"/>
                  </a:lnTo>
                  <a:lnTo>
                    <a:pt x="7716" y="1"/>
                  </a:lnTo>
                </a:path>
              </a:pathLst>
            </a:custGeom>
            <a:noFill/>
            <a:ln w="19050" cap="flat" cmpd="sng">
              <a:solidFill>
                <a:schemeClr val="dk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7"/>
            <p:cNvSpPr/>
            <p:nvPr/>
          </p:nvSpPr>
          <p:spPr>
            <a:xfrm rot="5400000">
              <a:off x="1194225" y="2783425"/>
              <a:ext cx="75525" cy="75525"/>
            </a:xfrm>
            <a:custGeom>
              <a:avLst/>
              <a:gdLst/>
              <a:ahLst/>
              <a:cxnLst/>
              <a:rect l="l" t="t" r="r" b="b"/>
              <a:pathLst>
                <a:path w="1599" h="1599" extrusionOk="0">
                  <a:moveTo>
                    <a:pt x="800" y="1"/>
                  </a:moveTo>
                  <a:cubicBezTo>
                    <a:pt x="366" y="1"/>
                    <a:pt x="1" y="366"/>
                    <a:pt x="1" y="799"/>
                  </a:cubicBezTo>
                  <a:cubicBezTo>
                    <a:pt x="1" y="1233"/>
                    <a:pt x="366" y="1598"/>
                    <a:pt x="800" y="1598"/>
                  </a:cubicBezTo>
                  <a:cubicBezTo>
                    <a:pt x="1233" y="1598"/>
                    <a:pt x="1598" y="1233"/>
                    <a:pt x="1598" y="799"/>
                  </a:cubicBezTo>
                  <a:cubicBezTo>
                    <a:pt x="1598" y="366"/>
                    <a:pt x="1233" y="1"/>
                    <a:pt x="8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7"/>
            <p:cNvSpPr/>
            <p:nvPr/>
          </p:nvSpPr>
          <p:spPr>
            <a:xfrm rot="5400000">
              <a:off x="947950" y="2589925"/>
              <a:ext cx="75525" cy="75525"/>
            </a:xfrm>
            <a:custGeom>
              <a:avLst/>
              <a:gdLst/>
              <a:ahLst/>
              <a:cxnLst/>
              <a:rect l="l" t="t" r="r" b="b"/>
              <a:pathLst>
                <a:path w="1599" h="1599" extrusionOk="0">
                  <a:moveTo>
                    <a:pt x="800" y="1"/>
                  </a:moveTo>
                  <a:cubicBezTo>
                    <a:pt x="366" y="1"/>
                    <a:pt x="1" y="366"/>
                    <a:pt x="1" y="799"/>
                  </a:cubicBezTo>
                  <a:cubicBezTo>
                    <a:pt x="1" y="1233"/>
                    <a:pt x="366" y="1598"/>
                    <a:pt x="800" y="1598"/>
                  </a:cubicBezTo>
                  <a:cubicBezTo>
                    <a:pt x="1233" y="1598"/>
                    <a:pt x="1598" y="1233"/>
                    <a:pt x="1598" y="799"/>
                  </a:cubicBezTo>
                  <a:cubicBezTo>
                    <a:pt x="1598" y="366"/>
                    <a:pt x="1233" y="1"/>
                    <a:pt x="8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3" name="Google Shape;483;p7"/>
          <p:cNvGrpSpPr/>
          <p:nvPr/>
        </p:nvGrpSpPr>
        <p:grpSpPr>
          <a:xfrm>
            <a:off x="913631" y="-758409"/>
            <a:ext cx="10779673" cy="2852929"/>
            <a:chOff x="913631" y="-758409"/>
            <a:chExt cx="10779673" cy="2852929"/>
          </a:xfrm>
        </p:grpSpPr>
        <p:sp>
          <p:nvSpPr>
            <p:cNvPr id="484" name="Google Shape;484;p7"/>
            <p:cNvSpPr/>
            <p:nvPr/>
          </p:nvSpPr>
          <p:spPr>
            <a:xfrm>
              <a:off x="6227221" y="-646632"/>
              <a:ext cx="5466083" cy="1127132"/>
            </a:xfrm>
            <a:custGeom>
              <a:avLst/>
              <a:gdLst/>
              <a:ahLst/>
              <a:cxnLst/>
              <a:rect l="l" t="t" r="r" b="b"/>
              <a:pathLst>
                <a:path w="206136" h="44419" extrusionOk="0">
                  <a:moveTo>
                    <a:pt x="183" y="0"/>
                  </a:moveTo>
                  <a:cubicBezTo>
                    <a:pt x="91" y="0"/>
                    <a:pt x="0" y="92"/>
                    <a:pt x="0" y="206"/>
                  </a:cubicBezTo>
                  <a:cubicBezTo>
                    <a:pt x="0" y="297"/>
                    <a:pt x="91" y="388"/>
                    <a:pt x="183" y="388"/>
                  </a:cubicBezTo>
                  <a:lnTo>
                    <a:pt x="31887" y="388"/>
                  </a:lnTo>
                  <a:lnTo>
                    <a:pt x="54507" y="23031"/>
                  </a:lnTo>
                  <a:lnTo>
                    <a:pt x="101870" y="23031"/>
                  </a:lnTo>
                  <a:lnTo>
                    <a:pt x="123257" y="44418"/>
                  </a:lnTo>
                  <a:lnTo>
                    <a:pt x="205930" y="44418"/>
                  </a:lnTo>
                  <a:cubicBezTo>
                    <a:pt x="206044" y="44418"/>
                    <a:pt x="206136" y="44327"/>
                    <a:pt x="206136" y="44213"/>
                  </a:cubicBezTo>
                  <a:cubicBezTo>
                    <a:pt x="206136" y="44122"/>
                    <a:pt x="206044" y="44030"/>
                    <a:pt x="205930" y="44030"/>
                  </a:cubicBezTo>
                  <a:lnTo>
                    <a:pt x="123417" y="44030"/>
                  </a:lnTo>
                  <a:lnTo>
                    <a:pt x="102029" y="22643"/>
                  </a:lnTo>
                  <a:lnTo>
                    <a:pt x="54667" y="22643"/>
                  </a:lnTo>
                  <a:lnTo>
                    <a:pt x="3202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7"/>
            <p:cNvSpPr/>
            <p:nvPr/>
          </p:nvSpPr>
          <p:spPr>
            <a:xfrm>
              <a:off x="5068827" y="-472864"/>
              <a:ext cx="6393739" cy="1984325"/>
            </a:xfrm>
            <a:custGeom>
              <a:avLst/>
              <a:gdLst/>
              <a:ahLst/>
              <a:cxnLst/>
              <a:rect l="l" t="t" r="r" b="b"/>
              <a:pathLst>
                <a:path w="251970" h="78200" extrusionOk="0">
                  <a:moveTo>
                    <a:pt x="389" y="0"/>
                  </a:moveTo>
                  <a:cubicBezTo>
                    <a:pt x="160" y="0"/>
                    <a:pt x="1" y="183"/>
                    <a:pt x="1" y="388"/>
                  </a:cubicBezTo>
                  <a:cubicBezTo>
                    <a:pt x="1" y="593"/>
                    <a:pt x="160" y="776"/>
                    <a:pt x="389" y="776"/>
                  </a:cubicBezTo>
                  <a:lnTo>
                    <a:pt x="66217" y="776"/>
                  </a:lnTo>
                  <a:lnTo>
                    <a:pt x="89179" y="23738"/>
                  </a:lnTo>
                  <a:lnTo>
                    <a:pt x="125197" y="23738"/>
                  </a:lnTo>
                  <a:lnTo>
                    <a:pt x="179659" y="78199"/>
                  </a:lnTo>
                  <a:lnTo>
                    <a:pt x="251581" y="78199"/>
                  </a:lnTo>
                  <a:cubicBezTo>
                    <a:pt x="251787" y="78199"/>
                    <a:pt x="251969" y="78040"/>
                    <a:pt x="251969" y="77834"/>
                  </a:cubicBezTo>
                  <a:cubicBezTo>
                    <a:pt x="251969" y="77606"/>
                    <a:pt x="251787" y="77446"/>
                    <a:pt x="251581" y="77446"/>
                  </a:cubicBezTo>
                  <a:lnTo>
                    <a:pt x="179978" y="77446"/>
                  </a:lnTo>
                  <a:lnTo>
                    <a:pt x="125517" y="22962"/>
                  </a:lnTo>
                  <a:lnTo>
                    <a:pt x="89499" y="22962"/>
                  </a:lnTo>
                  <a:lnTo>
                    <a:pt x="665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7"/>
            <p:cNvSpPr/>
            <p:nvPr/>
          </p:nvSpPr>
          <p:spPr>
            <a:xfrm>
              <a:off x="5440673" y="120784"/>
              <a:ext cx="6252400" cy="1112085"/>
            </a:xfrm>
            <a:custGeom>
              <a:avLst/>
              <a:gdLst/>
              <a:ahLst/>
              <a:cxnLst/>
              <a:rect l="l" t="t" r="r" b="b"/>
              <a:pathLst>
                <a:path w="246400" h="43826" extrusionOk="0">
                  <a:moveTo>
                    <a:pt x="183" y="1"/>
                  </a:moveTo>
                  <a:cubicBezTo>
                    <a:pt x="69" y="1"/>
                    <a:pt x="0" y="92"/>
                    <a:pt x="0" y="206"/>
                  </a:cubicBezTo>
                  <a:cubicBezTo>
                    <a:pt x="0" y="298"/>
                    <a:pt x="69" y="389"/>
                    <a:pt x="183" y="389"/>
                  </a:cubicBezTo>
                  <a:lnTo>
                    <a:pt x="61286" y="389"/>
                  </a:lnTo>
                  <a:lnTo>
                    <a:pt x="104723" y="43825"/>
                  </a:lnTo>
                  <a:lnTo>
                    <a:pt x="165210" y="43825"/>
                  </a:lnTo>
                  <a:lnTo>
                    <a:pt x="207414" y="1599"/>
                  </a:lnTo>
                  <a:lnTo>
                    <a:pt x="246217" y="1599"/>
                  </a:lnTo>
                  <a:cubicBezTo>
                    <a:pt x="246308" y="1599"/>
                    <a:pt x="246400" y="1507"/>
                    <a:pt x="246400" y="1416"/>
                  </a:cubicBezTo>
                  <a:cubicBezTo>
                    <a:pt x="246400" y="1302"/>
                    <a:pt x="246308" y="1233"/>
                    <a:pt x="246217" y="1233"/>
                  </a:cubicBezTo>
                  <a:lnTo>
                    <a:pt x="207254" y="1233"/>
                  </a:lnTo>
                  <a:lnTo>
                    <a:pt x="165050" y="43437"/>
                  </a:lnTo>
                  <a:lnTo>
                    <a:pt x="104883" y="43437"/>
                  </a:lnTo>
                  <a:lnTo>
                    <a:pt x="6144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7"/>
            <p:cNvSpPr/>
            <p:nvPr/>
          </p:nvSpPr>
          <p:spPr>
            <a:xfrm>
              <a:off x="4735806" y="252861"/>
              <a:ext cx="6722117" cy="1533132"/>
            </a:xfrm>
            <a:custGeom>
              <a:avLst/>
              <a:gdLst/>
              <a:ahLst/>
              <a:cxnLst/>
              <a:rect l="l" t="t" r="r" b="b"/>
              <a:pathLst>
                <a:path w="264911" h="60419" extrusionOk="0">
                  <a:moveTo>
                    <a:pt x="183" y="0"/>
                  </a:moveTo>
                  <a:cubicBezTo>
                    <a:pt x="91" y="0"/>
                    <a:pt x="0" y="69"/>
                    <a:pt x="0" y="183"/>
                  </a:cubicBezTo>
                  <a:cubicBezTo>
                    <a:pt x="0" y="297"/>
                    <a:pt x="91" y="365"/>
                    <a:pt x="183" y="365"/>
                  </a:cubicBezTo>
                  <a:lnTo>
                    <a:pt x="57177" y="365"/>
                  </a:lnTo>
                  <a:lnTo>
                    <a:pt x="70941" y="14129"/>
                  </a:lnTo>
                  <a:lnTo>
                    <a:pt x="129214" y="14129"/>
                  </a:lnTo>
                  <a:lnTo>
                    <a:pt x="175504" y="60419"/>
                  </a:lnTo>
                  <a:lnTo>
                    <a:pt x="203419" y="60419"/>
                  </a:lnTo>
                  <a:lnTo>
                    <a:pt x="232316" y="31499"/>
                  </a:lnTo>
                  <a:lnTo>
                    <a:pt x="264705" y="31499"/>
                  </a:lnTo>
                  <a:cubicBezTo>
                    <a:pt x="264819" y="31499"/>
                    <a:pt x="264911" y="31430"/>
                    <a:pt x="264911" y="31316"/>
                  </a:cubicBezTo>
                  <a:cubicBezTo>
                    <a:pt x="264911" y="31225"/>
                    <a:pt x="264819" y="31134"/>
                    <a:pt x="264705" y="31134"/>
                  </a:cubicBezTo>
                  <a:lnTo>
                    <a:pt x="232156" y="31134"/>
                  </a:lnTo>
                  <a:lnTo>
                    <a:pt x="203259" y="60031"/>
                  </a:lnTo>
                  <a:lnTo>
                    <a:pt x="175664" y="60031"/>
                  </a:lnTo>
                  <a:lnTo>
                    <a:pt x="129374" y="13764"/>
                  </a:lnTo>
                  <a:lnTo>
                    <a:pt x="71101" y="13764"/>
                  </a:lnTo>
                  <a:lnTo>
                    <a:pt x="573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7"/>
            <p:cNvSpPr/>
            <p:nvPr/>
          </p:nvSpPr>
          <p:spPr>
            <a:xfrm>
              <a:off x="3886708" y="343196"/>
              <a:ext cx="3461835" cy="538686"/>
            </a:xfrm>
            <a:custGeom>
              <a:avLst/>
              <a:gdLst/>
              <a:ahLst/>
              <a:cxnLst/>
              <a:rect l="l" t="t" r="r" b="b"/>
              <a:pathLst>
                <a:path w="136427" h="21229" extrusionOk="0">
                  <a:moveTo>
                    <a:pt x="20748" y="1"/>
                  </a:moveTo>
                  <a:lnTo>
                    <a:pt x="160" y="20589"/>
                  </a:lnTo>
                  <a:cubicBezTo>
                    <a:pt x="0" y="20726"/>
                    <a:pt x="0" y="20977"/>
                    <a:pt x="160" y="21114"/>
                  </a:cubicBezTo>
                  <a:cubicBezTo>
                    <a:pt x="228" y="21205"/>
                    <a:pt x="342" y="21228"/>
                    <a:pt x="434" y="21228"/>
                  </a:cubicBezTo>
                  <a:cubicBezTo>
                    <a:pt x="525" y="21228"/>
                    <a:pt x="616" y="21205"/>
                    <a:pt x="708" y="21114"/>
                  </a:cubicBezTo>
                  <a:lnTo>
                    <a:pt x="21045" y="777"/>
                  </a:lnTo>
                  <a:lnTo>
                    <a:pt x="85390" y="777"/>
                  </a:lnTo>
                  <a:lnTo>
                    <a:pt x="103307" y="18672"/>
                  </a:lnTo>
                  <a:lnTo>
                    <a:pt x="136039" y="18672"/>
                  </a:lnTo>
                  <a:cubicBezTo>
                    <a:pt x="136267" y="18672"/>
                    <a:pt x="136427" y="18512"/>
                    <a:pt x="136427" y="18307"/>
                  </a:cubicBezTo>
                  <a:cubicBezTo>
                    <a:pt x="136427" y="18078"/>
                    <a:pt x="136267" y="17919"/>
                    <a:pt x="136039" y="17919"/>
                  </a:cubicBezTo>
                  <a:lnTo>
                    <a:pt x="103627" y="17919"/>
                  </a:lnTo>
                  <a:lnTo>
                    <a:pt x="8570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7"/>
            <p:cNvSpPr/>
            <p:nvPr/>
          </p:nvSpPr>
          <p:spPr>
            <a:xfrm>
              <a:off x="3809085" y="-758409"/>
              <a:ext cx="1679673" cy="520720"/>
            </a:xfrm>
            <a:custGeom>
              <a:avLst/>
              <a:gdLst/>
              <a:ahLst/>
              <a:cxnLst/>
              <a:rect l="l" t="t" r="r" b="b"/>
              <a:pathLst>
                <a:path w="66194" h="20521" extrusionOk="0">
                  <a:moveTo>
                    <a:pt x="183" y="0"/>
                  </a:moveTo>
                  <a:cubicBezTo>
                    <a:pt x="92" y="0"/>
                    <a:pt x="1" y="91"/>
                    <a:pt x="1" y="206"/>
                  </a:cubicBezTo>
                  <a:cubicBezTo>
                    <a:pt x="1" y="297"/>
                    <a:pt x="92" y="388"/>
                    <a:pt x="183" y="388"/>
                  </a:cubicBezTo>
                  <a:lnTo>
                    <a:pt x="25245" y="388"/>
                  </a:lnTo>
                  <a:lnTo>
                    <a:pt x="45377" y="20520"/>
                  </a:lnTo>
                  <a:lnTo>
                    <a:pt x="66011" y="20520"/>
                  </a:lnTo>
                  <a:cubicBezTo>
                    <a:pt x="66103" y="20520"/>
                    <a:pt x="66194" y="20429"/>
                    <a:pt x="66194" y="20337"/>
                  </a:cubicBezTo>
                  <a:cubicBezTo>
                    <a:pt x="66194" y="20223"/>
                    <a:pt x="66103" y="20132"/>
                    <a:pt x="66011" y="20132"/>
                  </a:cubicBezTo>
                  <a:lnTo>
                    <a:pt x="45537" y="20132"/>
                  </a:lnTo>
                  <a:lnTo>
                    <a:pt x="25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7"/>
            <p:cNvSpPr/>
            <p:nvPr/>
          </p:nvSpPr>
          <p:spPr>
            <a:xfrm>
              <a:off x="3809085" y="-490830"/>
              <a:ext cx="993913" cy="458755"/>
            </a:xfrm>
            <a:custGeom>
              <a:avLst/>
              <a:gdLst/>
              <a:ahLst/>
              <a:cxnLst/>
              <a:rect l="l" t="t" r="r" b="b"/>
              <a:pathLst>
                <a:path w="39169" h="18079" extrusionOk="0">
                  <a:moveTo>
                    <a:pt x="183" y="0"/>
                  </a:moveTo>
                  <a:cubicBezTo>
                    <a:pt x="92" y="0"/>
                    <a:pt x="1" y="92"/>
                    <a:pt x="1" y="206"/>
                  </a:cubicBezTo>
                  <a:cubicBezTo>
                    <a:pt x="1" y="297"/>
                    <a:pt x="92" y="388"/>
                    <a:pt x="183" y="388"/>
                  </a:cubicBezTo>
                  <a:lnTo>
                    <a:pt x="21182" y="388"/>
                  </a:lnTo>
                  <a:lnTo>
                    <a:pt x="38826" y="18010"/>
                  </a:lnTo>
                  <a:cubicBezTo>
                    <a:pt x="38849" y="18055"/>
                    <a:pt x="38895" y="18078"/>
                    <a:pt x="38940" y="18078"/>
                  </a:cubicBezTo>
                  <a:cubicBezTo>
                    <a:pt x="39009" y="18078"/>
                    <a:pt x="39055" y="18055"/>
                    <a:pt x="39077" y="18010"/>
                  </a:cubicBezTo>
                  <a:cubicBezTo>
                    <a:pt x="39169" y="17941"/>
                    <a:pt x="39169" y="17827"/>
                    <a:pt x="39077" y="17736"/>
                  </a:cubicBezTo>
                  <a:lnTo>
                    <a:pt x="213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7"/>
            <p:cNvSpPr/>
            <p:nvPr/>
          </p:nvSpPr>
          <p:spPr>
            <a:xfrm>
              <a:off x="9826894" y="1712989"/>
              <a:ext cx="136721" cy="136720"/>
            </a:xfrm>
            <a:custGeom>
              <a:avLst/>
              <a:gdLst/>
              <a:ahLst/>
              <a:cxnLst/>
              <a:rect l="l" t="t" r="r" b="b"/>
              <a:pathLst>
                <a:path w="5388" h="5388" extrusionOk="0">
                  <a:moveTo>
                    <a:pt x="2694" y="366"/>
                  </a:moveTo>
                  <a:cubicBezTo>
                    <a:pt x="3972" y="366"/>
                    <a:pt x="5022" y="1416"/>
                    <a:pt x="5022" y="2694"/>
                  </a:cubicBezTo>
                  <a:cubicBezTo>
                    <a:pt x="5022" y="3949"/>
                    <a:pt x="3972" y="4999"/>
                    <a:pt x="2694" y="4999"/>
                  </a:cubicBezTo>
                  <a:cubicBezTo>
                    <a:pt x="1416" y="4999"/>
                    <a:pt x="388" y="3949"/>
                    <a:pt x="388" y="2694"/>
                  </a:cubicBezTo>
                  <a:cubicBezTo>
                    <a:pt x="388" y="1416"/>
                    <a:pt x="1416" y="366"/>
                    <a:pt x="2694" y="366"/>
                  </a:cubicBezTo>
                  <a:close/>
                  <a:moveTo>
                    <a:pt x="2694" y="1"/>
                  </a:moveTo>
                  <a:cubicBezTo>
                    <a:pt x="1210" y="1"/>
                    <a:pt x="0" y="1187"/>
                    <a:pt x="0" y="2694"/>
                  </a:cubicBezTo>
                  <a:cubicBezTo>
                    <a:pt x="0" y="4178"/>
                    <a:pt x="1210" y="5387"/>
                    <a:pt x="2694" y="5387"/>
                  </a:cubicBezTo>
                  <a:cubicBezTo>
                    <a:pt x="4177" y="5387"/>
                    <a:pt x="5387" y="4178"/>
                    <a:pt x="5387" y="2694"/>
                  </a:cubicBezTo>
                  <a:cubicBezTo>
                    <a:pt x="5387" y="1187"/>
                    <a:pt x="4177"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7"/>
            <p:cNvSpPr/>
            <p:nvPr/>
          </p:nvSpPr>
          <p:spPr>
            <a:xfrm>
              <a:off x="9850645" y="1736740"/>
              <a:ext cx="89218" cy="88635"/>
            </a:xfrm>
            <a:custGeom>
              <a:avLst/>
              <a:gdLst/>
              <a:ahLst/>
              <a:cxnLst/>
              <a:rect l="l" t="t" r="r" b="b"/>
              <a:pathLst>
                <a:path w="3516" h="3493" extrusionOk="0">
                  <a:moveTo>
                    <a:pt x="1758" y="0"/>
                  </a:moveTo>
                  <a:cubicBezTo>
                    <a:pt x="799" y="0"/>
                    <a:pt x="0" y="776"/>
                    <a:pt x="0" y="1758"/>
                  </a:cubicBezTo>
                  <a:cubicBezTo>
                    <a:pt x="0" y="2717"/>
                    <a:pt x="799" y="3493"/>
                    <a:pt x="1758" y="3493"/>
                  </a:cubicBezTo>
                  <a:cubicBezTo>
                    <a:pt x="2739" y="3493"/>
                    <a:pt x="3515" y="2717"/>
                    <a:pt x="3515" y="1758"/>
                  </a:cubicBezTo>
                  <a:cubicBezTo>
                    <a:pt x="3515" y="776"/>
                    <a:pt x="2739"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7"/>
            <p:cNvSpPr/>
            <p:nvPr/>
          </p:nvSpPr>
          <p:spPr>
            <a:xfrm>
              <a:off x="8592628" y="81402"/>
              <a:ext cx="89218" cy="89219"/>
            </a:xfrm>
            <a:custGeom>
              <a:avLst/>
              <a:gdLst/>
              <a:ahLst/>
              <a:cxnLst/>
              <a:rect l="l" t="t" r="r" b="b"/>
              <a:pathLst>
                <a:path w="3516" h="3516" extrusionOk="0">
                  <a:moveTo>
                    <a:pt x="1758" y="1"/>
                  </a:moveTo>
                  <a:cubicBezTo>
                    <a:pt x="777" y="1"/>
                    <a:pt x="1" y="777"/>
                    <a:pt x="1" y="1758"/>
                  </a:cubicBezTo>
                  <a:cubicBezTo>
                    <a:pt x="1" y="2717"/>
                    <a:pt x="777" y="3516"/>
                    <a:pt x="1758" y="3516"/>
                  </a:cubicBezTo>
                  <a:cubicBezTo>
                    <a:pt x="2717" y="3516"/>
                    <a:pt x="3516" y="2717"/>
                    <a:pt x="3516" y="1758"/>
                  </a:cubicBezTo>
                  <a:cubicBezTo>
                    <a:pt x="3516" y="777"/>
                    <a:pt x="2717"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7"/>
            <p:cNvSpPr/>
            <p:nvPr/>
          </p:nvSpPr>
          <p:spPr>
            <a:xfrm>
              <a:off x="10934893" y="789187"/>
              <a:ext cx="89218" cy="88635"/>
            </a:xfrm>
            <a:custGeom>
              <a:avLst/>
              <a:gdLst/>
              <a:ahLst/>
              <a:cxnLst/>
              <a:rect l="l" t="t" r="r" b="b"/>
              <a:pathLst>
                <a:path w="3516" h="3493" extrusionOk="0">
                  <a:moveTo>
                    <a:pt x="1758" y="0"/>
                  </a:moveTo>
                  <a:cubicBezTo>
                    <a:pt x="799" y="0"/>
                    <a:pt x="0" y="776"/>
                    <a:pt x="0" y="1735"/>
                  </a:cubicBezTo>
                  <a:cubicBezTo>
                    <a:pt x="0" y="2716"/>
                    <a:pt x="799" y="3493"/>
                    <a:pt x="1758" y="3493"/>
                  </a:cubicBezTo>
                  <a:cubicBezTo>
                    <a:pt x="2739" y="3493"/>
                    <a:pt x="3515" y="2716"/>
                    <a:pt x="3515" y="1735"/>
                  </a:cubicBezTo>
                  <a:cubicBezTo>
                    <a:pt x="3515" y="776"/>
                    <a:pt x="2739"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7"/>
            <p:cNvSpPr/>
            <p:nvPr/>
          </p:nvSpPr>
          <p:spPr>
            <a:xfrm>
              <a:off x="7339839" y="740517"/>
              <a:ext cx="136721" cy="136721"/>
            </a:xfrm>
            <a:custGeom>
              <a:avLst/>
              <a:gdLst/>
              <a:ahLst/>
              <a:cxnLst/>
              <a:rect l="l" t="t" r="r" b="b"/>
              <a:pathLst>
                <a:path w="5388" h="5388" extrusionOk="0">
                  <a:moveTo>
                    <a:pt x="2694" y="389"/>
                  </a:moveTo>
                  <a:cubicBezTo>
                    <a:pt x="3972" y="389"/>
                    <a:pt x="4999" y="1416"/>
                    <a:pt x="4999" y="2694"/>
                  </a:cubicBezTo>
                  <a:cubicBezTo>
                    <a:pt x="4999" y="3973"/>
                    <a:pt x="3972" y="5000"/>
                    <a:pt x="2694" y="5000"/>
                  </a:cubicBezTo>
                  <a:cubicBezTo>
                    <a:pt x="1416" y="5000"/>
                    <a:pt x="389" y="3973"/>
                    <a:pt x="389" y="2694"/>
                  </a:cubicBezTo>
                  <a:cubicBezTo>
                    <a:pt x="389" y="1416"/>
                    <a:pt x="1416" y="389"/>
                    <a:pt x="2694" y="389"/>
                  </a:cubicBezTo>
                  <a:close/>
                  <a:moveTo>
                    <a:pt x="2694" y="1"/>
                  </a:moveTo>
                  <a:cubicBezTo>
                    <a:pt x="1210" y="1"/>
                    <a:pt x="1" y="1211"/>
                    <a:pt x="1" y="2694"/>
                  </a:cubicBezTo>
                  <a:cubicBezTo>
                    <a:pt x="1" y="4178"/>
                    <a:pt x="1210" y="5388"/>
                    <a:pt x="2694" y="5388"/>
                  </a:cubicBezTo>
                  <a:cubicBezTo>
                    <a:pt x="4178" y="5388"/>
                    <a:pt x="5387" y="4178"/>
                    <a:pt x="5387" y="2694"/>
                  </a:cubicBezTo>
                  <a:cubicBezTo>
                    <a:pt x="5387" y="1211"/>
                    <a:pt x="4178" y="1"/>
                    <a:pt x="269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7"/>
            <p:cNvSpPr/>
            <p:nvPr/>
          </p:nvSpPr>
          <p:spPr>
            <a:xfrm>
              <a:off x="7363590" y="764268"/>
              <a:ext cx="89218" cy="89218"/>
            </a:xfrm>
            <a:custGeom>
              <a:avLst/>
              <a:gdLst/>
              <a:ahLst/>
              <a:cxnLst/>
              <a:rect l="l" t="t" r="r" b="b"/>
              <a:pathLst>
                <a:path w="3516" h="3516" extrusionOk="0">
                  <a:moveTo>
                    <a:pt x="1758" y="1"/>
                  </a:moveTo>
                  <a:cubicBezTo>
                    <a:pt x="776" y="1"/>
                    <a:pt x="0" y="777"/>
                    <a:pt x="0" y="1758"/>
                  </a:cubicBezTo>
                  <a:cubicBezTo>
                    <a:pt x="0" y="2717"/>
                    <a:pt x="776" y="3516"/>
                    <a:pt x="1758" y="3516"/>
                  </a:cubicBezTo>
                  <a:cubicBezTo>
                    <a:pt x="2717" y="3516"/>
                    <a:pt x="3516" y="2717"/>
                    <a:pt x="3516" y="1758"/>
                  </a:cubicBezTo>
                  <a:cubicBezTo>
                    <a:pt x="3516" y="777"/>
                    <a:pt x="2717" y="1"/>
                    <a:pt x="175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7"/>
            <p:cNvSpPr/>
            <p:nvPr/>
          </p:nvSpPr>
          <p:spPr>
            <a:xfrm>
              <a:off x="6100372" y="-709765"/>
              <a:ext cx="136721" cy="136721"/>
            </a:xfrm>
            <a:custGeom>
              <a:avLst/>
              <a:gdLst/>
              <a:ahLst/>
              <a:cxnLst/>
              <a:rect l="l" t="t" r="r" b="b"/>
              <a:pathLst>
                <a:path w="5388" h="5388" extrusionOk="0">
                  <a:moveTo>
                    <a:pt x="2694" y="366"/>
                  </a:moveTo>
                  <a:cubicBezTo>
                    <a:pt x="3972" y="366"/>
                    <a:pt x="4999" y="1416"/>
                    <a:pt x="4999" y="2694"/>
                  </a:cubicBezTo>
                  <a:cubicBezTo>
                    <a:pt x="4999" y="3972"/>
                    <a:pt x="3972" y="4999"/>
                    <a:pt x="2694" y="4999"/>
                  </a:cubicBezTo>
                  <a:cubicBezTo>
                    <a:pt x="1416" y="4999"/>
                    <a:pt x="366" y="3972"/>
                    <a:pt x="366" y="2694"/>
                  </a:cubicBezTo>
                  <a:cubicBezTo>
                    <a:pt x="366" y="1416"/>
                    <a:pt x="1416" y="366"/>
                    <a:pt x="2694" y="366"/>
                  </a:cubicBezTo>
                  <a:close/>
                  <a:moveTo>
                    <a:pt x="2694" y="0"/>
                  </a:moveTo>
                  <a:cubicBezTo>
                    <a:pt x="1210" y="0"/>
                    <a:pt x="0" y="1210"/>
                    <a:pt x="0" y="2694"/>
                  </a:cubicBezTo>
                  <a:cubicBezTo>
                    <a:pt x="0" y="4178"/>
                    <a:pt x="1210" y="5387"/>
                    <a:pt x="2694" y="5387"/>
                  </a:cubicBezTo>
                  <a:cubicBezTo>
                    <a:pt x="4177" y="5387"/>
                    <a:pt x="5387" y="4178"/>
                    <a:pt x="5387" y="2694"/>
                  </a:cubicBezTo>
                  <a:cubicBezTo>
                    <a:pt x="5387" y="1210"/>
                    <a:pt x="4177" y="0"/>
                    <a:pt x="26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7"/>
            <p:cNvSpPr/>
            <p:nvPr/>
          </p:nvSpPr>
          <p:spPr>
            <a:xfrm>
              <a:off x="6124123" y="-686014"/>
              <a:ext cx="88635" cy="89218"/>
            </a:xfrm>
            <a:custGeom>
              <a:avLst/>
              <a:gdLst/>
              <a:ahLst/>
              <a:cxnLst/>
              <a:rect l="l" t="t" r="r" b="b"/>
              <a:pathLst>
                <a:path w="3493" h="3516" extrusionOk="0">
                  <a:moveTo>
                    <a:pt x="1758" y="0"/>
                  </a:moveTo>
                  <a:cubicBezTo>
                    <a:pt x="776" y="0"/>
                    <a:pt x="0" y="776"/>
                    <a:pt x="0" y="1758"/>
                  </a:cubicBezTo>
                  <a:cubicBezTo>
                    <a:pt x="0" y="2717"/>
                    <a:pt x="776" y="3515"/>
                    <a:pt x="1758" y="3515"/>
                  </a:cubicBezTo>
                  <a:cubicBezTo>
                    <a:pt x="2716" y="3515"/>
                    <a:pt x="3493" y="2717"/>
                    <a:pt x="3493" y="1758"/>
                  </a:cubicBezTo>
                  <a:cubicBezTo>
                    <a:pt x="3493" y="776"/>
                    <a:pt x="2716"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7"/>
            <p:cNvSpPr/>
            <p:nvPr/>
          </p:nvSpPr>
          <p:spPr>
            <a:xfrm>
              <a:off x="6720105" y="-695276"/>
              <a:ext cx="107742" cy="107742"/>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310" y="4246"/>
                    <a:pt x="4246" y="3287"/>
                    <a:pt x="4246" y="2123"/>
                  </a:cubicBezTo>
                  <a:cubicBezTo>
                    <a:pt x="4246" y="936"/>
                    <a:pt x="3310"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7"/>
            <p:cNvSpPr/>
            <p:nvPr/>
          </p:nvSpPr>
          <p:spPr>
            <a:xfrm>
              <a:off x="10327898" y="421401"/>
              <a:ext cx="107742" cy="107742"/>
            </a:xfrm>
            <a:custGeom>
              <a:avLst/>
              <a:gdLst/>
              <a:ahLst/>
              <a:cxnLst/>
              <a:rect l="l" t="t" r="r" b="b"/>
              <a:pathLst>
                <a:path w="4246" h="4246" extrusionOk="0">
                  <a:moveTo>
                    <a:pt x="2123" y="0"/>
                  </a:moveTo>
                  <a:cubicBezTo>
                    <a:pt x="959" y="0"/>
                    <a:pt x="0" y="959"/>
                    <a:pt x="0" y="2123"/>
                  </a:cubicBezTo>
                  <a:cubicBezTo>
                    <a:pt x="0" y="3310"/>
                    <a:pt x="959" y="4246"/>
                    <a:pt x="2123" y="4246"/>
                  </a:cubicBezTo>
                  <a:cubicBezTo>
                    <a:pt x="3310" y="4246"/>
                    <a:pt x="4246" y="3310"/>
                    <a:pt x="4246" y="2123"/>
                  </a:cubicBezTo>
                  <a:cubicBezTo>
                    <a:pt x="4246" y="959"/>
                    <a:pt x="3310"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7"/>
            <p:cNvSpPr/>
            <p:nvPr/>
          </p:nvSpPr>
          <p:spPr>
            <a:xfrm>
              <a:off x="10136748" y="1466826"/>
              <a:ext cx="70695" cy="70695"/>
            </a:xfrm>
            <a:custGeom>
              <a:avLst/>
              <a:gdLst/>
              <a:ahLst/>
              <a:cxnLst/>
              <a:rect l="l" t="t" r="r" b="b"/>
              <a:pathLst>
                <a:path w="2786" h="2786" extrusionOk="0">
                  <a:moveTo>
                    <a:pt x="1393" y="1"/>
                  </a:moveTo>
                  <a:cubicBezTo>
                    <a:pt x="617" y="1"/>
                    <a:pt x="1" y="617"/>
                    <a:pt x="1" y="1393"/>
                  </a:cubicBezTo>
                  <a:cubicBezTo>
                    <a:pt x="1" y="2146"/>
                    <a:pt x="617" y="2786"/>
                    <a:pt x="1393" y="2786"/>
                  </a:cubicBezTo>
                  <a:cubicBezTo>
                    <a:pt x="2169" y="2786"/>
                    <a:pt x="2786" y="2146"/>
                    <a:pt x="2786" y="1393"/>
                  </a:cubicBezTo>
                  <a:cubicBezTo>
                    <a:pt x="2786" y="617"/>
                    <a:pt x="2169" y="1"/>
                    <a:pt x="13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7"/>
            <p:cNvSpPr/>
            <p:nvPr/>
          </p:nvSpPr>
          <p:spPr>
            <a:xfrm>
              <a:off x="8601890" y="1192877"/>
              <a:ext cx="70695" cy="70111"/>
            </a:xfrm>
            <a:custGeom>
              <a:avLst/>
              <a:gdLst/>
              <a:ahLst/>
              <a:cxnLst/>
              <a:rect l="l" t="t" r="r" b="b"/>
              <a:pathLst>
                <a:path w="2786" h="2763" extrusionOk="0">
                  <a:moveTo>
                    <a:pt x="1393" y="0"/>
                  </a:moveTo>
                  <a:cubicBezTo>
                    <a:pt x="617" y="0"/>
                    <a:pt x="1" y="617"/>
                    <a:pt x="1" y="1393"/>
                  </a:cubicBezTo>
                  <a:cubicBezTo>
                    <a:pt x="1" y="2146"/>
                    <a:pt x="617" y="2762"/>
                    <a:pt x="1393" y="2762"/>
                  </a:cubicBezTo>
                  <a:cubicBezTo>
                    <a:pt x="2169" y="2762"/>
                    <a:pt x="2786" y="2146"/>
                    <a:pt x="2786" y="1393"/>
                  </a:cubicBezTo>
                  <a:cubicBezTo>
                    <a:pt x="2786" y="617"/>
                    <a:pt x="2169" y="0"/>
                    <a:pt x="13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7"/>
            <p:cNvSpPr/>
            <p:nvPr/>
          </p:nvSpPr>
          <p:spPr>
            <a:xfrm>
              <a:off x="7411092" y="536655"/>
              <a:ext cx="141922" cy="141339"/>
            </a:xfrm>
            <a:custGeom>
              <a:avLst/>
              <a:gdLst/>
              <a:ahLst/>
              <a:cxnLst/>
              <a:rect l="l" t="t" r="r" b="b"/>
              <a:pathLst>
                <a:path w="5593" h="5570" extrusionOk="0">
                  <a:moveTo>
                    <a:pt x="2808" y="0"/>
                  </a:moveTo>
                  <a:cubicBezTo>
                    <a:pt x="1255" y="0"/>
                    <a:pt x="0" y="1233"/>
                    <a:pt x="0" y="2785"/>
                  </a:cubicBezTo>
                  <a:cubicBezTo>
                    <a:pt x="0" y="4314"/>
                    <a:pt x="1255" y="5570"/>
                    <a:pt x="2808" y="5570"/>
                  </a:cubicBezTo>
                  <a:cubicBezTo>
                    <a:pt x="4337" y="5570"/>
                    <a:pt x="5592" y="4314"/>
                    <a:pt x="5592" y="2785"/>
                  </a:cubicBezTo>
                  <a:cubicBezTo>
                    <a:pt x="5592" y="1233"/>
                    <a:pt x="4337" y="0"/>
                    <a:pt x="28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7"/>
            <p:cNvSpPr/>
            <p:nvPr/>
          </p:nvSpPr>
          <p:spPr>
            <a:xfrm>
              <a:off x="9285340" y="1156972"/>
              <a:ext cx="141922" cy="141922"/>
            </a:xfrm>
            <a:custGeom>
              <a:avLst/>
              <a:gdLst/>
              <a:ahLst/>
              <a:cxnLst/>
              <a:rect l="l" t="t" r="r" b="b"/>
              <a:pathLst>
                <a:path w="5593" h="5593" extrusionOk="0">
                  <a:moveTo>
                    <a:pt x="2785" y="0"/>
                  </a:moveTo>
                  <a:cubicBezTo>
                    <a:pt x="1256" y="0"/>
                    <a:pt x="1" y="1256"/>
                    <a:pt x="1" y="2808"/>
                  </a:cubicBezTo>
                  <a:cubicBezTo>
                    <a:pt x="1" y="4337"/>
                    <a:pt x="1256" y="5592"/>
                    <a:pt x="2785" y="5592"/>
                  </a:cubicBezTo>
                  <a:cubicBezTo>
                    <a:pt x="4338" y="5592"/>
                    <a:pt x="5593" y="4337"/>
                    <a:pt x="5593" y="2808"/>
                  </a:cubicBezTo>
                  <a:cubicBezTo>
                    <a:pt x="5593" y="1256"/>
                    <a:pt x="4338" y="0"/>
                    <a:pt x="27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7"/>
            <p:cNvSpPr/>
            <p:nvPr/>
          </p:nvSpPr>
          <p:spPr>
            <a:xfrm>
              <a:off x="7145822" y="-69174"/>
              <a:ext cx="66051" cy="66051"/>
            </a:xfrm>
            <a:custGeom>
              <a:avLst/>
              <a:gdLst/>
              <a:ahLst/>
              <a:cxnLst/>
              <a:rect l="l" t="t" r="r" b="b"/>
              <a:pathLst>
                <a:path w="2603" h="2603" extrusionOk="0">
                  <a:moveTo>
                    <a:pt x="1301" y="0"/>
                  </a:moveTo>
                  <a:cubicBezTo>
                    <a:pt x="594" y="0"/>
                    <a:pt x="0" y="571"/>
                    <a:pt x="0" y="1301"/>
                  </a:cubicBezTo>
                  <a:cubicBezTo>
                    <a:pt x="0" y="2009"/>
                    <a:pt x="594" y="2602"/>
                    <a:pt x="1301" y="2602"/>
                  </a:cubicBezTo>
                  <a:cubicBezTo>
                    <a:pt x="2009" y="2602"/>
                    <a:pt x="2602" y="2009"/>
                    <a:pt x="2602" y="1301"/>
                  </a:cubicBezTo>
                  <a:cubicBezTo>
                    <a:pt x="2602" y="571"/>
                    <a:pt x="2009" y="0"/>
                    <a:pt x="13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7"/>
            <p:cNvSpPr/>
            <p:nvPr/>
          </p:nvSpPr>
          <p:spPr>
            <a:xfrm>
              <a:off x="7338672" y="-341397"/>
              <a:ext cx="145982" cy="146566"/>
            </a:xfrm>
            <a:custGeom>
              <a:avLst/>
              <a:gdLst/>
              <a:ahLst/>
              <a:cxnLst/>
              <a:rect l="l" t="t" r="r" b="b"/>
              <a:pathLst>
                <a:path w="5753" h="5776" extrusionOk="0">
                  <a:moveTo>
                    <a:pt x="2877" y="388"/>
                  </a:moveTo>
                  <a:cubicBezTo>
                    <a:pt x="4246" y="388"/>
                    <a:pt x="5388" y="1507"/>
                    <a:pt x="5388" y="2899"/>
                  </a:cubicBezTo>
                  <a:cubicBezTo>
                    <a:pt x="5388" y="4269"/>
                    <a:pt x="4246" y="5410"/>
                    <a:pt x="2877" y="5410"/>
                  </a:cubicBezTo>
                  <a:cubicBezTo>
                    <a:pt x="1485" y="5410"/>
                    <a:pt x="366" y="4269"/>
                    <a:pt x="366" y="2899"/>
                  </a:cubicBezTo>
                  <a:cubicBezTo>
                    <a:pt x="366" y="1507"/>
                    <a:pt x="1485" y="388"/>
                    <a:pt x="2877" y="388"/>
                  </a:cubicBezTo>
                  <a:close/>
                  <a:moveTo>
                    <a:pt x="2877" y="0"/>
                  </a:moveTo>
                  <a:cubicBezTo>
                    <a:pt x="1279" y="0"/>
                    <a:pt x="1" y="1301"/>
                    <a:pt x="1" y="2899"/>
                  </a:cubicBezTo>
                  <a:cubicBezTo>
                    <a:pt x="1" y="4497"/>
                    <a:pt x="1279" y="5775"/>
                    <a:pt x="2877" y="5775"/>
                  </a:cubicBezTo>
                  <a:cubicBezTo>
                    <a:pt x="4475" y="5775"/>
                    <a:pt x="5753" y="4497"/>
                    <a:pt x="5753" y="2899"/>
                  </a:cubicBezTo>
                  <a:cubicBezTo>
                    <a:pt x="5753" y="1301"/>
                    <a:pt x="4475" y="0"/>
                    <a:pt x="28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7"/>
            <p:cNvSpPr/>
            <p:nvPr/>
          </p:nvSpPr>
          <p:spPr>
            <a:xfrm>
              <a:off x="7364174" y="-315336"/>
              <a:ext cx="95004" cy="94446"/>
            </a:xfrm>
            <a:custGeom>
              <a:avLst/>
              <a:gdLst/>
              <a:ahLst/>
              <a:cxnLst/>
              <a:rect l="l" t="t" r="r" b="b"/>
              <a:pathLst>
                <a:path w="3744" h="3722" extrusionOk="0">
                  <a:moveTo>
                    <a:pt x="1872" y="0"/>
                  </a:moveTo>
                  <a:cubicBezTo>
                    <a:pt x="845" y="0"/>
                    <a:pt x="0" y="845"/>
                    <a:pt x="0" y="1872"/>
                  </a:cubicBezTo>
                  <a:cubicBezTo>
                    <a:pt x="0" y="2899"/>
                    <a:pt x="845" y="3721"/>
                    <a:pt x="1872" y="3721"/>
                  </a:cubicBezTo>
                  <a:cubicBezTo>
                    <a:pt x="2899" y="3721"/>
                    <a:pt x="3744" y="2899"/>
                    <a:pt x="3744" y="1872"/>
                  </a:cubicBezTo>
                  <a:cubicBezTo>
                    <a:pt x="3744" y="845"/>
                    <a:pt x="2899" y="0"/>
                    <a:pt x="18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7"/>
            <p:cNvSpPr/>
            <p:nvPr/>
          </p:nvSpPr>
          <p:spPr>
            <a:xfrm>
              <a:off x="5743599" y="-296229"/>
              <a:ext cx="107742" cy="107768"/>
            </a:xfrm>
            <a:custGeom>
              <a:avLst/>
              <a:gdLst/>
              <a:ahLst/>
              <a:cxnLst/>
              <a:rect l="l" t="t" r="r" b="b"/>
              <a:pathLst>
                <a:path w="4246" h="4247" extrusionOk="0">
                  <a:moveTo>
                    <a:pt x="2123" y="1"/>
                  </a:moveTo>
                  <a:cubicBezTo>
                    <a:pt x="959" y="1"/>
                    <a:pt x="0" y="937"/>
                    <a:pt x="0" y="2123"/>
                  </a:cubicBezTo>
                  <a:cubicBezTo>
                    <a:pt x="0" y="3288"/>
                    <a:pt x="959" y="4246"/>
                    <a:pt x="2123" y="4246"/>
                  </a:cubicBezTo>
                  <a:cubicBezTo>
                    <a:pt x="3310" y="4246"/>
                    <a:pt x="4246" y="3288"/>
                    <a:pt x="4246" y="2123"/>
                  </a:cubicBezTo>
                  <a:cubicBezTo>
                    <a:pt x="4246" y="937"/>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7"/>
            <p:cNvSpPr/>
            <p:nvPr/>
          </p:nvSpPr>
          <p:spPr>
            <a:xfrm>
              <a:off x="5430243" y="-296229"/>
              <a:ext cx="107768" cy="107768"/>
            </a:xfrm>
            <a:custGeom>
              <a:avLst/>
              <a:gdLst/>
              <a:ahLst/>
              <a:cxnLst/>
              <a:rect l="l" t="t" r="r" b="b"/>
              <a:pathLst>
                <a:path w="4247" h="4247" extrusionOk="0">
                  <a:moveTo>
                    <a:pt x="2123" y="1"/>
                  </a:moveTo>
                  <a:cubicBezTo>
                    <a:pt x="936" y="1"/>
                    <a:pt x="1" y="937"/>
                    <a:pt x="1" y="2123"/>
                  </a:cubicBezTo>
                  <a:cubicBezTo>
                    <a:pt x="1" y="3288"/>
                    <a:pt x="936" y="4246"/>
                    <a:pt x="2123" y="4246"/>
                  </a:cubicBezTo>
                  <a:cubicBezTo>
                    <a:pt x="3287" y="4246"/>
                    <a:pt x="4246" y="3288"/>
                    <a:pt x="4246" y="2123"/>
                  </a:cubicBezTo>
                  <a:cubicBezTo>
                    <a:pt x="4246" y="937"/>
                    <a:pt x="3287"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7"/>
            <p:cNvSpPr/>
            <p:nvPr/>
          </p:nvSpPr>
          <p:spPr>
            <a:xfrm>
              <a:off x="4743317" y="-91199"/>
              <a:ext cx="107768" cy="107768"/>
            </a:xfrm>
            <a:custGeom>
              <a:avLst/>
              <a:gdLst/>
              <a:ahLst/>
              <a:cxnLst/>
              <a:rect l="l" t="t" r="r" b="b"/>
              <a:pathLst>
                <a:path w="4247" h="4247" extrusionOk="0">
                  <a:moveTo>
                    <a:pt x="2123" y="1"/>
                  </a:moveTo>
                  <a:cubicBezTo>
                    <a:pt x="959" y="1"/>
                    <a:pt x="1" y="960"/>
                    <a:pt x="1" y="2124"/>
                  </a:cubicBezTo>
                  <a:cubicBezTo>
                    <a:pt x="1" y="3311"/>
                    <a:pt x="959" y="4246"/>
                    <a:pt x="2123" y="4246"/>
                  </a:cubicBezTo>
                  <a:cubicBezTo>
                    <a:pt x="3310" y="4246"/>
                    <a:pt x="4246" y="3311"/>
                    <a:pt x="4246" y="2124"/>
                  </a:cubicBezTo>
                  <a:cubicBezTo>
                    <a:pt x="4246" y="960"/>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7"/>
            <p:cNvSpPr/>
            <p:nvPr/>
          </p:nvSpPr>
          <p:spPr>
            <a:xfrm>
              <a:off x="4288089" y="-539474"/>
              <a:ext cx="107742" cy="107742"/>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287" y="4246"/>
                    <a:pt x="4246" y="3287"/>
                    <a:pt x="4246" y="2123"/>
                  </a:cubicBezTo>
                  <a:cubicBezTo>
                    <a:pt x="4246" y="936"/>
                    <a:pt x="3287"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7"/>
            <p:cNvSpPr/>
            <p:nvPr/>
          </p:nvSpPr>
          <p:spPr>
            <a:xfrm>
              <a:off x="7000423" y="-678478"/>
              <a:ext cx="73588" cy="74146"/>
            </a:xfrm>
            <a:custGeom>
              <a:avLst/>
              <a:gdLst/>
              <a:ahLst/>
              <a:cxnLst/>
              <a:rect l="l" t="t" r="r" b="b"/>
              <a:pathLst>
                <a:path w="2900" h="2922" extrusionOk="0">
                  <a:moveTo>
                    <a:pt x="1462" y="0"/>
                  </a:moveTo>
                  <a:cubicBezTo>
                    <a:pt x="640" y="0"/>
                    <a:pt x="1" y="639"/>
                    <a:pt x="1" y="1461"/>
                  </a:cubicBezTo>
                  <a:cubicBezTo>
                    <a:pt x="1" y="2260"/>
                    <a:pt x="640" y="2922"/>
                    <a:pt x="1462" y="2922"/>
                  </a:cubicBezTo>
                  <a:cubicBezTo>
                    <a:pt x="2261" y="2922"/>
                    <a:pt x="2900" y="2260"/>
                    <a:pt x="2900" y="1461"/>
                  </a:cubicBezTo>
                  <a:cubicBezTo>
                    <a:pt x="2900" y="639"/>
                    <a:pt x="2261"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7"/>
            <p:cNvSpPr/>
            <p:nvPr/>
          </p:nvSpPr>
          <p:spPr>
            <a:xfrm>
              <a:off x="5041600" y="-500092"/>
              <a:ext cx="74171" cy="74146"/>
            </a:xfrm>
            <a:custGeom>
              <a:avLst/>
              <a:gdLst/>
              <a:ahLst/>
              <a:cxnLst/>
              <a:rect l="l" t="t" r="r" b="b"/>
              <a:pathLst>
                <a:path w="2923" h="2922" extrusionOk="0">
                  <a:moveTo>
                    <a:pt x="1462" y="0"/>
                  </a:moveTo>
                  <a:cubicBezTo>
                    <a:pt x="640" y="0"/>
                    <a:pt x="1" y="662"/>
                    <a:pt x="1" y="1461"/>
                  </a:cubicBezTo>
                  <a:cubicBezTo>
                    <a:pt x="1" y="2260"/>
                    <a:pt x="640" y="2922"/>
                    <a:pt x="1462" y="2922"/>
                  </a:cubicBezTo>
                  <a:cubicBezTo>
                    <a:pt x="2260" y="2922"/>
                    <a:pt x="2922" y="2260"/>
                    <a:pt x="2922" y="1461"/>
                  </a:cubicBezTo>
                  <a:cubicBezTo>
                    <a:pt x="2922" y="662"/>
                    <a:pt x="2260"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7"/>
            <p:cNvSpPr/>
            <p:nvPr/>
          </p:nvSpPr>
          <p:spPr>
            <a:xfrm>
              <a:off x="8632010" y="121240"/>
              <a:ext cx="2335337" cy="717199"/>
            </a:xfrm>
            <a:custGeom>
              <a:avLst/>
              <a:gdLst/>
              <a:ahLst/>
              <a:cxnLst/>
              <a:rect l="l" t="t" r="r" b="b"/>
              <a:pathLst>
                <a:path w="92033" h="28264" extrusionOk="0">
                  <a:moveTo>
                    <a:pt x="206" y="0"/>
                  </a:moveTo>
                  <a:cubicBezTo>
                    <a:pt x="155" y="0"/>
                    <a:pt x="104" y="17"/>
                    <a:pt x="69" y="51"/>
                  </a:cubicBezTo>
                  <a:cubicBezTo>
                    <a:pt x="1" y="120"/>
                    <a:pt x="1" y="234"/>
                    <a:pt x="69" y="325"/>
                  </a:cubicBezTo>
                  <a:lnTo>
                    <a:pt x="28007" y="28263"/>
                  </a:lnTo>
                  <a:lnTo>
                    <a:pt x="91850" y="28263"/>
                  </a:lnTo>
                  <a:cubicBezTo>
                    <a:pt x="91941" y="28263"/>
                    <a:pt x="92032" y="28172"/>
                    <a:pt x="92032" y="28058"/>
                  </a:cubicBezTo>
                  <a:cubicBezTo>
                    <a:pt x="92032" y="27967"/>
                    <a:pt x="91941" y="27875"/>
                    <a:pt x="91850" y="27875"/>
                  </a:cubicBezTo>
                  <a:lnTo>
                    <a:pt x="28167" y="27875"/>
                  </a:lnTo>
                  <a:lnTo>
                    <a:pt x="343" y="51"/>
                  </a:lnTo>
                  <a:cubicBezTo>
                    <a:pt x="309" y="17"/>
                    <a:pt x="258" y="0"/>
                    <a:pt x="2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7"/>
            <p:cNvSpPr/>
            <p:nvPr/>
          </p:nvSpPr>
          <p:spPr>
            <a:xfrm>
              <a:off x="7355470" y="170595"/>
              <a:ext cx="151793" cy="94446"/>
            </a:xfrm>
            <a:custGeom>
              <a:avLst/>
              <a:gdLst/>
              <a:ahLst/>
              <a:cxnLst/>
              <a:rect l="l" t="t" r="r" b="b"/>
              <a:pathLst>
                <a:path w="5982" h="3722" extrusionOk="0">
                  <a:moveTo>
                    <a:pt x="1" y="1"/>
                  </a:moveTo>
                  <a:lnTo>
                    <a:pt x="3607" y="3721"/>
                  </a:lnTo>
                  <a:lnTo>
                    <a:pt x="5981" y="3721"/>
                  </a:lnTo>
                  <a:lnTo>
                    <a:pt x="239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7"/>
            <p:cNvSpPr/>
            <p:nvPr/>
          </p:nvSpPr>
          <p:spPr>
            <a:xfrm>
              <a:off x="7469581" y="170595"/>
              <a:ext cx="151184" cy="94446"/>
            </a:xfrm>
            <a:custGeom>
              <a:avLst/>
              <a:gdLst/>
              <a:ahLst/>
              <a:cxnLst/>
              <a:rect l="l" t="t" r="r" b="b"/>
              <a:pathLst>
                <a:path w="5958" h="3722" extrusionOk="0">
                  <a:moveTo>
                    <a:pt x="0" y="1"/>
                  </a:moveTo>
                  <a:lnTo>
                    <a:pt x="3584" y="3721"/>
                  </a:lnTo>
                  <a:lnTo>
                    <a:pt x="5958"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7"/>
            <p:cNvSpPr/>
            <p:nvPr/>
          </p:nvSpPr>
          <p:spPr>
            <a:xfrm>
              <a:off x="7583109" y="170595"/>
              <a:ext cx="151768" cy="94446"/>
            </a:xfrm>
            <a:custGeom>
              <a:avLst/>
              <a:gdLst/>
              <a:ahLst/>
              <a:cxnLst/>
              <a:rect l="l" t="t" r="r" b="b"/>
              <a:pathLst>
                <a:path w="5981" h="3722" extrusionOk="0">
                  <a:moveTo>
                    <a:pt x="0" y="1"/>
                  </a:moveTo>
                  <a:lnTo>
                    <a:pt x="3584" y="3721"/>
                  </a:lnTo>
                  <a:lnTo>
                    <a:pt x="5980"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7"/>
            <p:cNvSpPr/>
            <p:nvPr/>
          </p:nvSpPr>
          <p:spPr>
            <a:xfrm>
              <a:off x="7697195" y="170595"/>
              <a:ext cx="151210" cy="94446"/>
            </a:xfrm>
            <a:custGeom>
              <a:avLst/>
              <a:gdLst/>
              <a:ahLst/>
              <a:cxnLst/>
              <a:rect l="l" t="t" r="r" b="b"/>
              <a:pathLst>
                <a:path w="5959" h="3722" extrusionOk="0">
                  <a:moveTo>
                    <a:pt x="1" y="1"/>
                  </a:moveTo>
                  <a:lnTo>
                    <a:pt x="3584" y="3721"/>
                  </a:lnTo>
                  <a:lnTo>
                    <a:pt x="5958" y="3721"/>
                  </a:lnTo>
                  <a:lnTo>
                    <a:pt x="23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7"/>
            <p:cNvSpPr/>
            <p:nvPr/>
          </p:nvSpPr>
          <p:spPr>
            <a:xfrm>
              <a:off x="7810723" y="170595"/>
              <a:ext cx="151184" cy="94446"/>
            </a:xfrm>
            <a:custGeom>
              <a:avLst/>
              <a:gdLst/>
              <a:ahLst/>
              <a:cxnLst/>
              <a:rect l="l" t="t" r="r" b="b"/>
              <a:pathLst>
                <a:path w="5958" h="3722" extrusionOk="0">
                  <a:moveTo>
                    <a:pt x="1" y="1"/>
                  </a:moveTo>
                  <a:lnTo>
                    <a:pt x="3584" y="3721"/>
                  </a:lnTo>
                  <a:lnTo>
                    <a:pt x="5958"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7"/>
            <p:cNvSpPr/>
            <p:nvPr/>
          </p:nvSpPr>
          <p:spPr>
            <a:xfrm>
              <a:off x="7924251" y="170595"/>
              <a:ext cx="151768" cy="94446"/>
            </a:xfrm>
            <a:custGeom>
              <a:avLst/>
              <a:gdLst/>
              <a:ahLst/>
              <a:cxnLst/>
              <a:rect l="l" t="t" r="r" b="b"/>
              <a:pathLst>
                <a:path w="5981" h="3722" extrusionOk="0">
                  <a:moveTo>
                    <a:pt x="0" y="1"/>
                  </a:moveTo>
                  <a:lnTo>
                    <a:pt x="3607" y="3721"/>
                  </a:lnTo>
                  <a:lnTo>
                    <a:pt x="5981" y="3721"/>
                  </a:lnTo>
                  <a:lnTo>
                    <a:pt x="239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7"/>
            <p:cNvSpPr/>
            <p:nvPr/>
          </p:nvSpPr>
          <p:spPr>
            <a:xfrm>
              <a:off x="8038337" y="170595"/>
              <a:ext cx="151210" cy="94446"/>
            </a:xfrm>
            <a:custGeom>
              <a:avLst/>
              <a:gdLst/>
              <a:ahLst/>
              <a:cxnLst/>
              <a:rect l="l" t="t" r="r" b="b"/>
              <a:pathLst>
                <a:path w="5959" h="3722" extrusionOk="0">
                  <a:moveTo>
                    <a:pt x="1" y="1"/>
                  </a:moveTo>
                  <a:lnTo>
                    <a:pt x="3584" y="3721"/>
                  </a:lnTo>
                  <a:lnTo>
                    <a:pt x="5958" y="3721"/>
                  </a:lnTo>
                  <a:lnTo>
                    <a:pt x="23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7"/>
            <p:cNvSpPr/>
            <p:nvPr/>
          </p:nvSpPr>
          <p:spPr>
            <a:xfrm>
              <a:off x="8151864" y="170595"/>
              <a:ext cx="151768" cy="94446"/>
            </a:xfrm>
            <a:custGeom>
              <a:avLst/>
              <a:gdLst/>
              <a:ahLst/>
              <a:cxnLst/>
              <a:rect l="l" t="t" r="r" b="b"/>
              <a:pathLst>
                <a:path w="5981" h="3722" extrusionOk="0">
                  <a:moveTo>
                    <a:pt x="1" y="1"/>
                  </a:moveTo>
                  <a:lnTo>
                    <a:pt x="3584" y="3721"/>
                  </a:lnTo>
                  <a:lnTo>
                    <a:pt x="5981"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7"/>
            <p:cNvSpPr/>
            <p:nvPr/>
          </p:nvSpPr>
          <p:spPr>
            <a:xfrm>
              <a:off x="6543445" y="958895"/>
              <a:ext cx="280952" cy="175519"/>
            </a:xfrm>
            <a:custGeom>
              <a:avLst/>
              <a:gdLst/>
              <a:ahLst/>
              <a:cxnLst/>
              <a:rect l="l" t="t" r="r" b="b"/>
              <a:pathLst>
                <a:path w="11072" h="6917" extrusionOk="0">
                  <a:moveTo>
                    <a:pt x="1" y="0"/>
                  </a:moveTo>
                  <a:lnTo>
                    <a:pt x="6666"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7"/>
            <p:cNvSpPr/>
            <p:nvPr/>
          </p:nvSpPr>
          <p:spPr>
            <a:xfrm>
              <a:off x="6754286" y="958895"/>
              <a:ext cx="280927" cy="175519"/>
            </a:xfrm>
            <a:custGeom>
              <a:avLst/>
              <a:gdLst/>
              <a:ahLst/>
              <a:cxnLst/>
              <a:rect l="l" t="t" r="r" b="b"/>
              <a:pathLst>
                <a:path w="11071" h="6917" extrusionOk="0">
                  <a:moveTo>
                    <a:pt x="0" y="0"/>
                  </a:moveTo>
                  <a:lnTo>
                    <a:pt x="6665" y="6916"/>
                  </a:lnTo>
                  <a:lnTo>
                    <a:pt x="11070" y="6916"/>
                  </a:lnTo>
                  <a:lnTo>
                    <a:pt x="4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7"/>
            <p:cNvSpPr/>
            <p:nvPr/>
          </p:nvSpPr>
          <p:spPr>
            <a:xfrm>
              <a:off x="6965101" y="958895"/>
              <a:ext cx="280927" cy="175519"/>
            </a:xfrm>
            <a:custGeom>
              <a:avLst/>
              <a:gdLst/>
              <a:ahLst/>
              <a:cxnLst/>
              <a:rect l="l" t="t" r="r" b="b"/>
              <a:pathLst>
                <a:path w="11071" h="6917" extrusionOk="0">
                  <a:moveTo>
                    <a:pt x="1" y="0"/>
                  </a:moveTo>
                  <a:lnTo>
                    <a:pt x="6666" y="6916"/>
                  </a:lnTo>
                  <a:lnTo>
                    <a:pt x="11071" y="6916"/>
                  </a:lnTo>
                  <a:lnTo>
                    <a:pt x="442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7"/>
            <p:cNvSpPr/>
            <p:nvPr/>
          </p:nvSpPr>
          <p:spPr>
            <a:xfrm>
              <a:off x="7176500" y="958895"/>
              <a:ext cx="280952" cy="175519"/>
            </a:xfrm>
            <a:custGeom>
              <a:avLst/>
              <a:gdLst/>
              <a:ahLst/>
              <a:cxnLst/>
              <a:rect l="l" t="t" r="r" b="b"/>
              <a:pathLst>
                <a:path w="11072" h="6917" extrusionOk="0">
                  <a:moveTo>
                    <a:pt x="1" y="0"/>
                  </a:moveTo>
                  <a:lnTo>
                    <a:pt x="6643"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7"/>
            <p:cNvSpPr/>
            <p:nvPr/>
          </p:nvSpPr>
          <p:spPr>
            <a:xfrm>
              <a:off x="7387341" y="958895"/>
              <a:ext cx="280927" cy="175519"/>
            </a:xfrm>
            <a:custGeom>
              <a:avLst/>
              <a:gdLst/>
              <a:ahLst/>
              <a:cxnLst/>
              <a:rect l="l" t="t" r="r" b="b"/>
              <a:pathLst>
                <a:path w="11071" h="6917" extrusionOk="0">
                  <a:moveTo>
                    <a:pt x="0" y="0"/>
                  </a:moveTo>
                  <a:lnTo>
                    <a:pt x="6665"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7"/>
            <p:cNvSpPr/>
            <p:nvPr/>
          </p:nvSpPr>
          <p:spPr>
            <a:xfrm>
              <a:off x="7598157" y="958895"/>
              <a:ext cx="280927" cy="175519"/>
            </a:xfrm>
            <a:custGeom>
              <a:avLst/>
              <a:gdLst/>
              <a:ahLst/>
              <a:cxnLst/>
              <a:rect l="l" t="t" r="r" b="b"/>
              <a:pathLst>
                <a:path w="11071" h="6917" extrusionOk="0">
                  <a:moveTo>
                    <a:pt x="1" y="0"/>
                  </a:moveTo>
                  <a:lnTo>
                    <a:pt x="6666"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29" name="Google Shape;529;p7"/>
            <p:cNvCxnSpPr/>
            <p:nvPr/>
          </p:nvCxnSpPr>
          <p:spPr>
            <a:xfrm rot="10800000">
              <a:off x="1697950" y="877825"/>
              <a:ext cx="2233200" cy="0"/>
            </a:xfrm>
            <a:prstGeom prst="straightConnector1">
              <a:avLst/>
            </a:prstGeom>
            <a:noFill/>
            <a:ln w="19050" cap="flat" cmpd="sng">
              <a:solidFill>
                <a:schemeClr val="accent2"/>
              </a:solidFill>
              <a:prstDash val="solid"/>
              <a:round/>
              <a:headEnd type="oval" w="med" len="med"/>
              <a:tailEnd type="none" w="med" len="med"/>
            </a:ln>
          </p:spPr>
        </p:cxnSp>
        <p:sp>
          <p:nvSpPr>
            <p:cNvPr id="530" name="Google Shape;530;p7"/>
            <p:cNvSpPr/>
            <p:nvPr/>
          </p:nvSpPr>
          <p:spPr>
            <a:xfrm>
              <a:off x="3748885" y="-197980"/>
              <a:ext cx="993913" cy="458755"/>
            </a:xfrm>
            <a:custGeom>
              <a:avLst/>
              <a:gdLst/>
              <a:ahLst/>
              <a:cxnLst/>
              <a:rect l="l" t="t" r="r" b="b"/>
              <a:pathLst>
                <a:path w="39169" h="18079" extrusionOk="0">
                  <a:moveTo>
                    <a:pt x="183" y="0"/>
                  </a:moveTo>
                  <a:cubicBezTo>
                    <a:pt x="92" y="0"/>
                    <a:pt x="1" y="92"/>
                    <a:pt x="1" y="206"/>
                  </a:cubicBezTo>
                  <a:cubicBezTo>
                    <a:pt x="1" y="297"/>
                    <a:pt x="92" y="388"/>
                    <a:pt x="183" y="388"/>
                  </a:cubicBezTo>
                  <a:lnTo>
                    <a:pt x="21182" y="388"/>
                  </a:lnTo>
                  <a:lnTo>
                    <a:pt x="38826" y="18010"/>
                  </a:lnTo>
                  <a:cubicBezTo>
                    <a:pt x="38849" y="18055"/>
                    <a:pt x="38895" y="18078"/>
                    <a:pt x="38940" y="18078"/>
                  </a:cubicBezTo>
                  <a:cubicBezTo>
                    <a:pt x="39009" y="18078"/>
                    <a:pt x="39055" y="18055"/>
                    <a:pt x="39077" y="18010"/>
                  </a:cubicBezTo>
                  <a:cubicBezTo>
                    <a:pt x="39169" y="17941"/>
                    <a:pt x="39169" y="17827"/>
                    <a:pt x="39077" y="17736"/>
                  </a:cubicBezTo>
                  <a:lnTo>
                    <a:pt x="213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7"/>
            <p:cNvSpPr/>
            <p:nvPr/>
          </p:nvSpPr>
          <p:spPr>
            <a:xfrm>
              <a:off x="4708100" y="215949"/>
              <a:ext cx="69046" cy="69077"/>
            </a:xfrm>
            <a:custGeom>
              <a:avLst/>
              <a:gdLst/>
              <a:ahLst/>
              <a:cxnLst/>
              <a:rect l="l" t="t" r="r" b="b"/>
              <a:pathLst>
                <a:path w="4247" h="4247" extrusionOk="0">
                  <a:moveTo>
                    <a:pt x="2123" y="1"/>
                  </a:moveTo>
                  <a:cubicBezTo>
                    <a:pt x="959" y="1"/>
                    <a:pt x="1" y="960"/>
                    <a:pt x="1" y="2124"/>
                  </a:cubicBezTo>
                  <a:cubicBezTo>
                    <a:pt x="1" y="3311"/>
                    <a:pt x="959" y="4246"/>
                    <a:pt x="2123" y="4246"/>
                  </a:cubicBezTo>
                  <a:cubicBezTo>
                    <a:pt x="3310" y="4246"/>
                    <a:pt x="4246" y="3311"/>
                    <a:pt x="4246" y="2124"/>
                  </a:cubicBezTo>
                  <a:cubicBezTo>
                    <a:pt x="4246" y="960"/>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2" name="Google Shape;532;p7"/>
            <p:cNvGrpSpPr/>
            <p:nvPr/>
          </p:nvGrpSpPr>
          <p:grpSpPr>
            <a:xfrm rot="-5400000" flipH="1">
              <a:off x="266770" y="647027"/>
              <a:ext cx="2094354" cy="800631"/>
              <a:chOff x="5593937" y="1366150"/>
              <a:chExt cx="1612903" cy="622575"/>
            </a:xfrm>
          </p:grpSpPr>
          <p:sp>
            <p:nvSpPr>
              <p:cNvPr id="533" name="Google Shape;533;p7"/>
              <p:cNvSpPr/>
              <p:nvPr/>
            </p:nvSpPr>
            <p:spPr>
              <a:xfrm>
                <a:off x="5593937" y="1408375"/>
                <a:ext cx="1529900" cy="580350"/>
              </a:xfrm>
              <a:custGeom>
                <a:avLst/>
                <a:gdLst/>
                <a:ahLst/>
                <a:cxnLst/>
                <a:rect l="l" t="t" r="r" b="b"/>
                <a:pathLst>
                  <a:path w="61196" h="23214" extrusionOk="0">
                    <a:moveTo>
                      <a:pt x="49121" y="0"/>
                    </a:moveTo>
                    <a:lnTo>
                      <a:pt x="26661" y="22460"/>
                    </a:lnTo>
                    <a:lnTo>
                      <a:pt x="389" y="22460"/>
                    </a:lnTo>
                    <a:cubicBezTo>
                      <a:pt x="161" y="22460"/>
                      <a:pt x="1" y="22620"/>
                      <a:pt x="1" y="22848"/>
                    </a:cubicBezTo>
                    <a:cubicBezTo>
                      <a:pt x="1" y="23054"/>
                      <a:pt x="161" y="23214"/>
                      <a:pt x="389" y="23214"/>
                    </a:cubicBezTo>
                    <a:lnTo>
                      <a:pt x="26980" y="23214"/>
                    </a:lnTo>
                    <a:lnTo>
                      <a:pt x="49441" y="776"/>
                    </a:lnTo>
                    <a:lnTo>
                      <a:pt x="60808" y="776"/>
                    </a:lnTo>
                    <a:cubicBezTo>
                      <a:pt x="61013" y="776"/>
                      <a:pt x="61196" y="594"/>
                      <a:pt x="61196" y="388"/>
                    </a:cubicBezTo>
                    <a:cubicBezTo>
                      <a:pt x="61196" y="183"/>
                      <a:pt x="61013" y="0"/>
                      <a:pt x="608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7"/>
              <p:cNvSpPr/>
              <p:nvPr/>
            </p:nvSpPr>
            <p:spPr>
              <a:xfrm>
                <a:off x="7100690" y="1366150"/>
                <a:ext cx="106150" cy="106150"/>
              </a:xfrm>
              <a:custGeom>
                <a:avLst/>
                <a:gdLst/>
                <a:ahLst/>
                <a:cxnLst/>
                <a:rect l="l" t="t" r="r" b="b"/>
                <a:pathLst>
                  <a:path w="4246" h="4246" extrusionOk="0">
                    <a:moveTo>
                      <a:pt x="2123" y="0"/>
                    </a:moveTo>
                    <a:cubicBezTo>
                      <a:pt x="936" y="0"/>
                      <a:pt x="0" y="959"/>
                      <a:pt x="0" y="2123"/>
                    </a:cubicBezTo>
                    <a:cubicBezTo>
                      <a:pt x="0" y="3310"/>
                      <a:pt x="936" y="4246"/>
                      <a:pt x="2123" y="4246"/>
                    </a:cubicBezTo>
                    <a:cubicBezTo>
                      <a:pt x="3287" y="4246"/>
                      <a:pt x="4246" y="3310"/>
                      <a:pt x="4246" y="2123"/>
                    </a:cubicBezTo>
                    <a:cubicBezTo>
                      <a:pt x="4246" y="959"/>
                      <a:pt x="3287" y="0"/>
                      <a:pt x="212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35" name="Google Shape;535;p7"/>
          <p:cNvSpPr/>
          <p:nvPr/>
        </p:nvSpPr>
        <p:spPr>
          <a:xfrm rot="10800000" flipH="1">
            <a:off x="-3890200" y="6349394"/>
            <a:ext cx="74171" cy="74146"/>
          </a:xfrm>
          <a:custGeom>
            <a:avLst/>
            <a:gdLst/>
            <a:ahLst/>
            <a:cxnLst/>
            <a:rect l="l" t="t" r="r" b="b"/>
            <a:pathLst>
              <a:path w="2923" h="2922" extrusionOk="0">
                <a:moveTo>
                  <a:pt x="1462" y="0"/>
                </a:moveTo>
                <a:cubicBezTo>
                  <a:pt x="640" y="0"/>
                  <a:pt x="1" y="662"/>
                  <a:pt x="1" y="1461"/>
                </a:cubicBezTo>
                <a:cubicBezTo>
                  <a:pt x="1" y="2260"/>
                  <a:pt x="640" y="2922"/>
                  <a:pt x="1462" y="2922"/>
                </a:cubicBezTo>
                <a:cubicBezTo>
                  <a:pt x="2260" y="2922"/>
                  <a:pt x="2922" y="2260"/>
                  <a:pt x="2922" y="1461"/>
                </a:cubicBezTo>
                <a:cubicBezTo>
                  <a:pt x="2922" y="662"/>
                  <a:pt x="2260"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6" name="Google Shape;536;p7"/>
          <p:cNvGrpSpPr/>
          <p:nvPr/>
        </p:nvGrpSpPr>
        <p:grpSpPr>
          <a:xfrm>
            <a:off x="3690957" y="4568872"/>
            <a:ext cx="881035" cy="290677"/>
            <a:chOff x="3690957" y="4568872"/>
            <a:chExt cx="881035" cy="290677"/>
          </a:xfrm>
        </p:grpSpPr>
        <p:sp>
          <p:nvSpPr>
            <p:cNvPr id="537" name="Google Shape;537;p7"/>
            <p:cNvSpPr/>
            <p:nvPr/>
          </p:nvSpPr>
          <p:spPr>
            <a:xfrm>
              <a:off x="3690957" y="4568872"/>
              <a:ext cx="148483" cy="290677"/>
            </a:xfrm>
            <a:custGeom>
              <a:avLst/>
              <a:gdLst/>
              <a:ahLst/>
              <a:cxnLst/>
              <a:rect l="l" t="t" r="r" b="b"/>
              <a:pathLst>
                <a:path w="1204" h="2357" fill="none" extrusionOk="0">
                  <a:moveTo>
                    <a:pt x="0" y="0"/>
                  </a:moveTo>
                  <a:lnTo>
                    <a:pt x="1203"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7"/>
            <p:cNvSpPr/>
            <p:nvPr/>
          </p:nvSpPr>
          <p:spPr>
            <a:xfrm>
              <a:off x="3839318" y="4568872"/>
              <a:ext cx="145400" cy="290677"/>
            </a:xfrm>
            <a:custGeom>
              <a:avLst/>
              <a:gdLst/>
              <a:ahLst/>
              <a:cxnLst/>
              <a:rect l="l" t="t" r="r" b="b"/>
              <a:pathLst>
                <a:path w="1179" h="2357" fill="none" extrusionOk="0">
                  <a:moveTo>
                    <a:pt x="0" y="0"/>
                  </a:moveTo>
                  <a:lnTo>
                    <a:pt x="1178"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7"/>
            <p:cNvSpPr/>
            <p:nvPr/>
          </p:nvSpPr>
          <p:spPr>
            <a:xfrm>
              <a:off x="3984595" y="4568872"/>
              <a:ext cx="148483" cy="290677"/>
            </a:xfrm>
            <a:custGeom>
              <a:avLst/>
              <a:gdLst/>
              <a:ahLst/>
              <a:cxnLst/>
              <a:rect l="l" t="t" r="r" b="b"/>
              <a:pathLst>
                <a:path w="1204" h="2357" fill="none" extrusionOk="0">
                  <a:moveTo>
                    <a:pt x="0" y="0"/>
                  </a:moveTo>
                  <a:lnTo>
                    <a:pt x="1203"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7"/>
            <p:cNvSpPr/>
            <p:nvPr/>
          </p:nvSpPr>
          <p:spPr>
            <a:xfrm>
              <a:off x="4132955" y="4568872"/>
              <a:ext cx="145400" cy="290677"/>
            </a:xfrm>
            <a:custGeom>
              <a:avLst/>
              <a:gdLst/>
              <a:ahLst/>
              <a:cxnLst/>
              <a:rect l="l" t="t" r="r" b="b"/>
              <a:pathLst>
                <a:path w="1179" h="2357" fill="none" extrusionOk="0">
                  <a:moveTo>
                    <a:pt x="0" y="0"/>
                  </a:moveTo>
                  <a:lnTo>
                    <a:pt x="1178"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7"/>
            <p:cNvSpPr/>
            <p:nvPr/>
          </p:nvSpPr>
          <p:spPr>
            <a:xfrm>
              <a:off x="4278232" y="4568872"/>
              <a:ext cx="148483" cy="290677"/>
            </a:xfrm>
            <a:custGeom>
              <a:avLst/>
              <a:gdLst/>
              <a:ahLst/>
              <a:cxnLst/>
              <a:rect l="l" t="t" r="r" b="b"/>
              <a:pathLst>
                <a:path w="1204" h="2357" fill="none" extrusionOk="0">
                  <a:moveTo>
                    <a:pt x="0" y="0"/>
                  </a:moveTo>
                  <a:lnTo>
                    <a:pt x="1203"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7"/>
            <p:cNvSpPr/>
            <p:nvPr/>
          </p:nvSpPr>
          <p:spPr>
            <a:xfrm>
              <a:off x="4426592" y="4568872"/>
              <a:ext cx="145400" cy="290677"/>
            </a:xfrm>
            <a:custGeom>
              <a:avLst/>
              <a:gdLst/>
              <a:ahLst/>
              <a:cxnLst/>
              <a:rect l="l" t="t" r="r" b="b"/>
              <a:pathLst>
                <a:path w="1179" h="2357" fill="none" extrusionOk="0">
                  <a:moveTo>
                    <a:pt x="0" y="0"/>
                  </a:moveTo>
                  <a:lnTo>
                    <a:pt x="1178"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46"/>
        <p:cNvGrpSpPr/>
        <p:nvPr/>
      </p:nvGrpSpPr>
      <p:grpSpPr>
        <a:xfrm>
          <a:off x="0" y="0"/>
          <a:ext cx="0" cy="0"/>
          <a:chOff x="0" y="0"/>
          <a:chExt cx="0" cy="0"/>
        </a:xfrm>
      </p:grpSpPr>
      <p:grpSp>
        <p:nvGrpSpPr>
          <p:cNvPr id="547" name="Google Shape;547;p9"/>
          <p:cNvGrpSpPr/>
          <p:nvPr/>
        </p:nvGrpSpPr>
        <p:grpSpPr>
          <a:xfrm flipH="1">
            <a:off x="-271725" y="-1955550"/>
            <a:ext cx="7767703" cy="3383025"/>
            <a:chOff x="24125" y="294775"/>
            <a:chExt cx="7767703" cy="3383025"/>
          </a:xfrm>
        </p:grpSpPr>
        <p:sp>
          <p:nvSpPr>
            <p:cNvPr id="548" name="Google Shape;548;p9"/>
            <p:cNvSpPr/>
            <p:nvPr/>
          </p:nvSpPr>
          <p:spPr>
            <a:xfrm>
              <a:off x="1686375" y="607200"/>
              <a:ext cx="142125" cy="129550"/>
            </a:xfrm>
            <a:custGeom>
              <a:avLst/>
              <a:gdLst/>
              <a:ahLst/>
              <a:cxnLst/>
              <a:rect l="l" t="t" r="r" b="b"/>
              <a:pathLst>
                <a:path w="5685" h="5182" extrusionOk="0">
                  <a:moveTo>
                    <a:pt x="2834" y="1"/>
                  </a:moveTo>
                  <a:cubicBezTo>
                    <a:pt x="2169" y="1"/>
                    <a:pt x="1507" y="252"/>
                    <a:pt x="1005" y="754"/>
                  </a:cubicBezTo>
                  <a:cubicBezTo>
                    <a:pt x="1" y="1781"/>
                    <a:pt x="1" y="3402"/>
                    <a:pt x="1005" y="4429"/>
                  </a:cubicBezTo>
                  <a:cubicBezTo>
                    <a:pt x="1507" y="4931"/>
                    <a:pt x="2169" y="5182"/>
                    <a:pt x="2834" y="5182"/>
                  </a:cubicBezTo>
                  <a:cubicBezTo>
                    <a:pt x="3499" y="5182"/>
                    <a:pt x="4166" y="4931"/>
                    <a:pt x="4680" y="4429"/>
                  </a:cubicBezTo>
                  <a:cubicBezTo>
                    <a:pt x="5684" y="3402"/>
                    <a:pt x="5684" y="1781"/>
                    <a:pt x="4680" y="754"/>
                  </a:cubicBezTo>
                  <a:cubicBezTo>
                    <a:pt x="4166" y="252"/>
                    <a:pt x="3499" y="1"/>
                    <a:pt x="28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9"/>
            <p:cNvSpPr/>
            <p:nvPr/>
          </p:nvSpPr>
          <p:spPr>
            <a:xfrm>
              <a:off x="6609800" y="3191600"/>
              <a:ext cx="148950" cy="93025"/>
            </a:xfrm>
            <a:custGeom>
              <a:avLst/>
              <a:gdLst/>
              <a:ahLst/>
              <a:cxnLst/>
              <a:rect l="l" t="t" r="r" b="b"/>
              <a:pathLst>
                <a:path w="5958" h="3721" extrusionOk="0">
                  <a:moveTo>
                    <a:pt x="0" y="0"/>
                  </a:moveTo>
                  <a:lnTo>
                    <a:pt x="3584" y="3721"/>
                  </a:lnTo>
                  <a:lnTo>
                    <a:pt x="5958" y="3721"/>
                  </a:lnTo>
                  <a:lnTo>
                    <a:pt x="23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9"/>
            <p:cNvSpPr/>
            <p:nvPr/>
          </p:nvSpPr>
          <p:spPr>
            <a:xfrm>
              <a:off x="6721650" y="3191600"/>
              <a:ext cx="149525" cy="93025"/>
            </a:xfrm>
            <a:custGeom>
              <a:avLst/>
              <a:gdLst/>
              <a:ahLst/>
              <a:cxnLst/>
              <a:rect l="l" t="t" r="r" b="b"/>
              <a:pathLst>
                <a:path w="5981" h="3721" extrusionOk="0">
                  <a:moveTo>
                    <a:pt x="0" y="0"/>
                  </a:moveTo>
                  <a:lnTo>
                    <a:pt x="3584" y="3721"/>
                  </a:lnTo>
                  <a:lnTo>
                    <a:pt x="5980" y="3721"/>
                  </a:lnTo>
                  <a:lnTo>
                    <a:pt x="23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9"/>
            <p:cNvSpPr/>
            <p:nvPr/>
          </p:nvSpPr>
          <p:spPr>
            <a:xfrm>
              <a:off x="6834050" y="3191600"/>
              <a:ext cx="148975" cy="93025"/>
            </a:xfrm>
            <a:custGeom>
              <a:avLst/>
              <a:gdLst/>
              <a:ahLst/>
              <a:cxnLst/>
              <a:rect l="l" t="t" r="r" b="b"/>
              <a:pathLst>
                <a:path w="5959" h="3721" extrusionOk="0">
                  <a:moveTo>
                    <a:pt x="1" y="0"/>
                  </a:moveTo>
                  <a:lnTo>
                    <a:pt x="3584" y="3721"/>
                  </a:lnTo>
                  <a:lnTo>
                    <a:pt x="5958" y="3721"/>
                  </a:lnTo>
                  <a:lnTo>
                    <a:pt x="237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9"/>
            <p:cNvSpPr/>
            <p:nvPr/>
          </p:nvSpPr>
          <p:spPr>
            <a:xfrm>
              <a:off x="6945900" y="3191600"/>
              <a:ext cx="148950" cy="93025"/>
            </a:xfrm>
            <a:custGeom>
              <a:avLst/>
              <a:gdLst/>
              <a:ahLst/>
              <a:cxnLst/>
              <a:rect l="l" t="t" r="r" b="b"/>
              <a:pathLst>
                <a:path w="5958" h="3721" extrusionOk="0">
                  <a:moveTo>
                    <a:pt x="0" y="0"/>
                  </a:moveTo>
                  <a:lnTo>
                    <a:pt x="3584" y="3721"/>
                  </a:lnTo>
                  <a:lnTo>
                    <a:pt x="5958" y="3721"/>
                  </a:lnTo>
                  <a:lnTo>
                    <a:pt x="23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9"/>
            <p:cNvSpPr/>
            <p:nvPr/>
          </p:nvSpPr>
          <p:spPr>
            <a:xfrm>
              <a:off x="7057750" y="3191600"/>
              <a:ext cx="149525" cy="93025"/>
            </a:xfrm>
            <a:custGeom>
              <a:avLst/>
              <a:gdLst/>
              <a:ahLst/>
              <a:cxnLst/>
              <a:rect l="l" t="t" r="r" b="b"/>
              <a:pathLst>
                <a:path w="5981" h="3721" extrusionOk="0">
                  <a:moveTo>
                    <a:pt x="0" y="0"/>
                  </a:moveTo>
                  <a:lnTo>
                    <a:pt x="3607" y="3721"/>
                  </a:lnTo>
                  <a:lnTo>
                    <a:pt x="5980" y="3721"/>
                  </a:lnTo>
                  <a:lnTo>
                    <a:pt x="239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9"/>
            <p:cNvSpPr/>
            <p:nvPr/>
          </p:nvSpPr>
          <p:spPr>
            <a:xfrm>
              <a:off x="7170150" y="3191600"/>
              <a:ext cx="148975" cy="93025"/>
            </a:xfrm>
            <a:custGeom>
              <a:avLst/>
              <a:gdLst/>
              <a:ahLst/>
              <a:cxnLst/>
              <a:rect l="l" t="t" r="r" b="b"/>
              <a:pathLst>
                <a:path w="5959" h="3721" extrusionOk="0">
                  <a:moveTo>
                    <a:pt x="1" y="0"/>
                  </a:moveTo>
                  <a:lnTo>
                    <a:pt x="3584" y="3721"/>
                  </a:lnTo>
                  <a:lnTo>
                    <a:pt x="5958" y="3721"/>
                  </a:lnTo>
                  <a:lnTo>
                    <a:pt x="237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9"/>
            <p:cNvSpPr/>
            <p:nvPr/>
          </p:nvSpPr>
          <p:spPr>
            <a:xfrm>
              <a:off x="7282000" y="3191600"/>
              <a:ext cx="149525" cy="93025"/>
            </a:xfrm>
            <a:custGeom>
              <a:avLst/>
              <a:gdLst/>
              <a:ahLst/>
              <a:cxnLst/>
              <a:rect l="l" t="t" r="r" b="b"/>
              <a:pathLst>
                <a:path w="5981" h="3721" extrusionOk="0">
                  <a:moveTo>
                    <a:pt x="1" y="0"/>
                  </a:moveTo>
                  <a:lnTo>
                    <a:pt x="3584" y="3721"/>
                  </a:lnTo>
                  <a:lnTo>
                    <a:pt x="5981" y="3721"/>
                  </a:lnTo>
                  <a:lnTo>
                    <a:pt x="23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9"/>
            <p:cNvSpPr/>
            <p:nvPr/>
          </p:nvSpPr>
          <p:spPr>
            <a:xfrm>
              <a:off x="2406525" y="1218350"/>
              <a:ext cx="5385303" cy="1110475"/>
            </a:xfrm>
            <a:custGeom>
              <a:avLst/>
              <a:gdLst/>
              <a:ahLst/>
              <a:cxnLst/>
              <a:rect l="l" t="t" r="r" b="b"/>
              <a:pathLst>
                <a:path w="206136" h="44419" extrusionOk="0">
                  <a:moveTo>
                    <a:pt x="183" y="0"/>
                  </a:moveTo>
                  <a:cubicBezTo>
                    <a:pt x="91" y="0"/>
                    <a:pt x="0" y="92"/>
                    <a:pt x="0" y="206"/>
                  </a:cubicBezTo>
                  <a:cubicBezTo>
                    <a:pt x="0" y="297"/>
                    <a:pt x="91" y="388"/>
                    <a:pt x="183" y="388"/>
                  </a:cubicBezTo>
                  <a:lnTo>
                    <a:pt x="31887" y="388"/>
                  </a:lnTo>
                  <a:lnTo>
                    <a:pt x="54507" y="23031"/>
                  </a:lnTo>
                  <a:lnTo>
                    <a:pt x="101870" y="23031"/>
                  </a:lnTo>
                  <a:lnTo>
                    <a:pt x="123257" y="44418"/>
                  </a:lnTo>
                  <a:lnTo>
                    <a:pt x="205930" y="44418"/>
                  </a:lnTo>
                  <a:cubicBezTo>
                    <a:pt x="206044" y="44418"/>
                    <a:pt x="206136" y="44327"/>
                    <a:pt x="206136" y="44213"/>
                  </a:cubicBezTo>
                  <a:cubicBezTo>
                    <a:pt x="206136" y="44122"/>
                    <a:pt x="206044" y="44030"/>
                    <a:pt x="205930" y="44030"/>
                  </a:cubicBezTo>
                  <a:lnTo>
                    <a:pt x="123417" y="44030"/>
                  </a:lnTo>
                  <a:lnTo>
                    <a:pt x="102029" y="22643"/>
                  </a:lnTo>
                  <a:lnTo>
                    <a:pt x="54667" y="22643"/>
                  </a:lnTo>
                  <a:lnTo>
                    <a:pt x="3202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9"/>
            <p:cNvSpPr/>
            <p:nvPr/>
          </p:nvSpPr>
          <p:spPr>
            <a:xfrm>
              <a:off x="987925" y="355975"/>
              <a:ext cx="6210225" cy="1468400"/>
            </a:xfrm>
            <a:custGeom>
              <a:avLst/>
              <a:gdLst/>
              <a:ahLst/>
              <a:cxnLst/>
              <a:rect l="l" t="t" r="r" b="b"/>
              <a:pathLst>
                <a:path w="248409" h="58736" extrusionOk="0">
                  <a:moveTo>
                    <a:pt x="248203" y="1"/>
                  </a:moveTo>
                  <a:cubicBezTo>
                    <a:pt x="248151" y="1"/>
                    <a:pt x="248100" y="18"/>
                    <a:pt x="248066" y="52"/>
                  </a:cubicBezTo>
                  <a:lnTo>
                    <a:pt x="196663" y="51455"/>
                  </a:lnTo>
                  <a:lnTo>
                    <a:pt x="175778" y="51455"/>
                  </a:lnTo>
                  <a:lnTo>
                    <a:pt x="155760" y="31460"/>
                  </a:lnTo>
                  <a:lnTo>
                    <a:pt x="121112" y="31460"/>
                  </a:lnTo>
                  <a:lnTo>
                    <a:pt x="94200" y="58371"/>
                  </a:lnTo>
                  <a:lnTo>
                    <a:pt x="183" y="58371"/>
                  </a:lnTo>
                  <a:cubicBezTo>
                    <a:pt x="92" y="58371"/>
                    <a:pt x="0" y="58439"/>
                    <a:pt x="0" y="58553"/>
                  </a:cubicBezTo>
                  <a:cubicBezTo>
                    <a:pt x="0" y="58645"/>
                    <a:pt x="92" y="58736"/>
                    <a:pt x="183" y="58736"/>
                  </a:cubicBezTo>
                  <a:lnTo>
                    <a:pt x="94360" y="58736"/>
                  </a:lnTo>
                  <a:lnTo>
                    <a:pt x="121248" y="31848"/>
                  </a:lnTo>
                  <a:lnTo>
                    <a:pt x="155623" y="31848"/>
                  </a:lnTo>
                  <a:lnTo>
                    <a:pt x="175618" y="51843"/>
                  </a:lnTo>
                  <a:lnTo>
                    <a:pt x="196823" y="51843"/>
                  </a:lnTo>
                  <a:lnTo>
                    <a:pt x="248340" y="326"/>
                  </a:lnTo>
                  <a:cubicBezTo>
                    <a:pt x="248408" y="235"/>
                    <a:pt x="248408" y="121"/>
                    <a:pt x="248340" y="52"/>
                  </a:cubicBezTo>
                  <a:cubicBezTo>
                    <a:pt x="248306" y="18"/>
                    <a:pt x="248254" y="1"/>
                    <a:pt x="2482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9"/>
            <p:cNvSpPr/>
            <p:nvPr/>
          </p:nvSpPr>
          <p:spPr>
            <a:xfrm>
              <a:off x="1265250" y="1389550"/>
              <a:ext cx="6299250" cy="1955000"/>
            </a:xfrm>
            <a:custGeom>
              <a:avLst/>
              <a:gdLst/>
              <a:ahLst/>
              <a:cxnLst/>
              <a:rect l="l" t="t" r="r" b="b"/>
              <a:pathLst>
                <a:path w="251970" h="78200" extrusionOk="0">
                  <a:moveTo>
                    <a:pt x="389" y="0"/>
                  </a:moveTo>
                  <a:cubicBezTo>
                    <a:pt x="160" y="0"/>
                    <a:pt x="1" y="183"/>
                    <a:pt x="1" y="388"/>
                  </a:cubicBezTo>
                  <a:cubicBezTo>
                    <a:pt x="1" y="593"/>
                    <a:pt x="160" y="776"/>
                    <a:pt x="389" y="776"/>
                  </a:cubicBezTo>
                  <a:lnTo>
                    <a:pt x="66217" y="776"/>
                  </a:lnTo>
                  <a:lnTo>
                    <a:pt x="89179" y="23738"/>
                  </a:lnTo>
                  <a:lnTo>
                    <a:pt x="125197" y="23738"/>
                  </a:lnTo>
                  <a:lnTo>
                    <a:pt x="179659" y="78199"/>
                  </a:lnTo>
                  <a:lnTo>
                    <a:pt x="251581" y="78199"/>
                  </a:lnTo>
                  <a:cubicBezTo>
                    <a:pt x="251787" y="78199"/>
                    <a:pt x="251969" y="78040"/>
                    <a:pt x="251969" y="77834"/>
                  </a:cubicBezTo>
                  <a:cubicBezTo>
                    <a:pt x="251969" y="77606"/>
                    <a:pt x="251787" y="77446"/>
                    <a:pt x="251581" y="77446"/>
                  </a:cubicBezTo>
                  <a:lnTo>
                    <a:pt x="179978" y="77446"/>
                  </a:lnTo>
                  <a:lnTo>
                    <a:pt x="125517" y="22962"/>
                  </a:lnTo>
                  <a:lnTo>
                    <a:pt x="89499" y="22962"/>
                  </a:lnTo>
                  <a:lnTo>
                    <a:pt x="665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9"/>
            <p:cNvSpPr/>
            <p:nvPr/>
          </p:nvSpPr>
          <p:spPr>
            <a:xfrm>
              <a:off x="1631600" y="1974425"/>
              <a:ext cx="6160000" cy="1095650"/>
            </a:xfrm>
            <a:custGeom>
              <a:avLst/>
              <a:gdLst/>
              <a:ahLst/>
              <a:cxnLst/>
              <a:rect l="l" t="t" r="r" b="b"/>
              <a:pathLst>
                <a:path w="246400" h="43826" extrusionOk="0">
                  <a:moveTo>
                    <a:pt x="183" y="1"/>
                  </a:moveTo>
                  <a:cubicBezTo>
                    <a:pt x="69" y="1"/>
                    <a:pt x="0" y="92"/>
                    <a:pt x="0" y="206"/>
                  </a:cubicBezTo>
                  <a:cubicBezTo>
                    <a:pt x="0" y="298"/>
                    <a:pt x="69" y="389"/>
                    <a:pt x="183" y="389"/>
                  </a:cubicBezTo>
                  <a:lnTo>
                    <a:pt x="61286" y="389"/>
                  </a:lnTo>
                  <a:lnTo>
                    <a:pt x="104723" y="43825"/>
                  </a:lnTo>
                  <a:lnTo>
                    <a:pt x="165210" y="43825"/>
                  </a:lnTo>
                  <a:lnTo>
                    <a:pt x="207414" y="1599"/>
                  </a:lnTo>
                  <a:lnTo>
                    <a:pt x="246217" y="1599"/>
                  </a:lnTo>
                  <a:cubicBezTo>
                    <a:pt x="246308" y="1599"/>
                    <a:pt x="246400" y="1507"/>
                    <a:pt x="246400" y="1416"/>
                  </a:cubicBezTo>
                  <a:cubicBezTo>
                    <a:pt x="246400" y="1302"/>
                    <a:pt x="246308" y="1233"/>
                    <a:pt x="246217" y="1233"/>
                  </a:cubicBezTo>
                  <a:lnTo>
                    <a:pt x="207254" y="1233"/>
                  </a:lnTo>
                  <a:lnTo>
                    <a:pt x="165050" y="43437"/>
                  </a:lnTo>
                  <a:lnTo>
                    <a:pt x="104883" y="43437"/>
                  </a:lnTo>
                  <a:lnTo>
                    <a:pt x="614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9"/>
            <p:cNvSpPr/>
            <p:nvPr/>
          </p:nvSpPr>
          <p:spPr>
            <a:xfrm>
              <a:off x="1978550" y="331575"/>
              <a:ext cx="4691750" cy="1289675"/>
            </a:xfrm>
            <a:custGeom>
              <a:avLst/>
              <a:gdLst/>
              <a:ahLst/>
              <a:cxnLst/>
              <a:rect l="l" t="t" r="r" b="b"/>
              <a:pathLst>
                <a:path w="187670" h="51587" extrusionOk="0">
                  <a:moveTo>
                    <a:pt x="187453" y="1"/>
                  </a:moveTo>
                  <a:cubicBezTo>
                    <a:pt x="187407" y="1"/>
                    <a:pt x="187362" y="24"/>
                    <a:pt x="187327" y="69"/>
                  </a:cubicBezTo>
                  <a:lnTo>
                    <a:pt x="143594" y="43780"/>
                  </a:lnTo>
                  <a:lnTo>
                    <a:pt x="103992" y="43780"/>
                  </a:lnTo>
                  <a:lnTo>
                    <a:pt x="87444" y="27232"/>
                  </a:lnTo>
                  <a:lnTo>
                    <a:pt x="46838" y="27232"/>
                  </a:lnTo>
                  <a:lnTo>
                    <a:pt x="22871" y="51198"/>
                  </a:lnTo>
                  <a:lnTo>
                    <a:pt x="183" y="51198"/>
                  </a:lnTo>
                  <a:cubicBezTo>
                    <a:pt x="91" y="51198"/>
                    <a:pt x="0" y="51289"/>
                    <a:pt x="0" y="51403"/>
                  </a:cubicBezTo>
                  <a:cubicBezTo>
                    <a:pt x="0" y="51495"/>
                    <a:pt x="91" y="51586"/>
                    <a:pt x="183" y="51586"/>
                  </a:cubicBezTo>
                  <a:lnTo>
                    <a:pt x="23031" y="51586"/>
                  </a:lnTo>
                  <a:lnTo>
                    <a:pt x="46997" y="27620"/>
                  </a:lnTo>
                  <a:lnTo>
                    <a:pt x="87284" y="27620"/>
                  </a:lnTo>
                  <a:lnTo>
                    <a:pt x="103833" y="44168"/>
                  </a:lnTo>
                  <a:lnTo>
                    <a:pt x="143754" y="44168"/>
                  </a:lnTo>
                  <a:lnTo>
                    <a:pt x="187579" y="321"/>
                  </a:lnTo>
                  <a:cubicBezTo>
                    <a:pt x="187670" y="252"/>
                    <a:pt x="187670" y="138"/>
                    <a:pt x="187579" y="69"/>
                  </a:cubicBezTo>
                  <a:cubicBezTo>
                    <a:pt x="187544" y="24"/>
                    <a:pt x="187499" y="1"/>
                    <a:pt x="1874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9"/>
            <p:cNvSpPr/>
            <p:nvPr/>
          </p:nvSpPr>
          <p:spPr>
            <a:xfrm>
              <a:off x="937150" y="2104550"/>
              <a:ext cx="6622775" cy="1510475"/>
            </a:xfrm>
            <a:custGeom>
              <a:avLst/>
              <a:gdLst/>
              <a:ahLst/>
              <a:cxnLst/>
              <a:rect l="l" t="t" r="r" b="b"/>
              <a:pathLst>
                <a:path w="264911" h="60419" extrusionOk="0">
                  <a:moveTo>
                    <a:pt x="183" y="0"/>
                  </a:moveTo>
                  <a:cubicBezTo>
                    <a:pt x="91" y="0"/>
                    <a:pt x="0" y="69"/>
                    <a:pt x="0" y="183"/>
                  </a:cubicBezTo>
                  <a:cubicBezTo>
                    <a:pt x="0" y="297"/>
                    <a:pt x="91" y="365"/>
                    <a:pt x="183" y="365"/>
                  </a:cubicBezTo>
                  <a:lnTo>
                    <a:pt x="57177" y="365"/>
                  </a:lnTo>
                  <a:lnTo>
                    <a:pt x="70941" y="14129"/>
                  </a:lnTo>
                  <a:lnTo>
                    <a:pt x="129214" y="14129"/>
                  </a:lnTo>
                  <a:lnTo>
                    <a:pt x="175504" y="60419"/>
                  </a:lnTo>
                  <a:lnTo>
                    <a:pt x="203419" y="60419"/>
                  </a:lnTo>
                  <a:lnTo>
                    <a:pt x="232316" y="31499"/>
                  </a:lnTo>
                  <a:lnTo>
                    <a:pt x="264705" y="31499"/>
                  </a:lnTo>
                  <a:cubicBezTo>
                    <a:pt x="264819" y="31499"/>
                    <a:pt x="264911" y="31430"/>
                    <a:pt x="264911" y="31316"/>
                  </a:cubicBezTo>
                  <a:cubicBezTo>
                    <a:pt x="264911" y="31225"/>
                    <a:pt x="264819" y="31134"/>
                    <a:pt x="264705" y="31134"/>
                  </a:cubicBezTo>
                  <a:lnTo>
                    <a:pt x="232156" y="31134"/>
                  </a:lnTo>
                  <a:lnTo>
                    <a:pt x="203259" y="60031"/>
                  </a:lnTo>
                  <a:lnTo>
                    <a:pt x="175664" y="60031"/>
                  </a:lnTo>
                  <a:lnTo>
                    <a:pt x="129374" y="13764"/>
                  </a:lnTo>
                  <a:lnTo>
                    <a:pt x="71101" y="13764"/>
                  </a:lnTo>
                  <a:lnTo>
                    <a:pt x="573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9"/>
            <p:cNvSpPr/>
            <p:nvPr/>
          </p:nvSpPr>
          <p:spPr>
            <a:xfrm>
              <a:off x="1664700" y="294775"/>
              <a:ext cx="3135650" cy="766675"/>
            </a:xfrm>
            <a:custGeom>
              <a:avLst/>
              <a:gdLst/>
              <a:ahLst/>
              <a:cxnLst/>
              <a:rect l="l" t="t" r="r" b="b"/>
              <a:pathLst>
                <a:path w="125426" h="30667" extrusionOk="0">
                  <a:moveTo>
                    <a:pt x="125014" y="1"/>
                  </a:moveTo>
                  <a:cubicBezTo>
                    <a:pt x="124917" y="1"/>
                    <a:pt x="124820" y="35"/>
                    <a:pt x="124741" y="103"/>
                  </a:cubicBezTo>
                  <a:lnTo>
                    <a:pt x="111936" y="12931"/>
                  </a:lnTo>
                  <a:lnTo>
                    <a:pt x="47020" y="12931"/>
                  </a:lnTo>
                  <a:lnTo>
                    <a:pt x="30016" y="29913"/>
                  </a:lnTo>
                  <a:lnTo>
                    <a:pt x="388" y="29913"/>
                  </a:lnTo>
                  <a:cubicBezTo>
                    <a:pt x="160" y="29913"/>
                    <a:pt x="0" y="30073"/>
                    <a:pt x="0" y="30301"/>
                  </a:cubicBezTo>
                  <a:cubicBezTo>
                    <a:pt x="0" y="30507"/>
                    <a:pt x="160" y="30666"/>
                    <a:pt x="388" y="30666"/>
                  </a:cubicBezTo>
                  <a:lnTo>
                    <a:pt x="30335" y="30666"/>
                  </a:lnTo>
                  <a:lnTo>
                    <a:pt x="47340" y="13685"/>
                  </a:lnTo>
                  <a:lnTo>
                    <a:pt x="112255" y="13685"/>
                  </a:lnTo>
                  <a:lnTo>
                    <a:pt x="125288" y="651"/>
                  </a:lnTo>
                  <a:cubicBezTo>
                    <a:pt x="125425" y="514"/>
                    <a:pt x="125425" y="263"/>
                    <a:pt x="125288" y="103"/>
                  </a:cubicBezTo>
                  <a:cubicBezTo>
                    <a:pt x="125208" y="35"/>
                    <a:pt x="125111" y="1"/>
                    <a:pt x="1250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9"/>
            <p:cNvSpPr/>
            <p:nvPr/>
          </p:nvSpPr>
          <p:spPr>
            <a:xfrm>
              <a:off x="100600" y="2193550"/>
              <a:ext cx="3410675" cy="530725"/>
            </a:xfrm>
            <a:custGeom>
              <a:avLst/>
              <a:gdLst/>
              <a:ahLst/>
              <a:cxnLst/>
              <a:rect l="l" t="t" r="r" b="b"/>
              <a:pathLst>
                <a:path w="136427" h="21229" extrusionOk="0">
                  <a:moveTo>
                    <a:pt x="20748" y="1"/>
                  </a:moveTo>
                  <a:lnTo>
                    <a:pt x="160" y="20589"/>
                  </a:lnTo>
                  <a:cubicBezTo>
                    <a:pt x="0" y="20726"/>
                    <a:pt x="0" y="20977"/>
                    <a:pt x="160" y="21114"/>
                  </a:cubicBezTo>
                  <a:cubicBezTo>
                    <a:pt x="228" y="21205"/>
                    <a:pt x="342" y="21228"/>
                    <a:pt x="434" y="21228"/>
                  </a:cubicBezTo>
                  <a:cubicBezTo>
                    <a:pt x="525" y="21228"/>
                    <a:pt x="616" y="21205"/>
                    <a:pt x="708" y="21114"/>
                  </a:cubicBezTo>
                  <a:lnTo>
                    <a:pt x="21045" y="777"/>
                  </a:lnTo>
                  <a:lnTo>
                    <a:pt x="85390" y="777"/>
                  </a:lnTo>
                  <a:lnTo>
                    <a:pt x="103307" y="18672"/>
                  </a:lnTo>
                  <a:lnTo>
                    <a:pt x="136039" y="18672"/>
                  </a:lnTo>
                  <a:cubicBezTo>
                    <a:pt x="136267" y="18672"/>
                    <a:pt x="136427" y="18512"/>
                    <a:pt x="136427" y="18307"/>
                  </a:cubicBezTo>
                  <a:cubicBezTo>
                    <a:pt x="136427" y="18078"/>
                    <a:pt x="136267" y="17919"/>
                    <a:pt x="136039" y="17919"/>
                  </a:cubicBezTo>
                  <a:lnTo>
                    <a:pt x="103627" y="17919"/>
                  </a:lnTo>
                  <a:lnTo>
                    <a:pt x="857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9"/>
            <p:cNvSpPr/>
            <p:nvPr/>
          </p:nvSpPr>
          <p:spPr>
            <a:xfrm>
              <a:off x="106300" y="832600"/>
              <a:ext cx="2024625" cy="395475"/>
            </a:xfrm>
            <a:custGeom>
              <a:avLst/>
              <a:gdLst/>
              <a:ahLst/>
              <a:cxnLst/>
              <a:rect l="l" t="t" r="r" b="b"/>
              <a:pathLst>
                <a:path w="80985" h="15819" extrusionOk="0">
                  <a:moveTo>
                    <a:pt x="206" y="1"/>
                  </a:moveTo>
                  <a:cubicBezTo>
                    <a:pt x="92" y="1"/>
                    <a:pt x="0" y="92"/>
                    <a:pt x="0" y="183"/>
                  </a:cubicBezTo>
                  <a:cubicBezTo>
                    <a:pt x="0" y="297"/>
                    <a:pt x="92" y="389"/>
                    <a:pt x="206" y="389"/>
                  </a:cubicBezTo>
                  <a:lnTo>
                    <a:pt x="37297" y="389"/>
                  </a:lnTo>
                  <a:lnTo>
                    <a:pt x="52750" y="15818"/>
                  </a:lnTo>
                  <a:lnTo>
                    <a:pt x="80779" y="15818"/>
                  </a:lnTo>
                  <a:cubicBezTo>
                    <a:pt x="80893" y="15818"/>
                    <a:pt x="80985" y="15727"/>
                    <a:pt x="80985" y="15636"/>
                  </a:cubicBezTo>
                  <a:cubicBezTo>
                    <a:pt x="80985" y="15522"/>
                    <a:pt x="80893" y="15430"/>
                    <a:pt x="80779" y="15430"/>
                  </a:cubicBezTo>
                  <a:lnTo>
                    <a:pt x="52909" y="15430"/>
                  </a:lnTo>
                  <a:lnTo>
                    <a:pt x="374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9"/>
            <p:cNvSpPr/>
            <p:nvPr/>
          </p:nvSpPr>
          <p:spPr>
            <a:xfrm>
              <a:off x="24125" y="1108225"/>
              <a:ext cx="1654850" cy="513025"/>
            </a:xfrm>
            <a:custGeom>
              <a:avLst/>
              <a:gdLst/>
              <a:ahLst/>
              <a:cxnLst/>
              <a:rect l="l" t="t" r="r" b="b"/>
              <a:pathLst>
                <a:path w="66194" h="20521" extrusionOk="0">
                  <a:moveTo>
                    <a:pt x="183" y="0"/>
                  </a:moveTo>
                  <a:cubicBezTo>
                    <a:pt x="92" y="0"/>
                    <a:pt x="1" y="91"/>
                    <a:pt x="1" y="206"/>
                  </a:cubicBezTo>
                  <a:cubicBezTo>
                    <a:pt x="1" y="297"/>
                    <a:pt x="92" y="388"/>
                    <a:pt x="183" y="388"/>
                  </a:cubicBezTo>
                  <a:lnTo>
                    <a:pt x="25245" y="388"/>
                  </a:lnTo>
                  <a:lnTo>
                    <a:pt x="45377" y="20520"/>
                  </a:lnTo>
                  <a:lnTo>
                    <a:pt x="66011" y="20520"/>
                  </a:lnTo>
                  <a:cubicBezTo>
                    <a:pt x="66103" y="20520"/>
                    <a:pt x="66194" y="20429"/>
                    <a:pt x="66194" y="20337"/>
                  </a:cubicBezTo>
                  <a:cubicBezTo>
                    <a:pt x="66194" y="20223"/>
                    <a:pt x="66103" y="20132"/>
                    <a:pt x="66011" y="20132"/>
                  </a:cubicBezTo>
                  <a:lnTo>
                    <a:pt x="45537" y="20132"/>
                  </a:lnTo>
                  <a:lnTo>
                    <a:pt x="25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9"/>
            <p:cNvSpPr/>
            <p:nvPr/>
          </p:nvSpPr>
          <p:spPr>
            <a:xfrm>
              <a:off x="24125" y="1371850"/>
              <a:ext cx="979225" cy="451975"/>
            </a:xfrm>
            <a:custGeom>
              <a:avLst/>
              <a:gdLst/>
              <a:ahLst/>
              <a:cxnLst/>
              <a:rect l="l" t="t" r="r" b="b"/>
              <a:pathLst>
                <a:path w="39169" h="18079" extrusionOk="0">
                  <a:moveTo>
                    <a:pt x="183" y="0"/>
                  </a:moveTo>
                  <a:cubicBezTo>
                    <a:pt x="92" y="0"/>
                    <a:pt x="1" y="92"/>
                    <a:pt x="1" y="206"/>
                  </a:cubicBezTo>
                  <a:cubicBezTo>
                    <a:pt x="1" y="297"/>
                    <a:pt x="92" y="388"/>
                    <a:pt x="183" y="388"/>
                  </a:cubicBezTo>
                  <a:lnTo>
                    <a:pt x="21182" y="388"/>
                  </a:lnTo>
                  <a:lnTo>
                    <a:pt x="38826" y="18010"/>
                  </a:lnTo>
                  <a:cubicBezTo>
                    <a:pt x="38849" y="18055"/>
                    <a:pt x="38895" y="18078"/>
                    <a:pt x="38940" y="18078"/>
                  </a:cubicBezTo>
                  <a:cubicBezTo>
                    <a:pt x="39009" y="18078"/>
                    <a:pt x="39055" y="18055"/>
                    <a:pt x="39077" y="18010"/>
                  </a:cubicBezTo>
                  <a:cubicBezTo>
                    <a:pt x="39169" y="17941"/>
                    <a:pt x="39169" y="17827"/>
                    <a:pt x="39077" y="17736"/>
                  </a:cubicBezTo>
                  <a:lnTo>
                    <a:pt x="213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9"/>
            <p:cNvSpPr/>
            <p:nvPr/>
          </p:nvSpPr>
          <p:spPr>
            <a:xfrm>
              <a:off x="5585500" y="1408375"/>
              <a:ext cx="1529900" cy="580350"/>
            </a:xfrm>
            <a:custGeom>
              <a:avLst/>
              <a:gdLst/>
              <a:ahLst/>
              <a:cxnLst/>
              <a:rect l="l" t="t" r="r" b="b"/>
              <a:pathLst>
                <a:path w="61196" h="23214" extrusionOk="0">
                  <a:moveTo>
                    <a:pt x="49121" y="0"/>
                  </a:moveTo>
                  <a:lnTo>
                    <a:pt x="26661" y="22460"/>
                  </a:lnTo>
                  <a:lnTo>
                    <a:pt x="389" y="22460"/>
                  </a:lnTo>
                  <a:cubicBezTo>
                    <a:pt x="161" y="22460"/>
                    <a:pt x="1" y="22620"/>
                    <a:pt x="1" y="22848"/>
                  </a:cubicBezTo>
                  <a:cubicBezTo>
                    <a:pt x="1" y="23054"/>
                    <a:pt x="161" y="23214"/>
                    <a:pt x="389" y="23214"/>
                  </a:cubicBezTo>
                  <a:lnTo>
                    <a:pt x="26980" y="23214"/>
                  </a:lnTo>
                  <a:lnTo>
                    <a:pt x="49441" y="776"/>
                  </a:lnTo>
                  <a:lnTo>
                    <a:pt x="60808" y="776"/>
                  </a:lnTo>
                  <a:cubicBezTo>
                    <a:pt x="61013" y="776"/>
                    <a:pt x="61196" y="594"/>
                    <a:pt x="61196" y="388"/>
                  </a:cubicBezTo>
                  <a:cubicBezTo>
                    <a:pt x="61196" y="183"/>
                    <a:pt x="61013" y="0"/>
                    <a:pt x="608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9"/>
            <p:cNvSpPr/>
            <p:nvPr/>
          </p:nvSpPr>
          <p:spPr>
            <a:xfrm>
              <a:off x="5953000" y="3543100"/>
              <a:ext cx="134700" cy="134700"/>
            </a:xfrm>
            <a:custGeom>
              <a:avLst/>
              <a:gdLst/>
              <a:ahLst/>
              <a:cxnLst/>
              <a:rect l="l" t="t" r="r" b="b"/>
              <a:pathLst>
                <a:path w="5388" h="5388" extrusionOk="0">
                  <a:moveTo>
                    <a:pt x="2694" y="366"/>
                  </a:moveTo>
                  <a:cubicBezTo>
                    <a:pt x="3972" y="366"/>
                    <a:pt x="5022" y="1416"/>
                    <a:pt x="5022" y="2694"/>
                  </a:cubicBezTo>
                  <a:cubicBezTo>
                    <a:pt x="5022" y="3949"/>
                    <a:pt x="3972" y="4999"/>
                    <a:pt x="2694" y="4999"/>
                  </a:cubicBezTo>
                  <a:cubicBezTo>
                    <a:pt x="1416" y="4999"/>
                    <a:pt x="388" y="3949"/>
                    <a:pt x="388" y="2694"/>
                  </a:cubicBezTo>
                  <a:cubicBezTo>
                    <a:pt x="388" y="1416"/>
                    <a:pt x="1416" y="366"/>
                    <a:pt x="2694" y="366"/>
                  </a:cubicBezTo>
                  <a:close/>
                  <a:moveTo>
                    <a:pt x="2694" y="1"/>
                  </a:moveTo>
                  <a:cubicBezTo>
                    <a:pt x="1210" y="1"/>
                    <a:pt x="0" y="1187"/>
                    <a:pt x="0" y="2694"/>
                  </a:cubicBezTo>
                  <a:cubicBezTo>
                    <a:pt x="0" y="4178"/>
                    <a:pt x="1210" y="5387"/>
                    <a:pt x="2694" y="5387"/>
                  </a:cubicBezTo>
                  <a:cubicBezTo>
                    <a:pt x="4177" y="5387"/>
                    <a:pt x="5387" y="4178"/>
                    <a:pt x="5387" y="2694"/>
                  </a:cubicBezTo>
                  <a:cubicBezTo>
                    <a:pt x="5387" y="1187"/>
                    <a:pt x="4177"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9"/>
            <p:cNvSpPr/>
            <p:nvPr/>
          </p:nvSpPr>
          <p:spPr>
            <a:xfrm>
              <a:off x="5976400" y="3566500"/>
              <a:ext cx="87900" cy="87325"/>
            </a:xfrm>
            <a:custGeom>
              <a:avLst/>
              <a:gdLst/>
              <a:ahLst/>
              <a:cxnLst/>
              <a:rect l="l" t="t" r="r" b="b"/>
              <a:pathLst>
                <a:path w="3516" h="3493" extrusionOk="0">
                  <a:moveTo>
                    <a:pt x="1758" y="0"/>
                  </a:moveTo>
                  <a:cubicBezTo>
                    <a:pt x="799" y="0"/>
                    <a:pt x="0" y="776"/>
                    <a:pt x="0" y="1758"/>
                  </a:cubicBezTo>
                  <a:cubicBezTo>
                    <a:pt x="0" y="2717"/>
                    <a:pt x="799" y="3493"/>
                    <a:pt x="1758" y="3493"/>
                  </a:cubicBezTo>
                  <a:cubicBezTo>
                    <a:pt x="2739" y="3493"/>
                    <a:pt x="3515" y="2717"/>
                    <a:pt x="3515" y="1758"/>
                  </a:cubicBezTo>
                  <a:cubicBezTo>
                    <a:pt x="3515" y="776"/>
                    <a:pt x="2739"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9"/>
            <p:cNvSpPr/>
            <p:nvPr/>
          </p:nvSpPr>
          <p:spPr>
            <a:xfrm>
              <a:off x="5421175" y="2256325"/>
              <a:ext cx="134700" cy="134700"/>
            </a:xfrm>
            <a:custGeom>
              <a:avLst/>
              <a:gdLst/>
              <a:ahLst/>
              <a:cxnLst/>
              <a:rect l="l" t="t" r="r" b="b"/>
              <a:pathLst>
                <a:path w="5388" h="5388" extrusionOk="0">
                  <a:moveTo>
                    <a:pt x="2694" y="389"/>
                  </a:moveTo>
                  <a:cubicBezTo>
                    <a:pt x="3972" y="389"/>
                    <a:pt x="4999" y="1416"/>
                    <a:pt x="4999" y="2694"/>
                  </a:cubicBezTo>
                  <a:cubicBezTo>
                    <a:pt x="4999" y="3972"/>
                    <a:pt x="3972" y="5022"/>
                    <a:pt x="2694" y="5022"/>
                  </a:cubicBezTo>
                  <a:cubicBezTo>
                    <a:pt x="1415" y="5022"/>
                    <a:pt x="365" y="3972"/>
                    <a:pt x="365" y="2694"/>
                  </a:cubicBezTo>
                  <a:cubicBezTo>
                    <a:pt x="365" y="1416"/>
                    <a:pt x="1415" y="389"/>
                    <a:pt x="2694" y="389"/>
                  </a:cubicBezTo>
                  <a:close/>
                  <a:moveTo>
                    <a:pt x="2694" y="1"/>
                  </a:moveTo>
                  <a:cubicBezTo>
                    <a:pt x="1210" y="1"/>
                    <a:pt x="0" y="1210"/>
                    <a:pt x="0" y="2694"/>
                  </a:cubicBezTo>
                  <a:cubicBezTo>
                    <a:pt x="0" y="4178"/>
                    <a:pt x="1210" y="5387"/>
                    <a:pt x="2694" y="5387"/>
                  </a:cubicBezTo>
                  <a:cubicBezTo>
                    <a:pt x="4177" y="5387"/>
                    <a:pt x="5387" y="4178"/>
                    <a:pt x="5387" y="2694"/>
                  </a:cubicBezTo>
                  <a:cubicBezTo>
                    <a:pt x="5387" y="1210"/>
                    <a:pt x="4177"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9"/>
            <p:cNvSpPr/>
            <p:nvPr/>
          </p:nvSpPr>
          <p:spPr>
            <a:xfrm>
              <a:off x="5444575" y="2279725"/>
              <a:ext cx="87900" cy="87900"/>
            </a:xfrm>
            <a:custGeom>
              <a:avLst/>
              <a:gdLst/>
              <a:ahLst/>
              <a:cxnLst/>
              <a:rect l="l" t="t" r="r" b="b"/>
              <a:pathLst>
                <a:path w="3516" h="3516" extrusionOk="0">
                  <a:moveTo>
                    <a:pt x="1758" y="0"/>
                  </a:moveTo>
                  <a:cubicBezTo>
                    <a:pt x="776" y="0"/>
                    <a:pt x="0" y="799"/>
                    <a:pt x="0" y="1758"/>
                  </a:cubicBezTo>
                  <a:cubicBezTo>
                    <a:pt x="0" y="2739"/>
                    <a:pt x="776" y="3516"/>
                    <a:pt x="1758" y="3516"/>
                  </a:cubicBezTo>
                  <a:cubicBezTo>
                    <a:pt x="2716" y="3516"/>
                    <a:pt x="3515" y="2739"/>
                    <a:pt x="3515" y="1758"/>
                  </a:cubicBezTo>
                  <a:cubicBezTo>
                    <a:pt x="3515" y="799"/>
                    <a:pt x="2716"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9"/>
            <p:cNvSpPr/>
            <p:nvPr/>
          </p:nvSpPr>
          <p:spPr>
            <a:xfrm>
              <a:off x="5459400" y="1912225"/>
              <a:ext cx="134700" cy="134700"/>
            </a:xfrm>
            <a:custGeom>
              <a:avLst/>
              <a:gdLst/>
              <a:ahLst/>
              <a:cxnLst/>
              <a:rect l="l" t="t" r="r" b="b"/>
              <a:pathLst>
                <a:path w="5388" h="5388" extrusionOk="0">
                  <a:moveTo>
                    <a:pt x="2694" y="366"/>
                  </a:moveTo>
                  <a:cubicBezTo>
                    <a:pt x="3972" y="366"/>
                    <a:pt x="4999" y="1416"/>
                    <a:pt x="4999" y="2694"/>
                  </a:cubicBezTo>
                  <a:cubicBezTo>
                    <a:pt x="4999" y="3973"/>
                    <a:pt x="3972" y="5000"/>
                    <a:pt x="2694" y="5000"/>
                  </a:cubicBezTo>
                  <a:cubicBezTo>
                    <a:pt x="1416" y="5000"/>
                    <a:pt x="389" y="3973"/>
                    <a:pt x="389" y="2694"/>
                  </a:cubicBezTo>
                  <a:cubicBezTo>
                    <a:pt x="389" y="1416"/>
                    <a:pt x="1416" y="366"/>
                    <a:pt x="2694" y="366"/>
                  </a:cubicBezTo>
                  <a:close/>
                  <a:moveTo>
                    <a:pt x="2694" y="1"/>
                  </a:moveTo>
                  <a:cubicBezTo>
                    <a:pt x="1210" y="1"/>
                    <a:pt x="1" y="1211"/>
                    <a:pt x="1" y="2694"/>
                  </a:cubicBezTo>
                  <a:cubicBezTo>
                    <a:pt x="1" y="4178"/>
                    <a:pt x="1210" y="5388"/>
                    <a:pt x="2694" y="5388"/>
                  </a:cubicBezTo>
                  <a:cubicBezTo>
                    <a:pt x="4178" y="5388"/>
                    <a:pt x="5387" y="4178"/>
                    <a:pt x="5387" y="2694"/>
                  </a:cubicBezTo>
                  <a:cubicBezTo>
                    <a:pt x="5387" y="1211"/>
                    <a:pt x="4178"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9"/>
            <p:cNvSpPr/>
            <p:nvPr/>
          </p:nvSpPr>
          <p:spPr>
            <a:xfrm>
              <a:off x="5482800" y="1935625"/>
              <a:ext cx="87900" cy="87900"/>
            </a:xfrm>
            <a:custGeom>
              <a:avLst/>
              <a:gdLst/>
              <a:ahLst/>
              <a:cxnLst/>
              <a:rect l="l" t="t" r="r" b="b"/>
              <a:pathLst>
                <a:path w="3516" h="3516" extrusionOk="0">
                  <a:moveTo>
                    <a:pt x="1758" y="1"/>
                  </a:moveTo>
                  <a:cubicBezTo>
                    <a:pt x="799" y="1"/>
                    <a:pt x="0" y="777"/>
                    <a:pt x="0" y="1758"/>
                  </a:cubicBezTo>
                  <a:cubicBezTo>
                    <a:pt x="0" y="2717"/>
                    <a:pt x="799" y="3516"/>
                    <a:pt x="1758" y="3516"/>
                  </a:cubicBezTo>
                  <a:cubicBezTo>
                    <a:pt x="2739" y="3516"/>
                    <a:pt x="3515" y="2717"/>
                    <a:pt x="3515" y="1758"/>
                  </a:cubicBezTo>
                  <a:cubicBezTo>
                    <a:pt x="3515" y="777"/>
                    <a:pt x="2739"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9"/>
            <p:cNvSpPr/>
            <p:nvPr/>
          </p:nvSpPr>
          <p:spPr>
            <a:xfrm>
              <a:off x="4736975" y="1935625"/>
              <a:ext cx="87900" cy="87900"/>
            </a:xfrm>
            <a:custGeom>
              <a:avLst/>
              <a:gdLst/>
              <a:ahLst/>
              <a:cxnLst/>
              <a:rect l="l" t="t" r="r" b="b"/>
              <a:pathLst>
                <a:path w="3516" h="3516" extrusionOk="0">
                  <a:moveTo>
                    <a:pt x="1758" y="1"/>
                  </a:moveTo>
                  <a:cubicBezTo>
                    <a:pt x="777" y="1"/>
                    <a:pt x="1" y="777"/>
                    <a:pt x="1" y="1758"/>
                  </a:cubicBezTo>
                  <a:cubicBezTo>
                    <a:pt x="1" y="2717"/>
                    <a:pt x="777" y="3516"/>
                    <a:pt x="1758" y="3516"/>
                  </a:cubicBezTo>
                  <a:cubicBezTo>
                    <a:pt x="2717" y="3516"/>
                    <a:pt x="3516" y="2717"/>
                    <a:pt x="3516" y="1758"/>
                  </a:cubicBezTo>
                  <a:cubicBezTo>
                    <a:pt x="3516" y="777"/>
                    <a:pt x="2717"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9"/>
            <p:cNvSpPr/>
            <p:nvPr/>
          </p:nvSpPr>
          <p:spPr>
            <a:xfrm>
              <a:off x="7044625" y="2632950"/>
              <a:ext cx="87900" cy="87325"/>
            </a:xfrm>
            <a:custGeom>
              <a:avLst/>
              <a:gdLst/>
              <a:ahLst/>
              <a:cxnLst/>
              <a:rect l="l" t="t" r="r" b="b"/>
              <a:pathLst>
                <a:path w="3516" h="3493" extrusionOk="0">
                  <a:moveTo>
                    <a:pt x="1758" y="0"/>
                  </a:moveTo>
                  <a:cubicBezTo>
                    <a:pt x="799" y="0"/>
                    <a:pt x="0" y="776"/>
                    <a:pt x="0" y="1735"/>
                  </a:cubicBezTo>
                  <a:cubicBezTo>
                    <a:pt x="0" y="2716"/>
                    <a:pt x="799" y="3493"/>
                    <a:pt x="1758" y="3493"/>
                  </a:cubicBezTo>
                  <a:cubicBezTo>
                    <a:pt x="2739" y="3493"/>
                    <a:pt x="3515" y="2716"/>
                    <a:pt x="3515" y="1735"/>
                  </a:cubicBezTo>
                  <a:cubicBezTo>
                    <a:pt x="3515" y="776"/>
                    <a:pt x="2739"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9"/>
            <p:cNvSpPr/>
            <p:nvPr/>
          </p:nvSpPr>
          <p:spPr>
            <a:xfrm>
              <a:off x="4222850" y="1085400"/>
              <a:ext cx="134675" cy="134675"/>
            </a:xfrm>
            <a:custGeom>
              <a:avLst/>
              <a:gdLst/>
              <a:ahLst/>
              <a:cxnLst/>
              <a:rect l="l" t="t" r="r" b="b"/>
              <a:pathLst>
                <a:path w="5387" h="5387" extrusionOk="0">
                  <a:moveTo>
                    <a:pt x="2694" y="388"/>
                  </a:moveTo>
                  <a:cubicBezTo>
                    <a:pt x="3972" y="388"/>
                    <a:pt x="5022" y="1415"/>
                    <a:pt x="5022" y="2694"/>
                  </a:cubicBezTo>
                  <a:cubicBezTo>
                    <a:pt x="5022" y="3972"/>
                    <a:pt x="3972" y="4999"/>
                    <a:pt x="2694" y="4999"/>
                  </a:cubicBezTo>
                  <a:cubicBezTo>
                    <a:pt x="1415" y="4999"/>
                    <a:pt x="388" y="3972"/>
                    <a:pt x="388" y="2694"/>
                  </a:cubicBezTo>
                  <a:cubicBezTo>
                    <a:pt x="388" y="1415"/>
                    <a:pt x="1415" y="388"/>
                    <a:pt x="2694" y="388"/>
                  </a:cubicBezTo>
                  <a:close/>
                  <a:moveTo>
                    <a:pt x="2694" y="0"/>
                  </a:moveTo>
                  <a:cubicBezTo>
                    <a:pt x="1210" y="0"/>
                    <a:pt x="0" y="1210"/>
                    <a:pt x="0" y="2694"/>
                  </a:cubicBezTo>
                  <a:cubicBezTo>
                    <a:pt x="0" y="4177"/>
                    <a:pt x="1210" y="5387"/>
                    <a:pt x="2694" y="5387"/>
                  </a:cubicBezTo>
                  <a:cubicBezTo>
                    <a:pt x="4177" y="5387"/>
                    <a:pt x="5387" y="4177"/>
                    <a:pt x="5387" y="2694"/>
                  </a:cubicBezTo>
                  <a:cubicBezTo>
                    <a:pt x="5387" y="1210"/>
                    <a:pt x="4177" y="0"/>
                    <a:pt x="26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9"/>
            <p:cNvSpPr/>
            <p:nvPr/>
          </p:nvSpPr>
          <p:spPr>
            <a:xfrm>
              <a:off x="4246800" y="1108775"/>
              <a:ext cx="87350" cy="87925"/>
            </a:xfrm>
            <a:custGeom>
              <a:avLst/>
              <a:gdLst/>
              <a:ahLst/>
              <a:cxnLst/>
              <a:rect l="l" t="t" r="r" b="b"/>
              <a:pathLst>
                <a:path w="3494" h="3517" extrusionOk="0">
                  <a:moveTo>
                    <a:pt x="1736" y="1"/>
                  </a:moveTo>
                  <a:cubicBezTo>
                    <a:pt x="777" y="1"/>
                    <a:pt x="1" y="800"/>
                    <a:pt x="1" y="1759"/>
                  </a:cubicBezTo>
                  <a:cubicBezTo>
                    <a:pt x="1" y="2717"/>
                    <a:pt x="777" y="3516"/>
                    <a:pt x="1736" y="3516"/>
                  </a:cubicBezTo>
                  <a:cubicBezTo>
                    <a:pt x="2717" y="3516"/>
                    <a:pt x="3493" y="2717"/>
                    <a:pt x="3493" y="1759"/>
                  </a:cubicBezTo>
                  <a:cubicBezTo>
                    <a:pt x="3493" y="800"/>
                    <a:pt x="2717" y="1"/>
                    <a:pt x="17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9"/>
            <p:cNvSpPr/>
            <p:nvPr/>
          </p:nvSpPr>
          <p:spPr>
            <a:xfrm>
              <a:off x="3502700" y="2585000"/>
              <a:ext cx="134700" cy="134700"/>
            </a:xfrm>
            <a:custGeom>
              <a:avLst/>
              <a:gdLst/>
              <a:ahLst/>
              <a:cxnLst/>
              <a:rect l="l" t="t" r="r" b="b"/>
              <a:pathLst>
                <a:path w="5388" h="5388" extrusionOk="0">
                  <a:moveTo>
                    <a:pt x="2694" y="389"/>
                  </a:moveTo>
                  <a:cubicBezTo>
                    <a:pt x="3972" y="389"/>
                    <a:pt x="4999" y="1416"/>
                    <a:pt x="4999" y="2694"/>
                  </a:cubicBezTo>
                  <a:cubicBezTo>
                    <a:pt x="4999" y="3973"/>
                    <a:pt x="3972" y="5000"/>
                    <a:pt x="2694" y="5000"/>
                  </a:cubicBezTo>
                  <a:cubicBezTo>
                    <a:pt x="1416" y="5000"/>
                    <a:pt x="389" y="3973"/>
                    <a:pt x="389" y="2694"/>
                  </a:cubicBezTo>
                  <a:cubicBezTo>
                    <a:pt x="389" y="1416"/>
                    <a:pt x="1416" y="389"/>
                    <a:pt x="2694" y="389"/>
                  </a:cubicBezTo>
                  <a:close/>
                  <a:moveTo>
                    <a:pt x="2694" y="1"/>
                  </a:moveTo>
                  <a:cubicBezTo>
                    <a:pt x="1210" y="1"/>
                    <a:pt x="1" y="1211"/>
                    <a:pt x="1" y="2694"/>
                  </a:cubicBezTo>
                  <a:cubicBezTo>
                    <a:pt x="1" y="4178"/>
                    <a:pt x="1210" y="5388"/>
                    <a:pt x="2694" y="5388"/>
                  </a:cubicBezTo>
                  <a:cubicBezTo>
                    <a:pt x="4178" y="5388"/>
                    <a:pt x="5387" y="4178"/>
                    <a:pt x="5387" y="2694"/>
                  </a:cubicBezTo>
                  <a:cubicBezTo>
                    <a:pt x="5387" y="1211"/>
                    <a:pt x="4178"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9"/>
            <p:cNvSpPr/>
            <p:nvPr/>
          </p:nvSpPr>
          <p:spPr>
            <a:xfrm>
              <a:off x="3526100" y="2608400"/>
              <a:ext cx="87900" cy="87900"/>
            </a:xfrm>
            <a:custGeom>
              <a:avLst/>
              <a:gdLst/>
              <a:ahLst/>
              <a:cxnLst/>
              <a:rect l="l" t="t" r="r" b="b"/>
              <a:pathLst>
                <a:path w="3516" h="3516" extrusionOk="0">
                  <a:moveTo>
                    <a:pt x="1758" y="1"/>
                  </a:moveTo>
                  <a:cubicBezTo>
                    <a:pt x="776" y="1"/>
                    <a:pt x="0" y="777"/>
                    <a:pt x="0" y="1758"/>
                  </a:cubicBezTo>
                  <a:cubicBezTo>
                    <a:pt x="0" y="2717"/>
                    <a:pt x="776" y="3516"/>
                    <a:pt x="1758" y="3516"/>
                  </a:cubicBezTo>
                  <a:cubicBezTo>
                    <a:pt x="2717" y="3516"/>
                    <a:pt x="3516" y="2717"/>
                    <a:pt x="3516" y="1758"/>
                  </a:cubicBezTo>
                  <a:cubicBezTo>
                    <a:pt x="3516" y="777"/>
                    <a:pt x="2717"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9"/>
            <p:cNvSpPr/>
            <p:nvPr/>
          </p:nvSpPr>
          <p:spPr>
            <a:xfrm>
              <a:off x="2281550" y="1156150"/>
              <a:ext cx="134700" cy="134700"/>
            </a:xfrm>
            <a:custGeom>
              <a:avLst/>
              <a:gdLst/>
              <a:ahLst/>
              <a:cxnLst/>
              <a:rect l="l" t="t" r="r" b="b"/>
              <a:pathLst>
                <a:path w="5388" h="5388" extrusionOk="0">
                  <a:moveTo>
                    <a:pt x="2694" y="366"/>
                  </a:moveTo>
                  <a:cubicBezTo>
                    <a:pt x="3972" y="366"/>
                    <a:pt x="4999" y="1416"/>
                    <a:pt x="4999" y="2694"/>
                  </a:cubicBezTo>
                  <a:cubicBezTo>
                    <a:pt x="4999" y="3972"/>
                    <a:pt x="3972" y="4999"/>
                    <a:pt x="2694" y="4999"/>
                  </a:cubicBezTo>
                  <a:cubicBezTo>
                    <a:pt x="1416" y="4999"/>
                    <a:pt x="366" y="3972"/>
                    <a:pt x="366" y="2694"/>
                  </a:cubicBezTo>
                  <a:cubicBezTo>
                    <a:pt x="366" y="1416"/>
                    <a:pt x="1416" y="366"/>
                    <a:pt x="2694" y="366"/>
                  </a:cubicBezTo>
                  <a:close/>
                  <a:moveTo>
                    <a:pt x="2694" y="0"/>
                  </a:moveTo>
                  <a:cubicBezTo>
                    <a:pt x="1210" y="0"/>
                    <a:pt x="0" y="1210"/>
                    <a:pt x="0" y="2694"/>
                  </a:cubicBezTo>
                  <a:cubicBezTo>
                    <a:pt x="0" y="4178"/>
                    <a:pt x="1210" y="5387"/>
                    <a:pt x="2694" y="5387"/>
                  </a:cubicBezTo>
                  <a:cubicBezTo>
                    <a:pt x="4177" y="5387"/>
                    <a:pt x="5387" y="4178"/>
                    <a:pt x="5387" y="2694"/>
                  </a:cubicBezTo>
                  <a:cubicBezTo>
                    <a:pt x="5387" y="1210"/>
                    <a:pt x="4177" y="0"/>
                    <a:pt x="26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9"/>
            <p:cNvSpPr/>
            <p:nvPr/>
          </p:nvSpPr>
          <p:spPr>
            <a:xfrm>
              <a:off x="2304950" y="1179550"/>
              <a:ext cx="87325" cy="87900"/>
            </a:xfrm>
            <a:custGeom>
              <a:avLst/>
              <a:gdLst/>
              <a:ahLst/>
              <a:cxnLst/>
              <a:rect l="l" t="t" r="r" b="b"/>
              <a:pathLst>
                <a:path w="3493" h="3516" extrusionOk="0">
                  <a:moveTo>
                    <a:pt x="1758" y="0"/>
                  </a:moveTo>
                  <a:cubicBezTo>
                    <a:pt x="776" y="0"/>
                    <a:pt x="0" y="776"/>
                    <a:pt x="0" y="1758"/>
                  </a:cubicBezTo>
                  <a:cubicBezTo>
                    <a:pt x="0" y="2717"/>
                    <a:pt x="776" y="3515"/>
                    <a:pt x="1758" y="3515"/>
                  </a:cubicBezTo>
                  <a:cubicBezTo>
                    <a:pt x="2716" y="3515"/>
                    <a:pt x="3493" y="2717"/>
                    <a:pt x="3493" y="1758"/>
                  </a:cubicBezTo>
                  <a:cubicBezTo>
                    <a:pt x="3493" y="776"/>
                    <a:pt x="2716"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9"/>
            <p:cNvSpPr/>
            <p:nvPr/>
          </p:nvSpPr>
          <p:spPr>
            <a:xfrm>
              <a:off x="1577950" y="1004925"/>
              <a:ext cx="94750" cy="94750"/>
            </a:xfrm>
            <a:custGeom>
              <a:avLst/>
              <a:gdLst/>
              <a:ahLst/>
              <a:cxnLst/>
              <a:rect l="l" t="t" r="r" b="b"/>
              <a:pathLst>
                <a:path w="3790" h="3790" extrusionOk="0">
                  <a:moveTo>
                    <a:pt x="1895" y="366"/>
                  </a:moveTo>
                  <a:cubicBezTo>
                    <a:pt x="2717" y="366"/>
                    <a:pt x="3402" y="1051"/>
                    <a:pt x="3402" y="1895"/>
                  </a:cubicBezTo>
                  <a:cubicBezTo>
                    <a:pt x="3402" y="2717"/>
                    <a:pt x="2717" y="3402"/>
                    <a:pt x="1895" y="3402"/>
                  </a:cubicBezTo>
                  <a:cubicBezTo>
                    <a:pt x="1051" y="3402"/>
                    <a:pt x="366" y="2717"/>
                    <a:pt x="366" y="1895"/>
                  </a:cubicBezTo>
                  <a:cubicBezTo>
                    <a:pt x="366" y="1051"/>
                    <a:pt x="1051" y="366"/>
                    <a:pt x="1895" y="366"/>
                  </a:cubicBezTo>
                  <a:close/>
                  <a:moveTo>
                    <a:pt x="1895" y="1"/>
                  </a:moveTo>
                  <a:cubicBezTo>
                    <a:pt x="845" y="1"/>
                    <a:pt x="1" y="845"/>
                    <a:pt x="1" y="1895"/>
                  </a:cubicBezTo>
                  <a:cubicBezTo>
                    <a:pt x="1" y="2922"/>
                    <a:pt x="845" y="3790"/>
                    <a:pt x="1895" y="3790"/>
                  </a:cubicBezTo>
                  <a:cubicBezTo>
                    <a:pt x="2922" y="3790"/>
                    <a:pt x="3790" y="2922"/>
                    <a:pt x="3790" y="1895"/>
                  </a:cubicBezTo>
                  <a:cubicBezTo>
                    <a:pt x="3790" y="845"/>
                    <a:pt x="2922" y="1"/>
                    <a:pt x="189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9"/>
            <p:cNvSpPr/>
            <p:nvPr/>
          </p:nvSpPr>
          <p:spPr>
            <a:xfrm>
              <a:off x="1595075" y="1022050"/>
              <a:ext cx="59950" cy="59950"/>
            </a:xfrm>
            <a:custGeom>
              <a:avLst/>
              <a:gdLst/>
              <a:ahLst/>
              <a:cxnLst/>
              <a:rect l="l" t="t" r="r" b="b"/>
              <a:pathLst>
                <a:path w="2398" h="2398" extrusionOk="0">
                  <a:moveTo>
                    <a:pt x="1210" y="1"/>
                  </a:moveTo>
                  <a:cubicBezTo>
                    <a:pt x="548" y="1"/>
                    <a:pt x="1" y="548"/>
                    <a:pt x="1" y="1210"/>
                  </a:cubicBezTo>
                  <a:cubicBezTo>
                    <a:pt x="1" y="1872"/>
                    <a:pt x="548" y="2397"/>
                    <a:pt x="1210" y="2397"/>
                  </a:cubicBezTo>
                  <a:cubicBezTo>
                    <a:pt x="1872" y="2397"/>
                    <a:pt x="2397" y="1872"/>
                    <a:pt x="2397" y="1210"/>
                  </a:cubicBezTo>
                  <a:cubicBezTo>
                    <a:pt x="2397" y="548"/>
                    <a:pt x="1872" y="1"/>
                    <a:pt x="12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9"/>
            <p:cNvSpPr/>
            <p:nvPr/>
          </p:nvSpPr>
          <p:spPr>
            <a:xfrm>
              <a:off x="2892125" y="1170425"/>
              <a:ext cx="106150" cy="106150"/>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310" y="4246"/>
                    <a:pt x="4246" y="3287"/>
                    <a:pt x="4246" y="2123"/>
                  </a:cubicBezTo>
                  <a:cubicBezTo>
                    <a:pt x="4246" y="936"/>
                    <a:pt x="3310"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9"/>
            <p:cNvSpPr/>
            <p:nvPr/>
          </p:nvSpPr>
          <p:spPr>
            <a:xfrm>
              <a:off x="7004675" y="1366150"/>
              <a:ext cx="106150" cy="106150"/>
            </a:xfrm>
            <a:custGeom>
              <a:avLst/>
              <a:gdLst/>
              <a:ahLst/>
              <a:cxnLst/>
              <a:rect l="l" t="t" r="r" b="b"/>
              <a:pathLst>
                <a:path w="4246" h="4246" extrusionOk="0">
                  <a:moveTo>
                    <a:pt x="2123" y="0"/>
                  </a:moveTo>
                  <a:cubicBezTo>
                    <a:pt x="936" y="0"/>
                    <a:pt x="0" y="959"/>
                    <a:pt x="0" y="2123"/>
                  </a:cubicBezTo>
                  <a:cubicBezTo>
                    <a:pt x="0" y="3310"/>
                    <a:pt x="936" y="4246"/>
                    <a:pt x="2123" y="4246"/>
                  </a:cubicBezTo>
                  <a:cubicBezTo>
                    <a:pt x="3287" y="4246"/>
                    <a:pt x="4246" y="3310"/>
                    <a:pt x="4246" y="2123"/>
                  </a:cubicBezTo>
                  <a:cubicBezTo>
                    <a:pt x="4246" y="959"/>
                    <a:pt x="3287"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9"/>
            <p:cNvSpPr/>
            <p:nvPr/>
          </p:nvSpPr>
          <p:spPr>
            <a:xfrm>
              <a:off x="6446600" y="2270600"/>
              <a:ext cx="106150" cy="106150"/>
            </a:xfrm>
            <a:custGeom>
              <a:avLst/>
              <a:gdLst/>
              <a:ahLst/>
              <a:cxnLst/>
              <a:rect l="l" t="t" r="r" b="b"/>
              <a:pathLst>
                <a:path w="4246" h="4246" extrusionOk="0">
                  <a:moveTo>
                    <a:pt x="2123" y="0"/>
                  </a:moveTo>
                  <a:cubicBezTo>
                    <a:pt x="959" y="0"/>
                    <a:pt x="0" y="959"/>
                    <a:pt x="0" y="2123"/>
                  </a:cubicBezTo>
                  <a:cubicBezTo>
                    <a:pt x="0" y="3310"/>
                    <a:pt x="959" y="4246"/>
                    <a:pt x="2123" y="4246"/>
                  </a:cubicBezTo>
                  <a:cubicBezTo>
                    <a:pt x="3310" y="4246"/>
                    <a:pt x="4246" y="3310"/>
                    <a:pt x="4246" y="2123"/>
                  </a:cubicBezTo>
                  <a:cubicBezTo>
                    <a:pt x="4246" y="959"/>
                    <a:pt x="3310" y="0"/>
                    <a:pt x="212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9"/>
            <p:cNvSpPr/>
            <p:nvPr/>
          </p:nvSpPr>
          <p:spPr>
            <a:xfrm>
              <a:off x="6258275" y="3300575"/>
              <a:ext cx="69650" cy="69650"/>
            </a:xfrm>
            <a:custGeom>
              <a:avLst/>
              <a:gdLst/>
              <a:ahLst/>
              <a:cxnLst/>
              <a:rect l="l" t="t" r="r" b="b"/>
              <a:pathLst>
                <a:path w="2786" h="2786" extrusionOk="0">
                  <a:moveTo>
                    <a:pt x="1393" y="1"/>
                  </a:moveTo>
                  <a:cubicBezTo>
                    <a:pt x="617" y="1"/>
                    <a:pt x="1" y="617"/>
                    <a:pt x="1" y="1393"/>
                  </a:cubicBezTo>
                  <a:cubicBezTo>
                    <a:pt x="1" y="2146"/>
                    <a:pt x="617" y="2786"/>
                    <a:pt x="1393" y="2786"/>
                  </a:cubicBezTo>
                  <a:cubicBezTo>
                    <a:pt x="2169" y="2786"/>
                    <a:pt x="2786" y="2146"/>
                    <a:pt x="2786" y="1393"/>
                  </a:cubicBezTo>
                  <a:cubicBezTo>
                    <a:pt x="2786" y="617"/>
                    <a:pt x="2169" y="1"/>
                    <a:pt x="13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9"/>
            <p:cNvSpPr/>
            <p:nvPr/>
          </p:nvSpPr>
          <p:spPr>
            <a:xfrm>
              <a:off x="4746100" y="3030675"/>
              <a:ext cx="69650" cy="69075"/>
            </a:xfrm>
            <a:custGeom>
              <a:avLst/>
              <a:gdLst/>
              <a:ahLst/>
              <a:cxnLst/>
              <a:rect l="l" t="t" r="r" b="b"/>
              <a:pathLst>
                <a:path w="2786" h="2763" extrusionOk="0">
                  <a:moveTo>
                    <a:pt x="1393" y="0"/>
                  </a:moveTo>
                  <a:cubicBezTo>
                    <a:pt x="617" y="0"/>
                    <a:pt x="1" y="617"/>
                    <a:pt x="1" y="1393"/>
                  </a:cubicBezTo>
                  <a:cubicBezTo>
                    <a:pt x="1" y="2146"/>
                    <a:pt x="617" y="2762"/>
                    <a:pt x="1393" y="2762"/>
                  </a:cubicBezTo>
                  <a:cubicBezTo>
                    <a:pt x="2169" y="2762"/>
                    <a:pt x="2786" y="2146"/>
                    <a:pt x="2786" y="1393"/>
                  </a:cubicBezTo>
                  <a:cubicBezTo>
                    <a:pt x="2786" y="617"/>
                    <a:pt x="2169" y="0"/>
                    <a:pt x="13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9"/>
            <p:cNvSpPr/>
            <p:nvPr/>
          </p:nvSpPr>
          <p:spPr>
            <a:xfrm>
              <a:off x="5111875" y="1378700"/>
              <a:ext cx="106175" cy="106150"/>
            </a:xfrm>
            <a:custGeom>
              <a:avLst/>
              <a:gdLst/>
              <a:ahLst/>
              <a:cxnLst/>
              <a:rect l="l" t="t" r="r" b="b"/>
              <a:pathLst>
                <a:path w="4247" h="4246" extrusionOk="0">
                  <a:moveTo>
                    <a:pt x="2124" y="0"/>
                  </a:moveTo>
                  <a:cubicBezTo>
                    <a:pt x="960" y="0"/>
                    <a:pt x="1" y="959"/>
                    <a:pt x="1" y="2123"/>
                  </a:cubicBezTo>
                  <a:cubicBezTo>
                    <a:pt x="1" y="3310"/>
                    <a:pt x="960" y="4246"/>
                    <a:pt x="2124" y="4246"/>
                  </a:cubicBezTo>
                  <a:cubicBezTo>
                    <a:pt x="3288" y="4246"/>
                    <a:pt x="4246" y="3310"/>
                    <a:pt x="4246" y="2123"/>
                  </a:cubicBezTo>
                  <a:cubicBezTo>
                    <a:pt x="4246" y="959"/>
                    <a:pt x="3288" y="0"/>
                    <a:pt x="21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9"/>
            <p:cNvSpPr/>
            <p:nvPr/>
          </p:nvSpPr>
          <p:spPr>
            <a:xfrm>
              <a:off x="5692225" y="1404950"/>
              <a:ext cx="75350" cy="74775"/>
            </a:xfrm>
            <a:custGeom>
              <a:avLst/>
              <a:gdLst/>
              <a:ahLst/>
              <a:cxnLst/>
              <a:rect l="l" t="t" r="r" b="b"/>
              <a:pathLst>
                <a:path w="3014" h="2991" extrusionOk="0">
                  <a:moveTo>
                    <a:pt x="1507" y="0"/>
                  </a:moveTo>
                  <a:cubicBezTo>
                    <a:pt x="685" y="0"/>
                    <a:pt x="0" y="662"/>
                    <a:pt x="0" y="1507"/>
                  </a:cubicBezTo>
                  <a:cubicBezTo>
                    <a:pt x="0" y="2328"/>
                    <a:pt x="685" y="2990"/>
                    <a:pt x="1507" y="2990"/>
                  </a:cubicBezTo>
                  <a:cubicBezTo>
                    <a:pt x="2328" y="2990"/>
                    <a:pt x="3013" y="2328"/>
                    <a:pt x="3013" y="1507"/>
                  </a:cubicBezTo>
                  <a:cubicBezTo>
                    <a:pt x="3013" y="662"/>
                    <a:pt x="2328"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9"/>
            <p:cNvSpPr/>
            <p:nvPr/>
          </p:nvSpPr>
          <p:spPr>
            <a:xfrm>
              <a:off x="5821750" y="1469425"/>
              <a:ext cx="79350" cy="79350"/>
            </a:xfrm>
            <a:custGeom>
              <a:avLst/>
              <a:gdLst/>
              <a:ahLst/>
              <a:cxnLst/>
              <a:rect l="l" t="t" r="r" b="b"/>
              <a:pathLst>
                <a:path w="3174" h="3174" extrusionOk="0">
                  <a:moveTo>
                    <a:pt x="1598" y="1"/>
                  </a:moveTo>
                  <a:cubicBezTo>
                    <a:pt x="708" y="1"/>
                    <a:pt x="1" y="708"/>
                    <a:pt x="1" y="1575"/>
                  </a:cubicBezTo>
                  <a:cubicBezTo>
                    <a:pt x="1" y="2466"/>
                    <a:pt x="708" y="3173"/>
                    <a:pt x="1598" y="3173"/>
                  </a:cubicBezTo>
                  <a:cubicBezTo>
                    <a:pt x="2466" y="3173"/>
                    <a:pt x="3173" y="2466"/>
                    <a:pt x="3173" y="1575"/>
                  </a:cubicBezTo>
                  <a:cubicBezTo>
                    <a:pt x="3173" y="708"/>
                    <a:pt x="2466" y="1"/>
                    <a:pt x="15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9"/>
            <p:cNvSpPr/>
            <p:nvPr/>
          </p:nvSpPr>
          <p:spPr>
            <a:xfrm>
              <a:off x="3572900" y="2384150"/>
              <a:ext cx="139825" cy="139250"/>
            </a:xfrm>
            <a:custGeom>
              <a:avLst/>
              <a:gdLst/>
              <a:ahLst/>
              <a:cxnLst/>
              <a:rect l="l" t="t" r="r" b="b"/>
              <a:pathLst>
                <a:path w="5593" h="5570" extrusionOk="0">
                  <a:moveTo>
                    <a:pt x="2808" y="0"/>
                  </a:moveTo>
                  <a:cubicBezTo>
                    <a:pt x="1255" y="0"/>
                    <a:pt x="0" y="1233"/>
                    <a:pt x="0" y="2785"/>
                  </a:cubicBezTo>
                  <a:cubicBezTo>
                    <a:pt x="0" y="4314"/>
                    <a:pt x="1255" y="5570"/>
                    <a:pt x="2808" y="5570"/>
                  </a:cubicBezTo>
                  <a:cubicBezTo>
                    <a:pt x="4337" y="5570"/>
                    <a:pt x="5592" y="4314"/>
                    <a:pt x="5592" y="2785"/>
                  </a:cubicBezTo>
                  <a:cubicBezTo>
                    <a:pt x="5592" y="1233"/>
                    <a:pt x="4337" y="0"/>
                    <a:pt x="28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9"/>
            <p:cNvSpPr/>
            <p:nvPr/>
          </p:nvSpPr>
          <p:spPr>
            <a:xfrm>
              <a:off x="5419450" y="2995300"/>
              <a:ext cx="139825" cy="139825"/>
            </a:xfrm>
            <a:custGeom>
              <a:avLst/>
              <a:gdLst/>
              <a:ahLst/>
              <a:cxnLst/>
              <a:rect l="l" t="t" r="r" b="b"/>
              <a:pathLst>
                <a:path w="5593" h="5593" extrusionOk="0">
                  <a:moveTo>
                    <a:pt x="2785" y="0"/>
                  </a:moveTo>
                  <a:cubicBezTo>
                    <a:pt x="1256" y="0"/>
                    <a:pt x="1" y="1256"/>
                    <a:pt x="1" y="2808"/>
                  </a:cubicBezTo>
                  <a:cubicBezTo>
                    <a:pt x="1" y="4337"/>
                    <a:pt x="1256" y="5592"/>
                    <a:pt x="2785" y="5592"/>
                  </a:cubicBezTo>
                  <a:cubicBezTo>
                    <a:pt x="4338" y="5592"/>
                    <a:pt x="5593" y="4337"/>
                    <a:pt x="5593" y="2808"/>
                  </a:cubicBezTo>
                  <a:cubicBezTo>
                    <a:pt x="5593" y="1256"/>
                    <a:pt x="4338" y="0"/>
                    <a:pt x="27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9"/>
            <p:cNvSpPr/>
            <p:nvPr/>
          </p:nvSpPr>
          <p:spPr>
            <a:xfrm>
              <a:off x="3311550" y="1787275"/>
              <a:ext cx="65075" cy="65075"/>
            </a:xfrm>
            <a:custGeom>
              <a:avLst/>
              <a:gdLst/>
              <a:ahLst/>
              <a:cxnLst/>
              <a:rect l="l" t="t" r="r" b="b"/>
              <a:pathLst>
                <a:path w="2603" h="2603" extrusionOk="0">
                  <a:moveTo>
                    <a:pt x="1301" y="0"/>
                  </a:moveTo>
                  <a:cubicBezTo>
                    <a:pt x="594" y="0"/>
                    <a:pt x="0" y="571"/>
                    <a:pt x="0" y="1301"/>
                  </a:cubicBezTo>
                  <a:cubicBezTo>
                    <a:pt x="0" y="2009"/>
                    <a:pt x="594" y="2602"/>
                    <a:pt x="1301" y="2602"/>
                  </a:cubicBezTo>
                  <a:cubicBezTo>
                    <a:pt x="2009" y="2602"/>
                    <a:pt x="2602" y="2009"/>
                    <a:pt x="2602" y="1301"/>
                  </a:cubicBezTo>
                  <a:cubicBezTo>
                    <a:pt x="2602" y="571"/>
                    <a:pt x="2009" y="0"/>
                    <a:pt x="13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9"/>
            <p:cNvSpPr/>
            <p:nvPr/>
          </p:nvSpPr>
          <p:spPr>
            <a:xfrm>
              <a:off x="3501550" y="1519075"/>
              <a:ext cx="143825" cy="144400"/>
            </a:xfrm>
            <a:custGeom>
              <a:avLst/>
              <a:gdLst/>
              <a:ahLst/>
              <a:cxnLst/>
              <a:rect l="l" t="t" r="r" b="b"/>
              <a:pathLst>
                <a:path w="5753" h="5776" extrusionOk="0">
                  <a:moveTo>
                    <a:pt x="2877" y="388"/>
                  </a:moveTo>
                  <a:cubicBezTo>
                    <a:pt x="4246" y="388"/>
                    <a:pt x="5388" y="1507"/>
                    <a:pt x="5388" y="2899"/>
                  </a:cubicBezTo>
                  <a:cubicBezTo>
                    <a:pt x="5388" y="4269"/>
                    <a:pt x="4246" y="5410"/>
                    <a:pt x="2877" y="5410"/>
                  </a:cubicBezTo>
                  <a:cubicBezTo>
                    <a:pt x="1485" y="5410"/>
                    <a:pt x="366" y="4269"/>
                    <a:pt x="366" y="2899"/>
                  </a:cubicBezTo>
                  <a:cubicBezTo>
                    <a:pt x="366" y="1507"/>
                    <a:pt x="1485" y="388"/>
                    <a:pt x="2877" y="388"/>
                  </a:cubicBezTo>
                  <a:close/>
                  <a:moveTo>
                    <a:pt x="2877" y="0"/>
                  </a:moveTo>
                  <a:cubicBezTo>
                    <a:pt x="1279" y="0"/>
                    <a:pt x="1" y="1301"/>
                    <a:pt x="1" y="2899"/>
                  </a:cubicBezTo>
                  <a:cubicBezTo>
                    <a:pt x="1" y="4497"/>
                    <a:pt x="1279" y="5775"/>
                    <a:pt x="2877" y="5775"/>
                  </a:cubicBezTo>
                  <a:cubicBezTo>
                    <a:pt x="4475" y="5775"/>
                    <a:pt x="5753" y="4497"/>
                    <a:pt x="5753" y="2899"/>
                  </a:cubicBezTo>
                  <a:cubicBezTo>
                    <a:pt x="5753" y="1301"/>
                    <a:pt x="4475" y="0"/>
                    <a:pt x="28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9"/>
            <p:cNvSpPr/>
            <p:nvPr/>
          </p:nvSpPr>
          <p:spPr>
            <a:xfrm>
              <a:off x="3526675" y="1544750"/>
              <a:ext cx="93600" cy="93050"/>
            </a:xfrm>
            <a:custGeom>
              <a:avLst/>
              <a:gdLst/>
              <a:ahLst/>
              <a:cxnLst/>
              <a:rect l="l" t="t" r="r" b="b"/>
              <a:pathLst>
                <a:path w="3744" h="3722" extrusionOk="0">
                  <a:moveTo>
                    <a:pt x="1872" y="0"/>
                  </a:moveTo>
                  <a:cubicBezTo>
                    <a:pt x="845" y="0"/>
                    <a:pt x="0" y="845"/>
                    <a:pt x="0" y="1872"/>
                  </a:cubicBezTo>
                  <a:cubicBezTo>
                    <a:pt x="0" y="2899"/>
                    <a:pt x="845" y="3721"/>
                    <a:pt x="1872" y="3721"/>
                  </a:cubicBezTo>
                  <a:cubicBezTo>
                    <a:pt x="2899" y="3721"/>
                    <a:pt x="3744" y="2899"/>
                    <a:pt x="3744" y="1872"/>
                  </a:cubicBezTo>
                  <a:cubicBezTo>
                    <a:pt x="3744" y="845"/>
                    <a:pt x="2899" y="0"/>
                    <a:pt x="18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9"/>
            <p:cNvSpPr/>
            <p:nvPr/>
          </p:nvSpPr>
          <p:spPr>
            <a:xfrm>
              <a:off x="1930050" y="1563575"/>
              <a:ext cx="106150" cy="106175"/>
            </a:xfrm>
            <a:custGeom>
              <a:avLst/>
              <a:gdLst/>
              <a:ahLst/>
              <a:cxnLst/>
              <a:rect l="l" t="t" r="r" b="b"/>
              <a:pathLst>
                <a:path w="4246" h="4247" extrusionOk="0">
                  <a:moveTo>
                    <a:pt x="2123" y="1"/>
                  </a:moveTo>
                  <a:cubicBezTo>
                    <a:pt x="959" y="1"/>
                    <a:pt x="0" y="937"/>
                    <a:pt x="0" y="2123"/>
                  </a:cubicBezTo>
                  <a:cubicBezTo>
                    <a:pt x="0" y="3288"/>
                    <a:pt x="959" y="4246"/>
                    <a:pt x="2123" y="4246"/>
                  </a:cubicBezTo>
                  <a:cubicBezTo>
                    <a:pt x="3310" y="4246"/>
                    <a:pt x="4246" y="3288"/>
                    <a:pt x="4246" y="2123"/>
                  </a:cubicBezTo>
                  <a:cubicBezTo>
                    <a:pt x="4246" y="937"/>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9"/>
            <p:cNvSpPr/>
            <p:nvPr/>
          </p:nvSpPr>
          <p:spPr>
            <a:xfrm>
              <a:off x="1621325" y="1563575"/>
              <a:ext cx="106175" cy="106175"/>
            </a:xfrm>
            <a:custGeom>
              <a:avLst/>
              <a:gdLst/>
              <a:ahLst/>
              <a:cxnLst/>
              <a:rect l="l" t="t" r="r" b="b"/>
              <a:pathLst>
                <a:path w="4247" h="4247" extrusionOk="0">
                  <a:moveTo>
                    <a:pt x="2123" y="1"/>
                  </a:moveTo>
                  <a:cubicBezTo>
                    <a:pt x="936" y="1"/>
                    <a:pt x="1" y="937"/>
                    <a:pt x="1" y="2123"/>
                  </a:cubicBezTo>
                  <a:cubicBezTo>
                    <a:pt x="1" y="3288"/>
                    <a:pt x="936" y="4246"/>
                    <a:pt x="2123" y="4246"/>
                  </a:cubicBezTo>
                  <a:cubicBezTo>
                    <a:pt x="3287" y="4246"/>
                    <a:pt x="4246" y="3288"/>
                    <a:pt x="4246" y="2123"/>
                  </a:cubicBezTo>
                  <a:cubicBezTo>
                    <a:pt x="4246" y="937"/>
                    <a:pt x="3287"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9"/>
            <p:cNvSpPr/>
            <p:nvPr/>
          </p:nvSpPr>
          <p:spPr>
            <a:xfrm>
              <a:off x="944550" y="1765575"/>
              <a:ext cx="106175" cy="106175"/>
            </a:xfrm>
            <a:custGeom>
              <a:avLst/>
              <a:gdLst/>
              <a:ahLst/>
              <a:cxnLst/>
              <a:rect l="l" t="t" r="r" b="b"/>
              <a:pathLst>
                <a:path w="4247" h="4247" extrusionOk="0">
                  <a:moveTo>
                    <a:pt x="2123" y="1"/>
                  </a:moveTo>
                  <a:cubicBezTo>
                    <a:pt x="959" y="1"/>
                    <a:pt x="1" y="960"/>
                    <a:pt x="1" y="2124"/>
                  </a:cubicBezTo>
                  <a:cubicBezTo>
                    <a:pt x="1" y="3311"/>
                    <a:pt x="959" y="4246"/>
                    <a:pt x="2123" y="4246"/>
                  </a:cubicBezTo>
                  <a:cubicBezTo>
                    <a:pt x="3310" y="4246"/>
                    <a:pt x="4246" y="3311"/>
                    <a:pt x="4246" y="2124"/>
                  </a:cubicBezTo>
                  <a:cubicBezTo>
                    <a:pt x="4246" y="960"/>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9"/>
            <p:cNvSpPr/>
            <p:nvPr/>
          </p:nvSpPr>
          <p:spPr>
            <a:xfrm>
              <a:off x="496050" y="1323925"/>
              <a:ext cx="106150" cy="106150"/>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287" y="4246"/>
                    <a:pt x="4246" y="3287"/>
                    <a:pt x="4246" y="2123"/>
                  </a:cubicBezTo>
                  <a:cubicBezTo>
                    <a:pt x="4246" y="936"/>
                    <a:pt x="3287"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9"/>
            <p:cNvSpPr/>
            <p:nvPr/>
          </p:nvSpPr>
          <p:spPr>
            <a:xfrm>
              <a:off x="3168300" y="1186975"/>
              <a:ext cx="72500" cy="73050"/>
            </a:xfrm>
            <a:custGeom>
              <a:avLst/>
              <a:gdLst/>
              <a:ahLst/>
              <a:cxnLst/>
              <a:rect l="l" t="t" r="r" b="b"/>
              <a:pathLst>
                <a:path w="2900" h="2922" extrusionOk="0">
                  <a:moveTo>
                    <a:pt x="1462" y="0"/>
                  </a:moveTo>
                  <a:cubicBezTo>
                    <a:pt x="640" y="0"/>
                    <a:pt x="1" y="639"/>
                    <a:pt x="1" y="1461"/>
                  </a:cubicBezTo>
                  <a:cubicBezTo>
                    <a:pt x="1" y="2260"/>
                    <a:pt x="640" y="2922"/>
                    <a:pt x="1462" y="2922"/>
                  </a:cubicBezTo>
                  <a:cubicBezTo>
                    <a:pt x="2261" y="2922"/>
                    <a:pt x="2900" y="2260"/>
                    <a:pt x="2900" y="1461"/>
                  </a:cubicBezTo>
                  <a:cubicBezTo>
                    <a:pt x="2900" y="639"/>
                    <a:pt x="2261"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9"/>
            <p:cNvSpPr/>
            <p:nvPr/>
          </p:nvSpPr>
          <p:spPr>
            <a:xfrm>
              <a:off x="1238425" y="1362725"/>
              <a:ext cx="73075" cy="73050"/>
            </a:xfrm>
            <a:custGeom>
              <a:avLst/>
              <a:gdLst/>
              <a:ahLst/>
              <a:cxnLst/>
              <a:rect l="l" t="t" r="r" b="b"/>
              <a:pathLst>
                <a:path w="2923" h="2922" extrusionOk="0">
                  <a:moveTo>
                    <a:pt x="1462" y="0"/>
                  </a:moveTo>
                  <a:cubicBezTo>
                    <a:pt x="640" y="0"/>
                    <a:pt x="1" y="662"/>
                    <a:pt x="1" y="1461"/>
                  </a:cubicBezTo>
                  <a:cubicBezTo>
                    <a:pt x="1" y="2260"/>
                    <a:pt x="640" y="2922"/>
                    <a:pt x="1462" y="2922"/>
                  </a:cubicBezTo>
                  <a:cubicBezTo>
                    <a:pt x="2260" y="2922"/>
                    <a:pt x="2922" y="2260"/>
                    <a:pt x="2922" y="1461"/>
                  </a:cubicBezTo>
                  <a:cubicBezTo>
                    <a:pt x="2922" y="662"/>
                    <a:pt x="2260"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9"/>
            <p:cNvSpPr/>
            <p:nvPr/>
          </p:nvSpPr>
          <p:spPr>
            <a:xfrm>
              <a:off x="2281550" y="832600"/>
              <a:ext cx="2995850" cy="9725"/>
            </a:xfrm>
            <a:custGeom>
              <a:avLst/>
              <a:gdLst/>
              <a:ahLst/>
              <a:cxnLst/>
              <a:rect l="l" t="t" r="r" b="b"/>
              <a:pathLst>
                <a:path w="119834" h="389" extrusionOk="0">
                  <a:moveTo>
                    <a:pt x="183" y="1"/>
                  </a:moveTo>
                  <a:cubicBezTo>
                    <a:pt x="69" y="1"/>
                    <a:pt x="0" y="92"/>
                    <a:pt x="0" y="183"/>
                  </a:cubicBezTo>
                  <a:cubicBezTo>
                    <a:pt x="0" y="297"/>
                    <a:pt x="69" y="389"/>
                    <a:pt x="183" y="389"/>
                  </a:cubicBezTo>
                  <a:lnTo>
                    <a:pt x="119628" y="389"/>
                  </a:lnTo>
                  <a:cubicBezTo>
                    <a:pt x="119742" y="389"/>
                    <a:pt x="119833" y="297"/>
                    <a:pt x="119833" y="183"/>
                  </a:cubicBezTo>
                  <a:cubicBezTo>
                    <a:pt x="119833" y="92"/>
                    <a:pt x="119742" y="1"/>
                    <a:pt x="1196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9"/>
            <p:cNvSpPr/>
            <p:nvPr/>
          </p:nvSpPr>
          <p:spPr>
            <a:xfrm>
              <a:off x="2222775" y="800650"/>
              <a:ext cx="73075" cy="73050"/>
            </a:xfrm>
            <a:custGeom>
              <a:avLst/>
              <a:gdLst/>
              <a:ahLst/>
              <a:cxnLst/>
              <a:rect l="l" t="t" r="r" b="b"/>
              <a:pathLst>
                <a:path w="2923" h="2922" extrusionOk="0">
                  <a:moveTo>
                    <a:pt x="1461" y="0"/>
                  </a:moveTo>
                  <a:cubicBezTo>
                    <a:pt x="640" y="0"/>
                    <a:pt x="0" y="662"/>
                    <a:pt x="0" y="1461"/>
                  </a:cubicBezTo>
                  <a:cubicBezTo>
                    <a:pt x="0" y="2283"/>
                    <a:pt x="640" y="2922"/>
                    <a:pt x="1461" y="2922"/>
                  </a:cubicBezTo>
                  <a:cubicBezTo>
                    <a:pt x="2260" y="2922"/>
                    <a:pt x="2922" y="2283"/>
                    <a:pt x="2922" y="1461"/>
                  </a:cubicBezTo>
                  <a:cubicBezTo>
                    <a:pt x="2922" y="662"/>
                    <a:pt x="2260" y="0"/>
                    <a:pt x="14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9"/>
            <p:cNvSpPr/>
            <p:nvPr/>
          </p:nvSpPr>
          <p:spPr>
            <a:xfrm>
              <a:off x="5235725" y="800650"/>
              <a:ext cx="73050" cy="73050"/>
            </a:xfrm>
            <a:custGeom>
              <a:avLst/>
              <a:gdLst/>
              <a:ahLst/>
              <a:cxnLst/>
              <a:rect l="l" t="t" r="r" b="b"/>
              <a:pathLst>
                <a:path w="2922" h="2922" extrusionOk="0">
                  <a:moveTo>
                    <a:pt x="1461" y="0"/>
                  </a:moveTo>
                  <a:cubicBezTo>
                    <a:pt x="662" y="0"/>
                    <a:pt x="0" y="662"/>
                    <a:pt x="0" y="1461"/>
                  </a:cubicBezTo>
                  <a:cubicBezTo>
                    <a:pt x="0" y="2283"/>
                    <a:pt x="662" y="2922"/>
                    <a:pt x="1461" y="2922"/>
                  </a:cubicBezTo>
                  <a:cubicBezTo>
                    <a:pt x="2283" y="2922"/>
                    <a:pt x="2922" y="2283"/>
                    <a:pt x="2922" y="1461"/>
                  </a:cubicBezTo>
                  <a:cubicBezTo>
                    <a:pt x="2922" y="662"/>
                    <a:pt x="2283" y="0"/>
                    <a:pt x="14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9"/>
            <p:cNvSpPr/>
            <p:nvPr/>
          </p:nvSpPr>
          <p:spPr>
            <a:xfrm>
              <a:off x="5732175" y="319450"/>
              <a:ext cx="1118450" cy="1117475"/>
            </a:xfrm>
            <a:custGeom>
              <a:avLst/>
              <a:gdLst/>
              <a:ahLst/>
              <a:cxnLst/>
              <a:rect l="l" t="t" r="r" b="b"/>
              <a:pathLst>
                <a:path w="44738" h="44699" extrusionOk="0">
                  <a:moveTo>
                    <a:pt x="44532" y="1"/>
                  </a:moveTo>
                  <a:cubicBezTo>
                    <a:pt x="44481" y="1"/>
                    <a:pt x="44430" y="18"/>
                    <a:pt x="44395" y="52"/>
                  </a:cubicBezTo>
                  <a:lnTo>
                    <a:pt x="91" y="44356"/>
                  </a:lnTo>
                  <a:cubicBezTo>
                    <a:pt x="0" y="44447"/>
                    <a:pt x="0" y="44562"/>
                    <a:pt x="91" y="44630"/>
                  </a:cubicBezTo>
                  <a:cubicBezTo>
                    <a:pt x="114" y="44676"/>
                    <a:pt x="160" y="44699"/>
                    <a:pt x="228" y="44699"/>
                  </a:cubicBezTo>
                  <a:cubicBezTo>
                    <a:pt x="274" y="44699"/>
                    <a:pt x="320" y="44676"/>
                    <a:pt x="342" y="44630"/>
                  </a:cubicBezTo>
                  <a:lnTo>
                    <a:pt x="44669" y="326"/>
                  </a:lnTo>
                  <a:cubicBezTo>
                    <a:pt x="44738" y="258"/>
                    <a:pt x="44738" y="121"/>
                    <a:pt x="44669" y="52"/>
                  </a:cubicBezTo>
                  <a:cubicBezTo>
                    <a:pt x="44635" y="18"/>
                    <a:pt x="44584" y="1"/>
                    <a:pt x="445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9"/>
            <p:cNvSpPr/>
            <p:nvPr/>
          </p:nvSpPr>
          <p:spPr>
            <a:xfrm>
              <a:off x="5870250" y="381100"/>
              <a:ext cx="1118475" cy="1117450"/>
            </a:xfrm>
            <a:custGeom>
              <a:avLst/>
              <a:gdLst/>
              <a:ahLst/>
              <a:cxnLst/>
              <a:rect l="l" t="t" r="r" b="b"/>
              <a:pathLst>
                <a:path w="44739" h="44698" extrusionOk="0">
                  <a:moveTo>
                    <a:pt x="44522" y="0"/>
                  </a:moveTo>
                  <a:cubicBezTo>
                    <a:pt x="44476" y="0"/>
                    <a:pt x="44430" y="17"/>
                    <a:pt x="44396" y="51"/>
                  </a:cubicBezTo>
                  <a:lnTo>
                    <a:pt x="69" y="44378"/>
                  </a:lnTo>
                  <a:cubicBezTo>
                    <a:pt x="1" y="44447"/>
                    <a:pt x="1" y="44561"/>
                    <a:pt x="69" y="44629"/>
                  </a:cubicBezTo>
                  <a:cubicBezTo>
                    <a:pt x="115" y="44675"/>
                    <a:pt x="161" y="44698"/>
                    <a:pt x="206" y="44698"/>
                  </a:cubicBezTo>
                  <a:cubicBezTo>
                    <a:pt x="252" y="44698"/>
                    <a:pt x="298" y="44675"/>
                    <a:pt x="343" y="44629"/>
                  </a:cubicBezTo>
                  <a:lnTo>
                    <a:pt x="44647" y="325"/>
                  </a:lnTo>
                  <a:cubicBezTo>
                    <a:pt x="44738" y="257"/>
                    <a:pt x="44738" y="120"/>
                    <a:pt x="44647" y="51"/>
                  </a:cubicBezTo>
                  <a:cubicBezTo>
                    <a:pt x="44613" y="17"/>
                    <a:pt x="44567" y="0"/>
                    <a:pt x="445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9"/>
            <p:cNvSpPr/>
            <p:nvPr/>
          </p:nvSpPr>
          <p:spPr>
            <a:xfrm>
              <a:off x="4775775" y="1974875"/>
              <a:ext cx="2300825" cy="706600"/>
            </a:xfrm>
            <a:custGeom>
              <a:avLst/>
              <a:gdLst/>
              <a:ahLst/>
              <a:cxnLst/>
              <a:rect l="l" t="t" r="r" b="b"/>
              <a:pathLst>
                <a:path w="92033" h="28264" extrusionOk="0">
                  <a:moveTo>
                    <a:pt x="206" y="0"/>
                  </a:moveTo>
                  <a:cubicBezTo>
                    <a:pt x="155" y="0"/>
                    <a:pt x="104" y="17"/>
                    <a:pt x="69" y="51"/>
                  </a:cubicBezTo>
                  <a:cubicBezTo>
                    <a:pt x="1" y="120"/>
                    <a:pt x="1" y="234"/>
                    <a:pt x="69" y="325"/>
                  </a:cubicBezTo>
                  <a:lnTo>
                    <a:pt x="28007" y="28263"/>
                  </a:lnTo>
                  <a:lnTo>
                    <a:pt x="91850" y="28263"/>
                  </a:lnTo>
                  <a:cubicBezTo>
                    <a:pt x="91941" y="28263"/>
                    <a:pt x="92032" y="28172"/>
                    <a:pt x="92032" y="28058"/>
                  </a:cubicBezTo>
                  <a:cubicBezTo>
                    <a:pt x="92032" y="27967"/>
                    <a:pt x="91941" y="27875"/>
                    <a:pt x="91850" y="27875"/>
                  </a:cubicBezTo>
                  <a:lnTo>
                    <a:pt x="28167" y="27875"/>
                  </a:lnTo>
                  <a:lnTo>
                    <a:pt x="343" y="51"/>
                  </a:lnTo>
                  <a:cubicBezTo>
                    <a:pt x="309" y="17"/>
                    <a:pt x="258" y="0"/>
                    <a:pt x="2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9"/>
            <p:cNvSpPr/>
            <p:nvPr/>
          </p:nvSpPr>
          <p:spPr>
            <a:xfrm>
              <a:off x="3518100" y="2023500"/>
              <a:ext cx="149550" cy="93050"/>
            </a:xfrm>
            <a:custGeom>
              <a:avLst/>
              <a:gdLst/>
              <a:ahLst/>
              <a:cxnLst/>
              <a:rect l="l" t="t" r="r" b="b"/>
              <a:pathLst>
                <a:path w="5982" h="3722" extrusionOk="0">
                  <a:moveTo>
                    <a:pt x="1" y="1"/>
                  </a:moveTo>
                  <a:lnTo>
                    <a:pt x="3607" y="3721"/>
                  </a:lnTo>
                  <a:lnTo>
                    <a:pt x="5981" y="3721"/>
                  </a:lnTo>
                  <a:lnTo>
                    <a:pt x="239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9"/>
            <p:cNvSpPr/>
            <p:nvPr/>
          </p:nvSpPr>
          <p:spPr>
            <a:xfrm>
              <a:off x="3630525" y="2023500"/>
              <a:ext cx="148950" cy="93050"/>
            </a:xfrm>
            <a:custGeom>
              <a:avLst/>
              <a:gdLst/>
              <a:ahLst/>
              <a:cxnLst/>
              <a:rect l="l" t="t" r="r" b="b"/>
              <a:pathLst>
                <a:path w="5958" h="3722" extrusionOk="0">
                  <a:moveTo>
                    <a:pt x="0" y="1"/>
                  </a:moveTo>
                  <a:lnTo>
                    <a:pt x="3584" y="3721"/>
                  </a:lnTo>
                  <a:lnTo>
                    <a:pt x="5958"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9"/>
            <p:cNvSpPr/>
            <p:nvPr/>
          </p:nvSpPr>
          <p:spPr>
            <a:xfrm>
              <a:off x="3742375" y="2023500"/>
              <a:ext cx="149525" cy="93050"/>
            </a:xfrm>
            <a:custGeom>
              <a:avLst/>
              <a:gdLst/>
              <a:ahLst/>
              <a:cxnLst/>
              <a:rect l="l" t="t" r="r" b="b"/>
              <a:pathLst>
                <a:path w="5981" h="3722" extrusionOk="0">
                  <a:moveTo>
                    <a:pt x="0" y="1"/>
                  </a:moveTo>
                  <a:lnTo>
                    <a:pt x="3584" y="3721"/>
                  </a:lnTo>
                  <a:lnTo>
                    <a:pt x="5980"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9"/>
            <p:cNvSpPr/>
            <p:nvPr/>
          </p:nvSpPr>
          <p:spPr>
            <a:xfrm>
              <a:off x="3854775" y="2023500"/>
              <a:ext cx="148975" cy="93050"/>
            </a:xfrm>
            <a:custGeom>
              <a:avLst/>
              <a:gdLst/>
              <a:ahLst/>
              <a:cxnLst/>
              <a:rect l="l" t="t" r="r" b="b"/>
              <a:pathLst>
                <a:path w="5959" h="3722" extrusionOk="0">
                  <a:moveTo>
                    <a:pt x="1" y="1"/>
                  </a:moveTo>
                  <a:lnTo>
                    <a:pt x="3584" y="3721"/>
                  </a:lnTo>
                  <a:lnTo>
                    <a:pt x="5958" y="3721"/>
                  </a:lnTo>
                  <a:lnTo>
                    <a:pt x="23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9"/>
            <p:cNvSpPr/>
            <p:nvPr/>
          </p:nvSpPr>
          <p:spPr>
            <a:xfrm>
              <a:off x="3966625" y="2023500"/>
              <a:ext cx="148950" cy="93050"/>
            </a:xfrm>
            <a:custGeom>
              <a:avLst/>
              <a:gdLst/>
              <a:ahLst/>
              <a:cxnLst/>
              <a:rect l="l" t="t" r="r" b="b"/>
              <a:pathLst>
                <a:path w="5958" h="3722" extrusionOk="0">
                  <a:moveTo>
                    <a:pt x="1" y="1"/>
                  </a:moveTo>
                  <a:lnTo>
                    <a:pt x="3584" y="3721"/>
                  </a:lnTo>
                  <a:lnTo>
                    <a:pt x="5958"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9"/>
            <p:cNvSpPr/>
            <p:nvPr/>
          </p:nvSpPr>
          <p:spPr>
            <a:xfrm>
              <a:off x="4078475" y="2023500"/>
              <a:ext cx="149525" cy="93050"/>
            </a:xfrm>
            <a:custGeom>
              <a:avLst/>
              <a:gdLst/>
              <a:ahLst/>
              <a:cxnLst/>
              <a:rect l="l" t="t" r="r" b="b"/>
              <a:pathLst>
                <a:path w="5981" h="3722" extrusionOk="0">
                  <a:moveTo>
                    <a:pt x="0" y="1"/>
                  </a:moveTo>
                  <a:lnTo>
                    <a:pt x="3607" y="3721"/>
                  </a:lnTo>
                  <a:lnTo>
                    <a:pt x="5981" y="3721"/>
                  </a:lnTo>
                  <a:lnTo>
                    <a:pt x="239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9"/>
            <p:cNvSpPr/>
            <p:nvPr/>
          </p:nvSpPr>
          <p:spPr>
            <a:xfrm>
              <a:off x="4190875" y="2023500"/>
              <a:ext cx="148975" cy="93050"/>
            </a:xfrm>
            <a:custGeom>
              <a:avLst/>
              <a:gdLst/>
              <a:ahLst/>
              <a:cxnLst/>
              <a:rect l="l" t="t" r="r" b="b"/>
              <a:pathLst>
                <a:path w="5959" h="3722" extrusionOk="0">
                  <a:moveTo>
                    <a:pt x="1" y="1"/>
                  </a:moveTo>
                  <a:lnTo>
                    <a:pt x="3584" y="3721"/>
                  </a:lnTo>
                  <a:lnTo>
                    <a:pt x="5958" y="3721"/>
                  </a:lnTo>
                  <a:lnTo>
                    <a:pt x="23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9"/>
            <p:cNvSpPr/>
            <p:nvPr/>
          </p:nvSpPr>
          <p:spPr>
            <a:xfrm>
              <a:off x="4302725" y="2023500"/>
              <a:ext cx="149525" cy="93050"/>
            </a:xfrm>
            <a:custGeom>
              <a:avLst/>
              <a:gdLst/>
              <a:ahLst/>
              <a:cxnLst/>
              <a:rect l="l" t="t" r="r" b="b"/>
              <a:pathLst>
                <a:path w="5981" h="3722" extrusionOk="0">
                  <a:moveTo>
                    <a:pt x="1" y="1"/>
                  </a:moveTo>
                  <a:lnTo>
                    <a:pt x="3584" y="3721"/>
                  </a:lnTo>
                  <a:lnTo>
                    <a:pt x="5981"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9"/>
            <p:cNvSpPr/>
            <p:nvPr/>
          </p:nvSpPr>
          <p:spPr>
            <a:xfrm>
              <a:off x="2718075" y="2800150"/>
              <a:ext cx="276800" cy="172925"/>
            </a:xfrm>
            <a:custGeom>
              <a:avLst/>
              <a:gdLst/>
              <a:ahLst/>
              <a:cxnLst/>
              <a:rect l="l" t="t" r="r" b="b"/>
              <a:pathLst>
                <a:path w="11072" h="6917" extrusionOk="0">
                  <a:moveTo>
                    <a:pt x="1" y="0"/>
                  </a:moveTo>
                  <a:lnTo>
                    <a:pt x="6666"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9"/>
            <p:cNvSpPr/>
            <p:nvPr/>
          </p:nvSpPr>
          <p:spPr>
            <a:xfrm>
              <a:off x="2925800" y="2800150"/>
              <a:ext cx="276775" cy="172925"/>
            </a:xfrm>
            <a:custGeom>
              <a:avLst/>
              <a:gdLst/>
              <a:ahLst/>
              <a:cxnLst/>
              <a:rect l="l" t="t" r="r" b="b"/>
              <a:pathLst>
                <a:path w="11071" h="6917" extrusionOk="0">
                  <a:moveTo>
                    <a:pt x="0" y="0"/>
                  </a:moveTo>
                  <a:lnTo>
                    <a:pt x="6665" y="6916"/>
                  </a:lnTo>
                  <a:lnTo>
                    <a:pt x="11070" y="6916"/>
                  </a:lnTo>
                  <a:lnTo>
                    <a:pt x="4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9"/>
            <p:cNvSpPr/>
            <p:nvPr/>
          </p:nvSpPr>
          <p:spPr>
            <a:xfrm>
              <a:off x="3133500" y="2800150"/>
              <a:ext cx="276775" cy="172925"/>
            </a:xfrm>
            <a:custGeom>
              <a:avLst/>
              <a:gdLst/>
              <a:ahLst/>
              <a:cxnLst/>
              <a:rect l="l" t="t" r="r" b="b"/>
              <a:pathLst>
                <a:path w="11071" h="6917" extrusionOk="0">
                  <a:moveTo>
                    <a:pt x="1" y="0"/>
                  </a:moveTo>
                  <a:lnTo>
                    <a:pt x="6666" y="6916"/>
                  </a:lnTo>
                  <a:lnTo>
                    <a:pt x="11071" y="6916"/>
                  </a:lnTo>
                  <a:lnTo>
                    <a:pt x="442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9"/>
            <p:cNvSpPr/>
            <p:nvPr/>
          </p:nvSpPr>
          <p:spPr>
            <a:xfrm>
              <a:off x="3341775" y="2800150"/>
              <a:ext cx="276800" cy="172925"/>
            </a:xfrm>
            <a:custGeom>
              <a:avLst/>
              <a:gdLst/>
              <a:ahLst/>
              <a:cxnLst/>
              <a:rect l="l" t="t" r="r" b="b"/>
              <a:pathLst>
                <a:path w="11072" h="6917" extrusionOk="0">
                  <a:moveTo>
                    <a:pt x="1" y="0"/>
                  </a:moveTo>
                  <a:lnTo>
                    <a:pt x="6643"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9"/>
            <p:cNvSpPr/>
            <p:nvPr/>
          </p:nvSpPr>
          <p:spPr>
            <a:xfrm>
              <a:off x="3549500" y="2800150"/>
              <a:ext cx="276775" cy="172925"/>
            </a:xfrm>
            <a:custGeom>
              <a:avLst/>
              <a:gdLst/>
              <a:ahLst/>
              <a:cxnLst/>
              <a:rect l="l" t="t" r="r" b="b"/>
              <a:pathLst>
                <a:path w="11071" h="6917" extrusionOk="0">
                  <a:moveTo>
                    <a:pt x="0" y="0"/>
                  </a:moveTo>
                  <a:lnTo>
                    <a:pt x="6665"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9"/>
            <p:cNvSpPr/>
            <p:nvPr/>
          </p:nvSpPr>
          <p:spPr>
            <a:xfrm>
              <a:off x="3757200" y="2800150"/>
              <a:ext cx="276775" cy="172925"/>
            </a:xfrm>
            <a:custGeom>
              <a:avLst/>
              <a:gdLst/>
              <a:ahLst/>
              <a:cxnLst/>
              <a:rect l="l" t="t" r="r" b="b"/>
              <a:pathLst>
                <a:path w="11071" h="6917" extrusionOk="0">
                  <a:moveTo>
                    <a:pt x="1" y="0"/>
                  </a:moveTo>
                  <a:lnTo>
                    <a:pt x="6666"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9"/>
            <p:cNvSpPr/>
            <p:nvPr/>
          </p:nvSpPr>
          <p:spPr>
            <a:xfrm>
              <a:off x="6113925" y="435450"/>
              <a:ext cx="276775" cy="172925"/>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9"/>
            <p:cNvSpPr/>
            <p:nvPr/>
          </p:nvSpPr>
          <p:spPr>
            <a:xfrm>
              <a:off x="5906200" y="435450"/>
              <a:ext cx="276800" cy="172925"/>
            </a:xfrm>
            <a:custGeom>
              <a:avLst/>
              <a:gdLst/>
              <a:ahLst/>
              <a:cxnLst/>
              <a:rect l="l" t="t" r="r" b="b"/>
              <a:pathLst>
                <a:path w="11072"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9"/>
            <p:cNvSpPr/>
            <p:nvPr/>
          </p:nvSpPr>
          <p:spPr>
            <a:xfrm>
              <a:off x="5698500" y="435450"/>
              <a:ext cx="276775" cy="172925"/>
            </a:xfrm>
            <a:custGeom>
              <a:avLst/>
              <a:gdLst/>
              <a:ahLst/>
              <a:cxnLst/>
              <a:rect l="l" t="t" r="r" b="b"/>
              <a:pathLst>
                <a:path w="11071" h="6917" extrusionOk="0">
                  <a:moveTo>
                    <a:pt x="6643"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9"/>
            <p:cNvSpPr/>
            <p:nvPr/>
          </p:nvSpPr>
          <p:spPr>
            <a:xfrm>
              <a:off x="5490225" y="435450"/>
              <a:ext cx="276775" cy="172925"/>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9"/>
            <p:cNvSpPr/>
            <p:nvPr/>
          </p:nvSpPr>
          <p:spPr>
            <a:xfrm>
              <a:off x="5282500" y="435450"/>
              <a:ext cx="276775" cy="172925"/>
            </a:xfrm>
            <a:custGeom>
              <a:avLst/>
              <a:gdLst/>
              <a:ahLst/>
              <a:cxnLst/>
              <a:rect l="l" t="t" r="r" b="b"/>
              <a:pathLst>
                <a:path w="11071"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9"/>
            <p:cNvSpPr/>
            <p:nvPr/>
          </p:nvSpPr>
          <p:spPr>
            <a:xfrm>
              <a:off x="5074800" y="435450"/>
              <a:ext cx="276775" cy="172925"/>
            </a:xfrm>
            <a:custGeom>
              <a:avLst/>
              <a:gdLst/>
              <a:ahLst/>
              <a:cxnLst/>
              <a:rect l="l" t="t" r="r" b="b"/>
              <a:pathLst>
                <a:path w="11071" h="6917" extrusionOk="0">
                  <a:moveTo>
                    <a:pt x="6665"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9"/>
            <p:cNvSpPr/>
            <p:nvPr/>
          </p:nvSpPr>
          <p:spPr>
            <a:xfrm>
              <a:off x="4867075" y="435450"/>
              <a:ext cx="276800" cy="172925"/>
            </a:xfrm>
            <a:custGeom>
              <a:avLst/>
              <a:gdLst/>
              <a:ahLst/>
              <a:cxnLst/>
              <a:rect l="l" t="t" r="r" b="b"/>
              <a:pathLst>
                <a:path w="11072" h="6917" extrusionOk="0">
                  <a:moveTo>
                    <a:pt x="6643"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9"/>
            <p:cNvSpPr/>
            <p:nvPr/>
          </p:nvSpPr>
          <p:spPr>
            <a:xfrm>
              <a:off x="4658800" y="435450"/>
              <a:ext cx="276775" cy="172925"/>
            </a:xfrm>
            <a:custGeom>
              <a:avLst/>
              <a:gdLst/>
              <a:ahLst/>
              <a:cxnLst/>
              <a:rect l="l" t="t" r="r" b="b"/>
              <a:pathLst>
                <a:path w="11071" h="6917" extrusionOk="0">
                  <a:moveTo>
                    <a:pt x="6666" y="0"/>
                  </a:moveTo>
                  <a:lnTo>
                    <a:pt x="1" y="6916"/>
                  </a:lnTo>
                  <a:lnTo>
                    <a:pt x="4429"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9"/>
            <p:cNvSpPr/>
            <p:nvPr/>
          </p:nvSpPr>
          <p:spPr>
            <a:xfrm>
              <a:off x="4853400" y="927325"/>
              <a:ext cx="143250" cy="155250"/>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9"/>
            <p:cNvSpPr/>
            <p:nvPr/>
          </p:nvSpPr>
          <p:spPr>
            <a:xfrm>
              <a:off x="4940700" y="927325"/>
              <a:ext cx="143825" cy="155250"/>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9"/>
            <p:cNvSpPr/>
            <p:nvPr/>
          </p:nvSpPr>
          <p:spPr>
            <a:xfrm>
              <a:off x="5028000" y="927325"/>
              <a:ext cx="143825" cy="155250"/>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9"/>
            <p:cNvSpPr/>
            <p:nvPr/>
          </p:nvSpPr>
          <p:spPr>
            <a:xfrm>
              <a:off x="5115300" y="927325"/>
              <a:ext cx="143825" cy="155250"/>
            </a:xfrm>
            <a:custGeom>
              <a:avLst/>
              <a:gdLst/>
              <a:ahLst/>
              <a:cxnLst/>
              <a:rect l="l" t="t" r="r" b="b"/>
              <a:pathLst>
                <a:path w="5753" h="6210" extrusionOk="0">
                  <a:moveTo>
                    <a:pt x="1" y="1"/>
                  </a:moveTo>
                  <a:lnTo>
                    <a:pt x="3516" y="3265"/>
                  </a:lnTo>
                  <a:lnTo>
                    <a:pt x="366"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9"/>
            <p:cNvSpPr/>
            <p:nvPr/>
          </p:nvSpPr>
          <p:spPr>
            <a:xfrm>
              <a:off x="5202625" y="927325"/>
              <a:ext cx="143825" cy="155250"/>
            </a:xfrm>
            <a:custGeom>
              <a:avLst/>
              <a:gdLst/>
              <a:ahLst/>
              <a:cxnLst/>
              <a:rect l="l" t="t" r="r" b="b"/>
              <a:pathLst>
                <a:path w="5753" h="6210" extrusionOk="0">
                  <a:moveTo>
                    <a:pt x="0" y="1"/>
                  </a:moveTo>
                  <a:lnTo>
                    <a:pt x="3515"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9"/>
            <p:cNvSpPr/>
            <p:nvPr/>
          </p:nvSpPr>
          <p:spPr>
            <a:xfrm>
              <a:off x="5289925" y="927325"/>
              <a:ext cx="143825" cy="155250"/>
            </a:xfrm>
            <a:custGeom>
              <a:avLst/>
              <a:gdLst/>
              <a:ahLst/>
              <a:cxnLst/>
              <a:rect l="l" t="t" r="r" b="b"/>
              <a:pathLst>
                <a:path w="5753" h="6210" extrusionOk="0">
                  <a:moveTo>
                    <a:pt x="0" y="1"/>
                  </a:moveTo>
                  <a:lnTo>
                    <a:pt x="3516"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9"/>
            <p:cNvSpPr/>
            <p:nvPr/>
          </p:nvSpPr>
          <p:spPr>
            <a:xfrm>
              <a:off x="5377225" y="927325"/>
              <a:ext cx="143825" cy="155250"/>
            </a:xfrm>
            <a:custGeom>
              <a:avLst/>
              <a:gdLst/>
              <a:ahLst/>
              <a:cxnLst/>
              <a:rect l="l" t="t" r="r" b="b"/>
              <a:pathLst>
                <a:path w="5753" h="6210" extrusionOk="0">
                  <a:moveTo>
                    <a:pt x="1" y="1"/>
                  </a:moveTo>
                  <a:lnTo>
                    <a:pt x="3516" y="3265"/>
                  </a:lnTo>
                  <a:lnTo>
                    <a:pt x="389"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9"/>
            <p:cNvSpPr/>
            <p:nvPr/>
          </p:nvSpPr>
          <p:spPr>
            <a:xfrm>
              <a:off x="5465100" y="927325"/>
              <a:ext cx="143250" cy="155250"/>
            </a:xfrm>
            <a:custGeom>
              <a:avLst/>
              <a:gdLst/>
              <a:ahLst/>
              <a:cxnLst/>
              <a:rect l="l" t="t" r="r" b="b"/>
              <a:pathLst>
                <a:path w="5730" h="6210" extrusionOk="0">
                  <a:moveTo>
                    <a:pt x="1" y="1"/>
                  </a:moveTo>
                  <a:lnTo>
                    <a:pt x="3493" y="3265"/>
                  </a:lnTo>
                  <a:lnTo>
                    <a:pt x="366" y="6209"/>
                  </a:lnTo>
                  <a:lnTo>
                    <a:pt x="2603" y="6209"/>
                  </a:lnTo>
                  <a:lnTo>
                    <a:pt x="5730"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9"/>
            <p:cNvSpPr/>
            <p:nvPr/>
          </p:nvSpPr>
          <p:spPr>
            <a:xfrm>
              <a:off x="5552425" y="927325"/>
              <a:ext cx="143250" cy="155250"/>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9"/>
            <p:cNvSpPr/>
            <p:nvPr/>
          </p:nvSpPr>
          <p:spPr>
            <a:xfrm>
              <a:off x="5639725" y="927325"/>
              <a:ext cx="143825" cy="155250"/>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9"/>
            <p:cNvSpPr/>
            <p:nvPr/>
          </p:nvSpPr>
          <p:spPr>
            <a:xfrm>
              <a:off x="5727025" y="927325"/>
              <a:ext cx="143825" cy="155250"/>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2" name="Google Shape;642;p9"/>
          <p:cNvGrpSpPr/>
          <p:nvPr/>
        </p:nvGrpSpPr>
        <p:grpSpPr>
          <a:xfrm>
            <a:off x="-64791" y="3334954"/>
            <a:ext cx="2438787" cy="1857515"/>
            <a:chOff x="-64791" y="3334954"/>
            <a:chExt cx="2438787" cy="1857515"/>
          </a:xfrm>
        </p:grpSpPr>
        <p:sp>
          <p:nvSpPr>
            <p:cNvPr id="643" name="Google Shape;643;p9"/>
            <p:cNvSpPr/>
            <p:nvPr/>
          </p:nvSpPr>
          <p:spPr>
            <a:xfrm>
              <a:off x="153233" y="4953367"/>
              <a:ext cx="101" cy="101"/>
            </a:xfrm>
            <a:custGeom>
              <a:avLst/>
              <a:gdLst/>
              <a:ahLst/>
              <a:cxnLst/>
              <a:rect l="l" t="t" r="r" b="b"/>
              <a:pathLst>
                <a:path w="1" h="1" fill="none" extrusionOk="0">
                  <a:moveTo>
                    <a:pt x="0" y="0"/>
                  </a:moveTo>
                  <a:lnTo>
                    <a:pt x="0" y="0"/>
                  </a:lnTo>
                  <a:close/>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9"/>
            <p:cNvSpPr/>
            <p:nvPr/>
          </p:nvSpPr>
          <p:spPr>
            <a:xfrm>
              <a:off x="735872" y="4953367"/>
              <a:ext cx="101" cy="101"/>
            </a:xfrm>
            <a:custGeom>
              <a:avLst/>
              <a:gdLst/>
              <a:ahLst/>
              <a:cxnLst/>
              <a:rect l="l" t="t" r="r" b="b"/>
              <a:pathLst>
                <a:path w="1" h="1" fill="none" extrusionOk="0">
                  <a:moveTo>
                    <a:pt x="0" y="0"/>
                  </a:moveTo>
                  <a:lnTo>
                    <a:pt x="0" y="0"/>
                  </a:lnTo>
                  <a:close/>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9"/>
            <p:cNvSpPr/>
            <p:nvPr/>
          </p:nvSpPr>
          <p:spPr>
            <a:xfrm>
              <a:off x="173449" y="4953367"/>
              <a:ext cx="527044" cy="101"/>
            </a:xfrm>
            <a:custGeom>
              <a:avLst/>
              <a:gdLst/>
              <a:ahLst/>
              <a:cxnLst/>
              <a:rect l="l" t="t" r="r" b="b"/>
              <a:pathLst>
                <a:path w="5214" h="1" fill="none" extrusionOk="0">
                  <a:moveTo>
                    <a:pt x="5214" y="0"/>
                  </a:moveTo>
                  <a:lnTo>
                    <a:pt x="1" y="0"/>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9"/>
            <p:cNvSpPr/>
            <p:nvPr/>
          </p:nvSpPr>
          <p:spPr>
            <a:xfrm>
              <a:off x="-26784" y="4811455"/>
              <a:ext cx="106541" cy="101"/>
            </a:xfrm>
            <a:custGeom>
              <a:avLst/>
              <a:gdLst/>
              <a:ahLst/>
              <a:cxnLst/>
              <a:rect l="l" t="t" r="r" b="b"/>
              <a:pathLst>
                <a:path w="1054" h="1" fill="none" extrusionOk="0">
                  <a:moveTo>
                    <a:pt x="1054" y="1"/>
                  </a:moveTo>
                  <a:lnTo>
                    <a:pt x="1" y="1"/>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9"/>
            <p:cNvSpPr/>
            <p:nvPr/>
          </p:nvSpPr>
          <p:spPr>
            <a:xfrm>
              <a:off x="1115" y="4735444"/>
              <a:ext cx="78642" cy="101"/>
            </a:xfrm>
            <a:custGeom>
              <a:avLst/>
              <a:gdLst/>
              <a:ahLst/>
              <a:cxnLst/>
              <a:rect l="l" t="t" r="r" b="b"/>
              <a:pathLst>
                <a:path w="778" h="1" fill="none" extrusionOk="0">
                  <a:moveTo>
                    <a:pt x="778" y="1"/>
                  </a:moveTo>
                  <a:lnTo>
                    <a:pt x="1" y="1"/>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9"/>
            <p:cNvSpPr/>
            <p:nvPr/>
          </p:nvSpPr>
          <p:spPr>
            <a:xfrm>
              <a:off x="811974" y="4755761"/>
              <a:ext cx="53372" cy="101"/>
            </a:xfrm>
            <a:custGeom>
              <a:avLst/>
              <a:gdLst/>
              <a:ahLst/>
              <a:cxnLst/>
              <a:rect l="l" t="t" r="r" b="b"/>
              <a:pathLst>
                <a:path w="528" h="1" fill="none" extrusionOk="0">
                  <a:moveTo>
                    <a:pt x="1" y="0"/>
                  </a:moveTo>
                  <a:lnTo>
                    <a:pt x="527" y="0"/>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9"/>
            <p:cNvSpPr/>
            <p:nvPr/>
          </p:nvSpPr>
          <p:spPr>
            <a:xfrm>
              <a:off x="459715" y="5029378"/>
              <a:ext cx="101" cy="114116"/>
            </a:xfrm>
            <a:custGeom>
              <a:avLst/>
              <a:gdLst/>
              <a:ahLst/>
              <a:cxnLst/>
              <a:rect l="l" t="t" r="r" b="b"/>
              <a:pathLst>
                <a:path w="1" h="1129" fill="none" extrusionOk="0">
                  <a:moveTo>
                    <a:pt x="1" y="0"/>
                  </a:moveTo>
                  <a:lnTo>
                    <a:pt x="1" y="1128"/>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9"/>
            <p:cNvSpPr/>
            <p:nvPr/>
          </p:nvSpPr>
          <p:spPr>
            <a:xfrm>
              <a:off x="335585" y="5029378"/>
              <a:ext cx="101" cy="53268"/>
            </a:xfrm>
            <a:custGeom>
              <a:avLst/>
              <a:gdLst/>
              <a:ahLst/>
              <a:cxnLst/>
              <a:rect l="l" t="t" r="r" b="b"/>
              <a:pathLst>
                <a:path w="1" h="527" fill="none" extrusionOk="0">
                  <a:moveTo>
                    <a:pt x="1" y="0"/>
                  </a:moveTo>
                  <a:lnTo>
                    <a:pt x="1" y="527"/>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9"/>
            <p:cNvSpPr/>
            <p:nvPr/>
          </p:nvSpPr>
          <p:spPr>
            <a:xfrm>
              <a:off x="244409" y="5029378"/>
              <a:ext cx="101" cy="83692"/>
            </a:xfrm>
            <a:custGeom>
              <a:avLst/>
              <a:gdLst/>
              <a:ahLst/>
              <a:cxnLst/>
              <a:rect l="l" t="t" r="r" b="b"/>
              <a:pathLst>
                <a:path w="1" h="828" fill="none" extrusionOk="0">
                  <a:moveTo>
                    <a:pt x="0" y="0"/>
                  </a:moveTo>
                  <a:lnTo>
                    <a:pt x="0" y="827"/>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9"/>
            <p:cNvSpPr/>
            <p:nvPr/>
          </p:nvSpPr>
          <p:spPr>
            <a:xfrm>
              <a:off x="611743" y="5029378"/>
              <a:ext cx="101" cy="83692"/>
            </a:xfrm>
            <a:custGeom>
              <a:avLst/>
              <a:gdLst/>
              <a:ahLst/>
              <a:cxnLst/>
              <a:rect l="l" t="t" r="r" b="b"/>
              <a:pathLst>
                <a:path w="1" h="828" fill="none" extrusionOk="0">
                  <a:moveTo>
                    <a:pt x="0" y="0"/>
                  </a:moveTo>
                  <a:lnTo>
                    <a:pt x="0" y="827"/>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9"/>
            <p:cNvSpPr/>
            <p:nvPr/>
          </p:nvSpPr>
          <p:spPr>
            <a:xfrm>
              <a:off x="535729" y="5029378"/>
              <a:ext cx="101" cy="63376"/>
            </a:xfrm>
            <a:custGeom>
              <a:avLst/>
              <a:gdLst/>
              <a:ahLst/>
              <a:cxnLst/>
              <a:rect l="l" t="t" r="r" b="b"/>
              <a:pathLst>
                <a:path w="1" h="627" fill="none" extrusionOk="0">
                  <a:moveTo>
                    <a:pt x="1" y="0"/>
                  </a:moveTo>
                  <a:lnTo>
                    <a:pt x="1" y="627"/>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9"/>
            <p:cNvSpPr/>
            <p:nvPr/>
          </p:nvSpPr>
          <p:spPr>
            <a:xfrm rot="5400000" flipH="1">
              <a:off x="1339300" y="4319646"/>
              <a:ext cx="345501" cy="1400147"/>
            </a:xfrm>
            <a:custGeom>
              <a:avLst/>
              <a:gdLst/>
              <a:ahLst/>
              <a:cxnLst/>
              <a:rect l="l" t="t" r="r" b="b"/>
              <a:pathLst>
                <a:path w="1330" h="5390" fill="none" extrusionOk="0">
                  <a:moveTo>
                    <a:pt x="1329" y="5389"/>
                  </a:moveTo>
                  <a:lnTo>
                    <a:pt x="1329" y="2808"/>
                  </a:lnTo>
                  <a:lnTo>
                    <a:pt x="1" y="1504"/>
                  </a:lnTo>
                  <a:lnTo>
                    <a:pt x="1"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9"/>
            <p:cNvSpPr/>
            <p:nvPr/>
          </p:nvSpPr>
          <p:spPr>
            <a:xfrm>
              <a:off x="201348" y="4418870"/>
              <a:ext cx="486510" cy="486486"/>
            </a:xfrm>
            <a:custGeom>
              <a:avLst/>
              <a:gdLst/>
              <a:ahLst/>
              <a:cxnLst/>
              <a:rect l="l" t="t" r="r" b="b"/>
              <a:pathLst>
                <a:path w="4813" h="4813" fill="none" extrusionOk="0">
                  <a:moveTo>
                    <a:pt x="0" y="0"/>
                  </a:moveTo>
                  <a:lnTo>
                    <a:pt x="4812" y="0"/>
                  </a:lnTo>
                  <a:lnTo>
                    <a:pt x="4812" y="4812"/>
                  </a:lnTo>
                  <a:lnTo>
                    <a:pt x="0" y="4812"/>
                  </a:lnTo>
                  <a:close/>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9"/>
            <p:cNvSpPr/>
            <p:nvPr/>
          </p:nvSpPr>
          <p:spPr>
            <a:xfrm>
              <a:off x="282416" y="4499934"/>
              <a:ext cx="324374" cy="324358"/>
            </a:xfrm>
            <a:custGeom>
              <a:avLst/>
              <a:gdLst/>
              <a:ahLst/>
              <a:cxnLst/>
              <a:rect l="l" t="t" r="r" b="b"/>
              <a:pathLst>
                <a:path w="3209" h="3209" extrusionOk="0">
                  <a:moveTo>
                    <a:pt x="0" y="0"/>
                  </a:moveTo>
                  <a:lnTo>
                    <a:pt x="0" y="3208"/>
                  </a:lnTo>
                  <a:lnTo>
                    <a:pt x="3208" y="3208"/>
                  </a:lnTo>
                  <a:lnTo>
                    <a:pt x="3208" y="0"/>
                  </a:lnTo>
                  <a:close/>
                </a:path>
              </a:pathLst>
            </a:custGeom>
            <a:solidFill>
              <a:schemeClr val="dk2"/>
            </a:solid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9"/>
            <p:cNvSpPr/>
            <p:nvPr/>
          </p:nvSpPr>
          <p:spPr>
            <a:xfrm>
              <a:off x="153233" y="4388445"/>
              <a:ext cx="101" cy="527018"/>
            </a:xfrm>
            <a:custGeom>
              <a:avLst/>
              <a:gdLst/>
              <a:ahLst/>
              <a:cxnLst/>
              <a:rect l="l" t="t" r="r" b="b"/>
              <a:pathLst>
                <a:path w="1" h="5214" fill="none" extrusionOk="0">
                  <a:moveTo>
                    <a:pt x="0" y="5213"/>
                  </a:moveTo>
                  <a:lnTo>
                    <a:pt x="0" y="0"/>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9"/>
            <p:cNvSpPr/>
            <p:nvPr/>
          </p:nvSpPr>
          <p:spPr>
            <a:xfrm>
              <a:off x="153233" y="4370656"/>
              <a:ext cx="101" cy="101"/>
            </a:xfrm>
            <a:custGeom>
              <a:avLst/>
              <a:gdLst/>
              <a:ahLst/>
              <a:cxnLst/>
              <a:rect l="l" t="t" r="r" b="b"/>
              <a:pathLst>
                <a:path w="1" h="1" fill="none" extrusionOk="0">
                  <a:moveTo>
                    <a:pt x="0" y="1"/>
                  </a:moveTo>
                  <a:lnTo>
                    <a:pt x="0" y="1"/>
                  </a:lnTo>
                  <a:close/>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9"/>
            <p:cNvSpPr/>
            <p:nvPr/>
          </p:nvSpPr>
          <p:spPr>
            <a:xfrm>
              <a:off x="191139" y="4370656"/>
              <a:ext cx="527145" cy="101"/>
            </a:xfrm>
            <a:custGeom>
              <a:avLst/>
              <a:gdLst/>
              <a:ahLst/>
              <a:cxnLst/>
              <a:rect l="l" t="t" r="r" b="b"/>
              <a:pathLst>
                <a:path w="5215" h="1" fill="none" extrusionOk="0">
                  <a:moveTo>
                    <a:pt x="1" y="1"/>
                  </a:moveTo>
                  <a:lnTo>
                    <a:pt x="5214" y="1"/>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9"/>
            <p:cNvSpPr/>
            <p:nvPr/>
          </p:nvSpPr>
          <p:spPr>
            <a:xfrm>
              <a:off x="735872" y="4370656"/>
              <a:ext cx="101" cy="101"/>
            </a:xfrm>
            <a:custGeom>
              <a:avLst/>
              <a:gdLst/>
              <a:ahLst/>
              <a:cxnLst/>
              <a:rect l="l" t="t" r="r" b="b"/>
              <a:pathLst>
                <a:path w="1" h="1" fill="none" extrusionOk="0">
                  <a:moveTo>
                    <a:pt x="0" y="1"/>
                  </a:moveTo>
                  <a:lnTo>
                    <a:pt x="0" y="1"/>
                  </a:lnTo>
                  <a:close/>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9"/>
            <p:cNvSpPr/>
            <p:nvPr/>
          </p:nvSpPr>
          <p:spPr>
            <a:xfrm>
              <a:off x="735872" y="4406134"/>
              <a:ext cx="101" cy="527018"/>
            </a:xfrm>
            <a:custGeom>
              <a:avLst/>
              <a:gdLst/>
              <a:ahLst/>
              <a:cxnLst/>
              <a:rect l="l" t="t" r="r" b="b"/>
              <a:pathLst>
                <a:path w="1" h="5214" fill="none" extrusionOk="0">
                  <a:moveTo>
                    <a:pt x="0" y="1"/>
                  </a:moveTo>
                  <a:lnTo>
                    <a:pt x="0" y="5214"/>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9"/>
            <p:cNvSpPr/>
            <p:nvPr/>
          </p:nvSpPr>
          <p:spPr>
            <a:xfrm>
              <a:off x="79746" y="4297273"/>
              <a:ext cx="732242" cy="729678"/>
            </a:xfrm>
            <a:custGeom>
              <a:avLst/>
              <a:gdLst/>
              <a:ahLst/>
              <a:cxnLst/>
              <a:rect l="l" t="t" r="r" b="b"/>
              <a:pathLst>
                <a:path w="7244" h="7219" fill="none" extrusionOk="0">
                  <a:moveTo>
                    <a:pt x="0" y="0"/>
                  </a:moveTo>
                  <a:lnTo>
                    <a:pt x="7243" y="0"/>
                  </a:lnTo>
                  <a:lnTo>
                    <a:pt x="7243" y="7218"/>
                  </a:lnTo>
                  <a:lnTo>
                    <a:pt x="0" y="7218"/>
                  </a:lnTo>
                  <a:close/>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9"/>
            <p:cNvSpPr/>
            <p:nvPr/>
          </p:nvSpPr>
          <p:spPr>
            <a:xfrm>
              <a:off x="331917" y="3334954"/>
              <a:ext cx="201068" cy="201068"/>
            </a:xfrm>
            <a:custGeom>
              <a:avLst/>
              <a:gdLst/>
              <a:ahLst/>
              <a:cxnLst/>
              <a:rect l="l" t="t" r="r" b="b"/>
              <a:pathLst>
                <a:path w="1204" h="1204" fill="none" extrusionOk="0">
                  <a:moveTo>
                    <a:pt x="602" y="0"/>
                  </a:moveTo>
                  <a:cubicBezTo>
                    <a:pt x="928" y="0"/>
                    <a:pt x="1204" y="276"/>
                    <a:pt x="1204" y="602"/>
                  </a:cubicBezTo>
                  <a:cubicBezTo>
                    <a:pt x="1204" y="928"/>
                    <a:pt x="928" y="1203"/>
                    <a:pt x="602" y="1203"/>
                  </a:cubicBezTo>
                  <a:cubicBezTo>
                    <a:pt x="276" y="1203"/>
                    <a:pt x="1" y="928"/>
                    <a:pt x="1" y="602"/>
                  </a:cubicBezTo>
                  <a:cubicBezTo>
                    <a:pt x="1" y="276"/>
                    <a:pt x="276" y="0"/>
                    <a:pt x="602" y="0"/>
                  </a:cubicBezTo>
                  <a:close/>
                </a:path>
              </a:pathLst>
            </a:custGeom>
            <a:noFill/>
            <a:ln w="19050" cap="flat" cmpd="sng">
              <a:solidFill>
                <a:schemeClr val="accent2"/>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64" name="Google Shape;664;p9"/>
            <p:cNvCxnSpPr/>
            <p:nvPr/>
          </p:nvCxnSpPr>
          <p:spPr>
            <a:xfrm rot="10800000">
              <a:off x="432450" y="3536025"/>
              <a:ext cx="0" cy="764700"/>
            </a:xfrm>
            <a:prstGeom prst="straightConnector1">
              <a:avLst/>
            </a:prstGeom>
            <a:noFill/>
            <a:ln w="19050" cap="flat" cmpd="sng">
              <a:solidFill>
                <a:schemeClr val="accent2"/>
              </a:solidFill>
              <a:prstDash val="solid"/>
              <a:round/>
              <a:headEnd type="none" w="med" len="med"/>
              <a:tailEnd type="none" w="med" len="med"/>
            </a:ln>
          </p:spPr>
        </p:cxnSp>
        <p:sp>
          <p:nvSpPr>
            <p:cNvPr id="665" name="Google Shape;665;p9"/>
            <p:cNvSpPr/>
            <p:nvPr/>
          </p:nvSpPr>
          <p:spPr>
            <a:xfrm>
              <a:off x="553421" y="3371325"/>
              <a:ext cx="163326" cy="921005"/>
            </a:xfrm>
            <a:custGeom>
              <a:avLst/>
              <a:gdLst/>
              <a:ahLst/>
              <a:cxnLst/>
              <a:rect l="l" t="t" r="r" b="b"/>
              <a:pathLst>
                <a:path w="978" h="5515" fill="none" extrusionOk="0">
                  <a:moveTo>
                    <a:pt x="0" y="5514"/>
                  </a:moveTo>
                  <a:lnTo>
                    <a:pt x="0" y="3509"/>
                  </a:lnTo>
                  <a:lnTo>
                    <a:pt x="977" y="2532"/>
                  </a:lnTo>
                  <a:lnTo>
                    <a:pt x="977" y="0"/>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9"/>
            <p:cNvSpPr/>
            <p:nvPr/>
          </p:nvSpPr>
          <p:spPr>
            <a:xfrm>
              <a:off x="133388" y="3392200"/>
              <a:ext cx="222110" cy="900130"/>
            </a:xfrm>
            <a:custGeom>
              <a:avLst/>
              <a:gdLst/>
              <a:ahLst/>
              <a:cxnLst/>
              <a:rect l="l" t="t" r="r" b="b"/>
              <a:pathLst>
                <a:path w="1330" h="5390" fill="none" extrusionOk="0">
                  <a:moveTo>
                    <a:pt x="1329" y="5389"/>
                  </a:moveTo>
                  <a:lnTo>
                    <a:pt x="1329" y="2808"/>
                  </a:lnTo>
                  <a:lnTo>
                    <a:pt x="1" y="1504"/>
                  </a:lnTo>
                  <a:lnTo>
                    <a:pt x="1"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9"/>
            <p:cNvSpPr/>
            <p:nvPr/>
          </p:nvSpPr>
          <p:spPr>
            <a:xfrm>
              <a:off x="279842" y="3919750"/>
              <a:ext cx="167" cy="372577"/>
            </a:xfrm>
            <a:custGeom>
              <a:avLst/>
              <a:gdLst/>
              <a:ahLst/>
              <a:cxnLst/>
              <a:rect l="l" t="t" r="r" b="b"/>
              <a:pathLst>
                <a:path w="1" h="2231" fill="none" extrusionOk="0">
                  <a:moveTo>
                    <a:pt x="1" y="2231"/>
                  </a:moveTo>
                  <a:lnTo>
                    <a:pt x="1" y="0"/>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9"/>
            <p:cNvSpPr/>
            <p:nvPr/>
          </p:nvSpPr>
          <p:spPr>
            <a:xfrm>
              <a:off x="647217" y="3919750"/>
              <a:ext cx="167" cy="372577"/>
            </a:xfrm>
            <a:custGeom>
              <a:avLst/>
              <a:gdLst/>
              <a:ahLst/>
              <a:cxnLst/>
              <a:rect l="l" t="t" r="r" b="b"/>
              <a:pathLst>
                <a:path w="1" h="2231" fill="none" extrusionOk="0">
                  <a:moveTo>
                    <a:pt x="0" y="2231"/>
                  </a:moveTo>
                  <a:lnTo>
                    <a:pt x="0" y="0"/>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9"/>
            <p:cNvSpPr/>
            <p:nvPr/>
          </p:nvSpPr>
          <p:spPr>
            <a:xfrm>
              <a:off x="-64791" y="4659535"/>
              <a:ext cx="144548" cy="101"/>
            </a:xfrm>
            <a:custGeom>
              <a:avLst/>
              <a:gdLst/>
              <a:ahLst/>
              <a:cxnLst/>
              <a:rect l="l" t="t" r="r" b="b"/>
              <a:pathLst>
                <a:path w="1430" h="1" fill="none" extrusionOk="0">
                  <a:moveTo>
                    <a:pt x="1430" y="0"/>
                  </a:moveTo>
                  <a:lnTo>
                    <a:pt x="1" y="0"/>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9"/>
            <p:cNvSpPr/>
            <p:nvPr/>
          </p:nvSpPr>
          <p:spPr>
            <a:xfrm>
              <a:off x="11223" y="4537939"/>
              <a:ext cx="68534" cy="101"/>
            </a:xfrm>
            <a:custGeom>
              <a:avLst/>
              <a:gdLst/>
              <a:ahLst/>
              <a:cxnLst/>
              <a:rect l="l" t="t" r="r" b="b"/>
              <a:pathLst>
                <a:path w="678" h="1" fill="none" extrusionOk="0">
                  <a:moveTo>
                    <a:pt x="678" y="0"/>
                  </a:moveTo>
                  <a:lnTo>
                    <a:pt x="1" y="0"/>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9"/>
            <p:cNvSpPr/>
            <p:nvPr/>
          </p:nvSpPr>
          <p:spPr>
            <a:xfrm>
              <a:off x="-26784" y="4444139"/>
              <a:ext cx="106541" cy="101"/>
            </a:xfrm>
            <a:custGeom>
              <a:avLst/>
              <a:gdLst/>
              <a:ahLst/>
              <a:cxnLst/>
              <a:rect l="l" t="t" r="r" b="b"/>
              <a:pathLst>
                <a:path w="1054" h="1" fill="none" extrusionOk="0">
                  <a:moveTo>
                    <a:pt x="1054" y="1"/>
                  </a:moveTo>
                  <a:lnTo>
                    <a:pt x="1" y="1"/>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9"/>
            <p:cNvSpPr/>
            <p:nvPr/>
          </p:nvSpPr>
          <p:spPr>
            <a:xfrm>
              <a:off x="811974" y="4479617"/>
              <a:ext cx="83696" cy="101"/>
            </a:xfrm>
            <a:custGeom>
              <a:avLst/>
              <a:gdLst/>
              <a:ahLst/>
              <a:cxnLst/>
              <a:rect l="l" t="t" r="r" b="b"/>
              <a:pathLst>
                <a:path w="828" h="1" fill="none" extrusionOk="0">
                  <a:moveTo>
                    <a:pt x="1" y="1"/>
                  </a:moveTo>
                  <a:lnTo>
                    <a:pt x="828" y="1"/>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9"/>
            <p:cNvSpPr/>
            <p:nvPr/>
          </p:nvSpPr>
          <p:spPr>
            <a:xfrm>
              <a:off x="811974" y="4555627"/>
              <a:ext cx="63480" cy="101"/>
            </a:xfrm>
            <a:custGeom>
              <a:avLst/>
              <a:gdLst/>
              <a:ahLst/>
              <a:cxnLst/>
              <a:rect l="l" t="t" r="r" b="b"/>
              <a:pathLst>
                <a:path w="628" h="1" fill="none" extrusionOk="0">
                  <a:moveTo>
                    <a:pt x="1" y="1"/>
                  </a:moveTo>
                  <a:lnTo>
                    <a:pt x="627" y="1"/>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9"/>
            <p:cNvSpPr/>
            <p:nvPr/>
          </p:nvSpPr>
          <p:spPr>
            <a:xfrm rot="5400000">
              <a:off x="2172928" y="4531170"/>
              <a:ext cx="201068" cy="201068"/>
            </a:xfrm>
            <a:custGeom>
              <a:avLst/>
              <a:gdLst/>
              <a:ahLst/>
              <a:cxnLst/>
              <a:rect l="l" t="t" r="r" b="b"/>
              <a:pathLst>
                <a:path w="1204" h="1204" fill="none" extrusionOk="0">
                  <a:moveTo>
                    <a:pt x="602" y="0"/>
                  </a:moveTo>
                  <a:cubicBezTo>
                    <a:pt x="928" y="0"/>
                    <a:pt x="1204" y="276"/>
                    <a:pt x="1204" y="602"/>
                  </a:cubicBezTo>
                  <a:cubicBezTo>
                    <a:pt x="1204" y="928"/>
                    <a:pt x="928" y="1203"/>
                    <a:pt x="602" y="1203"/>
                  </a:cubicBezTo>
                  <a:cubicBezTo>
                    <a:pt x="276" y="1203"/>
                    <a:pt x="1" y="928"/>
                    <a:pt x="1" y="602"/>
                  </a:cubicBezTo>
                  <a:cubicBezTo>
                    <a:pt x="1" y="276"/>
                    <a:pt x="276" y="0"/>
                    <a:pt x="602" y="0"/>
                  </a:cubicBezTo>
                  <a:close/>
                </a:path>
              </a:pathLst>
            </a:custGeom>
            <a:noFill/>
            <a:ln w="19050" cap="flat" cmpd="sng">
              <a:solidFill>
                <a:schemeClr val="accent2"/>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75" name="Google Shape;675;p9"/>
            <p:cNvCxnSpPr/>
            <p:nvPr/>
          </p:nvCxnSpPr>
          <p:spPr>
            <a:xfrm>
              <a:off x="809451" y="4631704"/>
              <a:ext cx="1366200" cy="0"/>
            </a:xfrm>
            <a:prstGeom prst="straightConnector1">
              <a:avLst/>
            </a:prstGeom>
            <a:noFill/>
            <a:ln w="19050" cap="flat" cmpd="sng">
              <a:solidFill>
                <a:schemeClr val="accent2"/>
              </a:solidFill>
              <a:prstDash val="solid"/>
              <a:round/>
              <a:headEnd type="none" w="med" len="med"/>
              <a:tailEnd type="none" w="med" len="med"/>
            </a:ln>
          </p:spPr>
        </p:cxnSp>
      </p:grpSp>
      <p:grpSp>
        <p:nvGrpSpPr>
          <p:cNvPr id="676" name="Google Shape;676;p9"/>
          <p:cNvGrpSpPr/>
          <p:nvPr/>
        </p:nvGrpSpPr>
        <p:grpSpPr>
          <a:xfrm>
            <a:off x="5266248" y="4568869"/>
            <a:ext cx="3157758" cy="296582"/>
            <a:chOff x="5266248" y="4230494"/>
            <a:chExt cx="3157758" cy="296582"/>
          </a:xfrm>
        </p:grpSpPr>
        <p:sp>
          <p:nvSpPr>
            <p:cNvPr id="677" name="Google Shape;677;p9"/>
            <p:cNvSpPr/>
            <p:nvPr/>
          </p:nvSpPr>
          <p:spPr>
            <a:xfrm>
              <a:off x="5266248" y="4230494"/>
              <a:ext cx="103232" cy="296582"/>
            </a:xfrm>
            <a:custGeom>
              <a:avLst/>
              <a:gdLst/>
              <a:ahLst/>
              <a:cxnLst/>
              <a:rect l="l" t="t" r="r" b="b"/>
              <a:pathLst>
                <a:path w="803" h="2307" extrusionOk="0">
                  <a:moveTo>
                    <a:pt x="1" y="0"/>
                  </a:moveTo>
                  <a:lnTo>
                    <a:pt x="1" y="2306"/>
                  </a:lnTo>
                  <a:lnTo>
                    <a:pt x="803" y="2306"/>
                  </a:lnTo>
                  <a:lnTo>
                    <a:pt x="80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9"/>
            <p:cNvSpPr/>
            <p:nvPr/>
          </p:nvSpPr>
          <p:spPr>
            <a:xfrm>
              <a:off x="5459599" y="4230494"/>
              <a:ext cx="103232" cy="296582"/>
            </a:xfrm>
            <a:custGeom>
              <a:avLst/>
              <a:gdLst/>
              <a:ahLst/>
              <a:cxnLst/>
              <a:rect l="l" t="t" r="r" b="b"/>
              <a:pathLst>
                <a:path w="803" h="2307" extrusionOk="0">
                  <a:moveTo>
                    <a:pt x="0" y="0"/>
                  </a:moveTo>
                  <a:lnTo>
                    <a:pt x="0" y="2306"/>
                  </a:lnTo>
                  <a:lnTo>
                    <a:pt x="802" y="2306"/>
                  </a:lnTo>
                  <a:lnTo>
                    <a:pt x="8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9"/>
            <p:cNvSpPr/>
            <p:nvPr/>
          </p:nvSpPr>
          <p:spPr>
            <a:xfrm>
              <a:off x="5649735" y="4230494"/>
              <a:ext cx="103232" cy="296582"/>
            </a:xfrm>
            <a:custGeom>
              <a:avLst/>
              <a:gdLst/>
              <a:ahLst/>
              <a:cxnLst/>
              <a:rect l="l" t="t" r="r" b="b"/>
              <a:pathLst>
                <a:path w="803" h="2307" extrusionOk="0">
                  <a:moveTo>
                    <a:pt x="0" y="0"/>
                  </a:moveTo>
                  <a:lnTo>
                    <a:pt x="0" y="2306"/>
                  </a:lnTo>
                  <a:lnTo>
                    <a:pt x="802" y="2306"/>
                  </a:lnTo>
                  <a:lnTo>
                    <a:pt x="8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9"/>
            <p:cNvSpPr/>
            <p:nvPr/>
          </p:nvSpPr>
          <p:spPr>
            <a:xfrm>
              <a:off x="5839743" y="4230494"/>
              <a:ext cx="103232" cy="296582"/>
            </a:xfrm>
            <a:custGeom>
              <a:avLst/>
              <a:gdLst/>
              <a:ahLst/>
              <a:cxnLst/>
              <a:rect l="l" t="t" r="r" b="b"/>
              <a:pathLst>
                <a:path w="803" h="2307" extrusionOk="0">
                  <a:moveTo>
                    <a:pt x="1" y="0"/>
                  </a:moveTo>
                  <a:lnTo>
                    <a:pt x="1" y="2306"/>
                  </a:lnTo>
                  <a:lnTo>
                    <a:pt x="803" y="2306"/>
                  </a:lnTo>
                  <a:lnTo>
                    <a:pt x="80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9"/>
            <p:cNvSpPr/>
            <p:nvPr/>
          </p:nvSpPr>
          <p:spPr>
            <a:xfrm>
              <a:off x="6029880" y="4230494"/>
              <a:ext cx="103232" cy="296582"/>
            </a:xfrm>
            <a:custGeom>
              <a:avLst/>
              <a:gdLst/>
              <a:ahLst/>
              <a:cxnLst/>
              <a:rect l="l" t="t" r="r" b="b"/>
              <a:pathLst>
                <a:path w="803" h="2307" extrusionOk="0">
                  <a:moveTo>
                    <a:pt x="1" y="0"/>
                  </a:moveTo>
                  <a:lnTo>
                    <a:pt x="1" y="2306"/>
                  </a:lnTo>
                  <a:lnTo>
                    <a:pt x="803" y="2306"/>
                  </a:lnTo>
                  <a:lnTo>
                    <a:pt x="80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9"/>
            <p:cNvSpPr/>
            <p:nvPr/>
          </p:nvSpPr>
          <p:spPr>
            <a:xfrm>
              <a:off x="6220016" y="4230494"/>
              <a:ext cx="106446" cy="296582"/>
            </a:xfrm>
            <a:custGeom>
              <a:avLst/>
              <a:gdLst/>
              <a:ahLst/>
              <a:cxnLst/>
              <a:rect l="l" t="t" r="r" b="b"/>
              <a:pathLst>
                <a:path w="828" h="2307" extrusionOk="0">
                  <a:moveTo>
                    <a:pt x="0" y="0"/>
                  </a:moveTo>
                  <a:lnTo>
                    <a:pt x="0" y="2306"/>
                  </a:lnTo>
                  <a:lnTo>
                    <a:pt x="827" y="2306"/>
                  </a:lnTo>
                  <a:lnTo>
                    <a:pt x="82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9"/>
            <p:cNvSpPr/>
            <p:nvPr/>
          </p:nvSpPr>
          <p:spPr>
            <a:xfrm>
              <a:off x="6413238" y="4230494"/>
              <a:ext cx="103232" cy="296582"/>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9"/>
            <p:cNvSpPr/>
            <p:nvPr/>
          </p:nvSpPr>
          <p:spPr>
            <a:xfrm>
              <a:off x="6603375" y="4230494"/>
              <a:ext cx="103232" cy="296582"/>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9"/>
            <p:cNvSpPr/>
            <p:nvPr/>
          </p:nvSpPr>
          <p:spPr>
            <a:xfrm>
              <a:off x="6793511" y="4230494"/>
              <a:ext cx="103232" cy="296582"/>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9"/>
            <p:cNvSpPr/>
            <p:nvPr/>
          </p:nvSpPr>
          <p:spPr>
            <a:xfrm>
              <a:off x="6983648" y="4230494"/>
              <a:ext cx="103232" cy="296582"/>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9"/>
            <p:cNvSpPr/>
            <p:nvPr/>
          </p:nvSpPr>
          <p:spPr>
            <a:xfrm>
              <a:off x="7176870" y="4230494"/>
              <a:ext cx="103232" cy="296582"/>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9"/>
            <p:cNvSpPr/>
            <p:nvPr/>
          </p:nvSpPr>
          <p:spPr>
            <a:xfrm>
              <a:off x="7367006" y="4230494"/>
              <a:ext cx="103232" cy="296582"/>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9"/>
            <p:cNvSpPr/>
            <p:nvPr/>
          </p:nvSpPr>
          <p:spPr>
            <a:xfrm>
              <a:off x="7557143" y="4230494"/>
              <a:ext cx="103232" cy="296582"/>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9"/>
            <p:cNvSpPr/>
            <p:nvPr/>
          </p:nvSpPr>
          <p:spPr>
            <a:xfrm>
              <a:off x="7747151" y="4230494"/>
              <a:ext cx="103232" cy="296582"/>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9"/>
            <p:cNvSpPr/>
            <p:nvPr/>
          </p:nvSpPr>
          <p:spPr>
            <a:xfrm>
              <a:off x="7940501" y="4230494"/>
              <a:ext cx="103232" cy="296582"/>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9"/>
            <p:cNvSpPr/>
            <p:nvPr/>
          </p:nvSpPr>
          <p:spPr>
            <a:xfrm>
              <a:off x="8130638" y="4230494"/>
              <a:ext cx="103232" cy="296582"/>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9"/>
            <p:cNvSpPr/>
            <p:nvPr/>
          </p:nvSpPr>
          <p:spPr>
            <a:xfrm>
              <a:off x="8320774" y="4230494"/>
              <a:ext cx="103232" cy="296582"/>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4" name="Google Shape;694;p9"/>
          <p:cNvGrpSpPr/>
          <p:nvPr/>
        </p:nvGrpSpPr>
        <p:grpSpPr>
          <a:xfrm>
            <a:off x="7723214" y="1254245"/>
            <a:ext cx="1068186" cy="967252"/>
            <a:chOff x="7723214" y="1254245"/>
            <a:chExt cx="1068186" cy="967252"/>
          </a:xfrm>
        </p:grpSpPr>
        <p:grpSp>
          <p:nvGrpSpPr>
            <p:cNvPr id="695" name="Google Shape;695;p9"/>
            <p:cNvGrpSpPr/>
            <p:nvPr/>
          </p:nvGrpSpPr>
          <p:grpSpPr>
            <a:xfrm>
              <a:off x="7883587" y="1867634"/>
              <a:ext cx="352280" cy="353863"/>
              <a:chOff x="1448125" y="1450525"/>
              <a:chExt cx="133500" cy="134100"/>
            </a:xfrm>
          </p:grpSpPr>
          <p:sp>
            <p:nvSpPr>
              <p:cNvPr id="696" name="Google Shape;696;p9"/>
              <p:cNvSpPr/>
              <p:nvPr/>
            </p:nvSpPr>
            <p:spPr>
              <a:xfrm>
                <a:off x="1448125" y="1450525"/>
                <a:ext cx="133500" cy="134100"/>
              </a:xfrm>
              <a:custGeom>
                <a:avLst/>
                <a:gdLst/>
                <a:ahLst/>
                <a:cxnLst/>
                <a:rect l="l" t="t" r="r" b="b"/>
                <a:pathLst>
                  <a:path w="5340" h="5364" extrusionOk="0">
                    <a:moveTo>
                      <a:pt x="2457" y="1"/>
                    </a:moveTo>
                    <a:lnTo>
                      <a:pt x="2256" y="452"/>
                    </a:lnTo>
                    <a:cubicBezTo>
                      <a:pt x="2056" y="502"/>
                      <a:pt x="1855" y="577"/>
                      <a:pt x="1680" y="652"/>
                    </a:cubicBezTo>
                    <a:lnTo>
                      <a:pt x="1229" y="427"/>
                    </a:lnTo>
                    <a:cubicBezTo>
                      <a:pt x="1003" y="552"/>
                      <a:pt x="803" y="727"/>
                      <a:pt x="627" y="928"/>
                    </a:cubicBezTo>
                    <a:lnTo>
                      <a:pt x="828" y="1404"/>
                    </a:lnTo>
                    <a:cubicBezTo>
                      <a:pt x="703" y="1579"/>
                      <a:pt x="602" y="1755"/>
                      <a:pt x="527" y="1955"/>
                    </a:cubicBezTo>
                    <a:lnTo>
                      <a:pt x="51" y="2081"/>
                    </a:lnTo>
                    <a:cubicBezTo>
                      <a:pt x="26" y="2281"/>
                      <a:pt x="1" y="2482"/>
                      <a:pt x="1" y="2682"/>
                    </a:cubicBezTo>
                    <a:cubicBezTo>
                      <a:pt x="1" y="2757"/>
                      <a:pt x="1" y="2808"/>
                      <a:pt x="1" y="2883"/>
                    </a:cubicBezTo>
                    <a:lnTo>
                      <a:pt x="452" y="3083"/>
                    </a:lnTo>
                    <a:cubicBezTo>
                      <a:pt x="502" y="3284"/>
                      <a:pt x="552" y="3484"/>
                      <a:pt x="652" y="3685"/>
                    </a:cubicBezTo>
                    <a:lnTo>
                      <a:pt x="402" y="4111"/>
                    </a:lnTo>
                    <a:cubicBezTo>
                      <a:pt x="552" y="4336"/>
                      <a:pt x="728" y="4537"/>
                      <a:pt x="928" y="4712"/>
                    </a:cubicBezTo>
                    <a:lnTo>
                      <a:pt x="1379" y="4537"/>
                    </a:lnTo>
                    <a:cubicBezTo>
                      <a:pt x="1555" y="4637"/>
                      <a:pt x="1755" y="4737"/>
                      <a:pt x="1956" y="4813"/>
                    </a:cubicBezTo>
                    <a:lnTo>
                      <a:pt x="2081" y="5289"/>
                    </a:lnTo>
                    <a:cubicBezTo>
                      <a:pt x="2282" y="5339"/>
                      <a:pt x="2457" y="5364"/>
                      <a:pt x="2657" y="5364"/>
                    </a:cubicBezTo>
                    <a:cubicBezTo>
                      <a:pt x="2733" y="5364"/>
                      <a:pt x="2808" y="5364"/>
                      <a:pt x="2883" y="5339"/>
                    </a:cubicBezTo>
                    <a:lnTo>
                      <a:pt x="3084" y="4888"/>
                    </a:lnTo>
                    <a:cubicBezTo>
                      <a:pt x="3284" y="4863"/>
                      <a:pt x="3485" y="4787"/>
                      <a:pt x="3660" y="4687"/>
                    </a:cubicBezTo>
                    <a:lnTo>
                      <a:pt x="4111" y="4938"/>
                    </a:lnTo>
                    <a:cubicBezTo>
                      <a:pt x="4337" y="4787"/>
                      <a:pt x="4537" y="4612"/>
                      <a:pt x="4713" y="4412"/>
                    </a:cubicBezTo>
                    <a:lnTo>
                      <a:pt x="4512" y="3960"/>
                    </a:lnTo>
                    <a:cubicBezTo>
                      <a:pt x="4637" y="3785"/>
                      <a:pt x="4738" y="3610"/>
                      <a:pt x="4813" y="3409"/>
                    </a:cubicBezTo>
                    <a:lnTo>
                      <a:pt x="5289" y="3259"/>
                    </a:lnTo>
                    <a:cubicBezTo>
                      <a:pt x="5314" y="3083"/>
                      <a:pt x="5339" y="2883"/>
                      <a:pt x="5339" y="2682"/>
                    </a:cubicBezTo>
                    <a:cubicBezTo>
                      <a:pt x="5339" y="2607"/>
                      <a:pt x="5339" y="2532"/>
                      <a:pt x="5339" y="2482"/>
                    </a:cubicBezTo>
                    <a:lnTo>
                      <a:pt x="4888" y="2281"/>
                    </a:lnTo>
                    <a:cubicBezTo>
                      <a:pt x="4838" y="2056"/>
                      <a:pt x="4788" y="1855"/>
                      <a:pt x="4688" y="1680"/>
                    </a:cubicBezTo>
                    <a:lnTo>
                      <a:pt x="4938" y="1254"/>
                    </a:lnTo>
                    <a:cubicBezTo>
                      <a:pt x="4788" y="1028"/>
                      <a:pt x="4612" y="828"/>
                      <a:pt x="4412" y="652"/>
                    </a:cubicBezTo>
                    <a:lnTo>
                      <a:pt x="3961" y="828"/>
                    </a:lnTo>
                    <a:cubicBezTo>
                      <a:pt x="3785" y="702"/>
                      <a:pt x="3585" y="602"/>
                      <a:pt x="3384" y="552"/>
                    </a:cubicBezTo>
                    <a:lnTo>
                      <a:pt x="3259" y="76"/>
                    </a:lnTo>
                    <a:cubicBezTo>
                      <a:pt x="3058" y="26"/>
                      <a:pt x="2883" y="1"/>
                      <a:pt x="26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9"/>
              <p:cNvSpPr/>
              <p:nvPr/>
            </p:nvSpPr>
            <p:spPr>
              <a:xfrm>
                <a:off x="1476325" y="1479350"/>
                <a:ext cx="77100" cy="76475"/>
              </a:xfrm>
              <a:custGeom>
                <a:avLst/>
                <a:gdLst/>
                <a:ahLst/>
                <a:cxnLst/>
                <a:rect l="l" t="t" r="r" b="b"/>
                <a:pathLst>
                  <a:path w="3084" h="3059" extrusionOk="0">
                    <a:moveTo>
                      <a:pt x="1529" y="0"/>
                    </a:moveTo>
                    <a:cubicBezTo>
                      <a:pt x="702" y="0"/>
                      <a:pt x="1" y="677"/>
                      <a:pt x="1" y="1529"/>
                    </a:cubicBezTo>
                    <a:cubicBezTo>
                      <a:pt x="1" y="2381"/>
                      <a:pt x="702" y="3058"/>
                      <a:pt x="1529" y="3058"/>
                    </a:cubicBezTo>
                    <a:cubicBezTo>
                      <a:pt x="2382" y="3058"/>
                      <a:pt x="3083" y="2381"/>
                      <a:pt x="3083" y="1529"/>
                    </a:cubicBezTo>
                    <a:cubicBezTo>
                      <a:pt x="3083" y="677"/>
                      <a:pt x="2382" y="0"/>
                      <a:pt x="152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8" name="Google Shape;698;p9"/>
            <p:cNvGrpSpPr/>
            <p:nvPr/>
          </p:nvGrpSpPr>
          <p:grpSpPr>
            <a:xfrm>
              <a:off x="8239099" y="1536926"/>
              <a:ext cx="552301" cy="552301"/>
              <a:chOff x="1582850" y="1325200"/>
              <a:chExt cx="209300" cy="209300"/>
            </a:xfrm>
          </p:grpSpPr>
          <p:sp>
            <p:nvSpPr>
              <p:cNvPr id="699" name="Google Shape;699;p9"/>
              <p:cNvSpPr/>
              <p:nvPr/>
            </p:nvSpPr>
            <p:spPr>
              <a:xfrm>
                <a:off x="1582850" y="1325200"/>
                <a:ext cx="209300" cy="209300"/>
              </a:xfrm>
              <a:custGeom>
                <a:avLst/>
                <a:gdLst/>
                <a:ahLst/>
                <a:cxnLst/>
                <a:rect l="l" t="t" r="r" b="b"/>
                <a:pathLst>
                  <a:path w="8372" h="8372" extrusionOk="0">
                    <a:moveTo>
                      <a:pt x="4111" y="1"/>
                    </a:moveTo>
                    <a:cubicBezTo>
                      <a:pt x="3810" y="1"/>
                      <a:pt x="3509" y="26"/>
                      <a:pt x="3208" y="101"/>
                    </a:cubicBezTo>
                    <a:cubicBezTo>
                      <a:pt x="3083" y="126"/>
                      <a:pt x="2983" y="176"/>
                      <a:pt x="2883" y="201"/>
                    </a:cubicBezTo>
                    <a:lnTo>
                      <a:pt x="2757" y="953"/>
                    </a:lnTo>
                    <a:cubicBezTo>
                      <a:pt x="2456" y="1104"/>
                      <a:pt x="2181" y="1279"/>
                      <a:pt x="1930" y="1480"/>
                    </a:cubicBezTo>
                    <a:lnTo>
                      <a:pt x="1178" y="1279"/>
                    </a:lnTo>
                    <a:cubicBezTo>
                      <a:pt x="878" y="1580"/>
                      <a:pt x="652" y="1931"/>
                      <a:pt x="451" y="2282"/>
                    </a:cubicBezTo>
                    <a:lnTo>
                      <a:pt x="903" y="2933"/>
                    </a:lnTo>
                    <a:cubicBezTo>
                      <a:pt x="777" y="3234"/>
                      <a:pt x="702" y="3560"/>
                      <a:pt x="677" y="3886"/>
                    </a:cubicBezTo>
                    <a:lnTo>
                      <a:pt x="0" y="4262"/>
                    </a:lnTo>
                    <a:cubicBezTo>
                      <a:pt x="0" y="4562"/>
                      <a:pt x="50" y="4863"/>
                      <a:pt x="126" y="5189"/>
                    </a:cubicBezTo>
                    <a:cubicBezTo>
                      <a:pt x="151" y="5289"/>
                      <a:pt x="176" y="5389"/>
                      <a:pt x="201" y="5490"/>
                    </a:cubicBezTo>
                    <a:lnTo>
                      <a:pt x="978" y="5615"/>
                    </a:lnTo>
                    <a:cubicBezTo>
                      <a:pt x="1103" y="5941"/>
                      <a:pt x="1279" y="6217"/>
                      <a:pt x="1504" y="6442"/>
                    </a:cubicBezTo>
                    <a:lnTo>
                      <a:pt x="1279" y="7194"/>
                    </a:lnTo>
                    <a:cubicBezTo>
                      <a:pt x="1579" y="7495"/>
                      <a:pt x="1930" y="7745"/>
                      <a:pt x="2306" y="7921"/>
                    </a:cubicBezTo>
                    <a:lnTo>
                      <a:pt x="2933" y="7470"/>
                    </a:lnTo>
                    <a:cubicBezTo>
                      <a:pt x="3233" y="7595"/>
                      <a:pt x="3559" y="7670"/>
                      <a:pt x="3885" y="7695"/>
                    </a:cubicBezTo>
                    <a:lnTo>
                      <a:pt x="4261" y="8372"/>
                    </a:lnTo>
                    <a:cubicBezTo>
                      <a:pt x="4562" y="8372"/>
                      <a:pt x="4888" y="8322"/>
                      <a:pt x="5188" y="8247"/>
                    </a:cubicBezTo>
                    <a:cubicBezTo>
                      <a:pt x="5289" y="8222"/>
                      <a:pt x="5389" y="8196"/>
                      <a:pt x="5489" y="8171"/>
                    </a:cubicBezTo>
                    <a:lnTo>
                      <a:pt x="5639" y="7394"/>
                    </a:lnTo>
                    <a:cubicBezTo>
                      <a:pt x="5940" y="7269"/>
                      <a:pt x="6216" y="7094"/>
                      <a:pt x="6467" y="6893"/>
                    </a:cubicBezTo>
                    <a:lnTo>
                      <a:pt x="7218" y="7094"/>
                    </a:lnTo>
                    <a:cubicBezTo>
                      <a:pt x="7494" y="6793"/>
                      <a:pt x="7745" y="6442"/>
                      <a:pt x="7920" y="6066"/>
                    </a:cubicBezTo>
                    <a:lnTo>
                      <a:pt x="7494" y="5440"/>
                    </a:lnTo>
                    <a:cubicBezTo>
                      <a:pt x="7594" y="5139"/>
                      <a:pt x="7670" y="4813"/>
                      <a:pt x="7695" y="4487"/>
                    </a:cubicBezTo>
                    <a:lnTo>
                      <a:pt x="8371" y="4111"/>
                    </a:lnTo>
                    <a:cubicBezTo>
                      <a:pt x="8371" y="3810"/>
                      <a:pt x="8346" y="3485"/>
                      <a:pt x="8271" y="3184"/>
                    </a:cubicBezTo>
                    <a:cubicBezTo>
                      <a:pt x="8246" y="3084"/>
                      <a:pt x="8196" y="2983"/>
                      <a:pt x="8171" y="2883"/>
                    </a:cubicBezTo>
                    <a:lnTo>
                      <a:pt x="7419" y="2758"/>
                    </a:lnTo>
                    <a:cubicBezTo>
                      <a:pt x="7269" y="2432"/>
                      <a:pt x="7093" y="2156"/>
                      <a:pt x="6893" y="1906"/>
                    </a:cubicBezTo>
                    <a:lnTo>
                      <a:pt x="7093" y="1179"/>
                    </a:lnTo>
                    <a:cubicBezTo>
                      <a:pt x="6792" y="878"/>
                      <a:pt x="6467" y="628"/>
                      <a:pt x="6091" y="452"/>
                    </a:cubicBezTo>
                    <a:lnTo>
                      <a:pt x="5439" y="903"/>
                    </a:lnTo>
                    <a:cubicBezTo>
                      <a:pt x="5138" y="778"/>
                      <a:pt x="4812" y="703"/>
                      <a:pt x="4487" y="678"/>
                    </a:cubicBezTo>
                    <a:lnTo>
                      <a:pt x="4111" y="1"/>
                    </a:lnTo>
                    <a:close/>
                  </a:path>
                </a:pathLst>
              </a:cu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9"/>
              <p:cNvSpPr/>
              <p:nvPr/>
            </p:nvSpPr>
            <p:spPr>
              <a:xfrm>
                <a:off x="1621075" y="1369750"/>
                <a:ext cx="132850" cy="120200"/>
              </a:xfrm>
              <a:custGeom>
                <a:avLst/>
                <a:gdLst/>
                <a:ahLst/>
                <a:cxnLst/>
                <a:rect l="l" t="t" r="r" b="b"/>
                <a:pathLst>
                  <a:path w="5314" h="4808" extrusionOk="0">
                    <a:moveTo>
                      <a:pt x="2667" y="1"/>
                    </a:moveTo>
                    <a:cubicBezTo>
                      <a:pt x="2474" y="1"/>
                      <a:pt x="2277" y="24"/>
                      <a:pt x="2080" y="74"/>
                    </a:cubicBezTo>
                    <a:cubicBezTo>
                      <a:pt x="802" y="374"/>
                      <a:pt x="0" y="1678"/>
                      <a:pt x="326" y="2981"/>
                    </a:cubicBezTo>
                    <a:cubicBezTo>
                      <a:pt x="603" y="4066"/>
                      <a:pt x="1584" y="4808"/>
                      <a:pt x="2656" y="4808"/>
                    </a:cubicBezTo>
                    <a:cubicBezTo>
                      <a:pt x="2847" y="4808"/>
                      <a:pt x="3040" y="4784"/>
                      <a:pt x="3233" y="4735"/>
                    </a:cubicBezTo>
                    <a:cubicBezTo>
                      <a:pt x="4511" y="4435"/>
                      <a:pt x="5313" y="3131"/>
                      <a:pt x="4988" y="1828"/>
                    </a:cubicBezTo>
                    <a:cubicBezTo>
                      <a:pt x="4732" y="743"/>
                      <a:pt x="3754" y="1"/>
                      <a:pt x="2667" y="1"/>
                    </a:cubicBezTo>
                    <a:close/>
                  </a:path>
                </a:pathLst>
              </a:cu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9"/>
              <p:cNvSpPr/>
              <p:nvPr/>
            </p:nvSpPr>
            <p:spPr>
              <a:xfrm>
                <a:off x="1643000" y="1389100"/>
                <a:ext cx="89625" cy="81300"/>
              </a:xfrm>
              <a:custGeom>
                <a:avLst/>
                <a:gdLst/>
                <a:ahLst/>
                <a:cxnLst/>
                <a:rect l="l" t="t" r="r" b="b"/>
                <a:pathLst>
                  <a:path w="3585" h="3252" extrusionOk="0">
                    <a:moveTo>
                      <a:pt x="1801" y="1"/>
                    </a:moveTo>
                    <a:cubicBezTo>
                      <a:pt x="1670" y="1"/>
                      <a:pt x="1537" y="17"/>
                      <a:pt x="1404" y="51"/>
                    </a:cubicBezTo>
                    <a:cubicBezTo>
                      <a:pt x="527" y="252"/>
                      <a:pt x="0" y="1154"/>
                      <a:pt x="201" y="2006"/>
                    </a:cubicBezTo>
                    <a:cubicBezTo>
                      <a:pt x="394" y="2758"/>
                      <a:pt x="1066" y="3252"/>
                      <a:pt x="1806" y="3252"/>
                    </a:cubicBezTo>
                    <a:cubicBezTo>
                      <a:pt x="1930" y="3252"/>
                      <a:pt x="2055" y="3238"/>
                      <a:pt x="2181" y="3209"/>
                    </a:cubicBezTo>
                    <a:cubicBezTo>
                      <a:pt x="3033" y="2984"/>
                      <a:pt x="3584" y="2107"/>
                      <a:pt x="3359" y="1254"/>
                    </a:cubicBezTo>
                    <a:cubicBezTo>
                      <a:pt x="3189" y="510"/>
                      <a:pt x="2532" y="1"/>
                      <a:pt x="180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9"/>
              <p:cNvSpPr/>
              <p:nvPr/>
            </p:nvSpPr>
            <p:spPr>
              <a:xfrm>
                <a:off x="1664925" y="1409050"/>
                <a:ext cx="45775" cy="41425"/>
              </a:xfrm>
              <a:custGeom>
                <a:avLst/>
                <a:gdLst/>
                <a:ahLst/>
                <a:cxnLst/>
                <a:rect l="l" t="t" r="r" b="b"/>
                <a:pathLst>
                  <a:path w="1831" h="1657" extrusionOk="0">
                    <a:moveTo>
                      <a:pt x="922" y="0"/>
                    </a:moveTo>
                    <a:cubicBezTo>
                      <a:pt x="850" y="0"/>
                      <a:pt x="776" y="10"/>
                      <a:pt x="702" y="30"/>
                    </a:cubicBezTo>
                    <a:cubicBezTo>
                      <a:pt x="276" y="131"/>
                      <a:pt x="1" y="582"/>
                      <a:pt x="101" y="1033"/>
                    </a:cubicBezTo>
                    <a:cubicBezTo>
                      <a:pt x="186" y="1418"/>
                      <a:pt x="527" y="1656"/>
                      <a:pt x="905" y="1656"/>
                    </a:cubicBezTo>
                    <a:cubicBezTo>
                      <a:pt x="970" y="1656"/>
                      <a:pt x="1037" y="1649"/>
                      <a:pt x="1103" y="1634"/>
                    </a:cubicBezTo>
                    <a:cubicBezTo>
                      <a:pt x="1554" y="1534"/>
                      <a:pt x="1830" y="1083"/>
                      <a:pt x="1705" y="632"/>
                    </a:cubicBezTo>
                    <a:cubicBezTo>
                      <a:pt x="1621" y="255"/>
                      <a:pt x="1292" y="0"/>
                      <a:pt x="9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3" name="Google Shape;703;p9"/>
            <p:cNvGrpSpPr/>
            <p:nvPr/>
          </p:nvGrpSpPr>
          <p:grpSpPr>
            <a:xfrm>
              <a:off x="7723214" y="1254245"/>
              <a:ext cx="552301" cy="552301"/>
              <a:chOff x="1387350" y="1218075"/>
              <a:chExt cx="209300" cy="209300"/>
            </a:xfrm>
          </p:grpSpPr>
          <p:sp>
            <p:nvSpPr>
              <p:cNvPr id="704" name="Google Shape;704;p9"/>
              <p:cNvSpPr/>
              <p:nvPr/>
            </p:nvSpPr>
            <p:spPr>
              <a:xfrm>
                <a:off x="1387350" y="1218075"/>
                <a:ext cx="209300" cy="209300"/>
              </a:xfrm>
              <a:custGeom>
                <a:avLst/>
                <a:gdLst/>
                <a:ahLst/>
                <a:cxnLst/>
                <a:rect l="l" t="t" r="r" b="b"/>
                <a:pathLst>
                  <a:path w="8372" h="8372" extrusionOk="0">
                    <a:moveTo>
                      <a:pt x="3860" y="0"/>
                    </a:moveTo>
                    <a:lnTo>
                      <a:pt x="3560" y="727"/>
                    </a:lnTo>
                    <a:cubicBezTo>
                      <a:pt x="3234" y="777"/>
                      <a:pt x="2908" y="877"/>
                      <a:pt x="2632" y="1028"/>
                    </a:cubicBezTo>
                    <a:lnTo>
                      <a:pt x="1956" y="652"/>
                    </a:lnTo>
                    <a:cubicBezTo>
                      <a:pt x="1605" y="877"/>
                      <a:pt x="1279" y="1153"/>
                      <a:pt x="1003" y="1454"/>
                    </a:cubicBezTo>
                    <a:lnTo>
                      <a:pt x="1279" y="2181"/>
                    </a:lnTo>
                    <a:cubicBezTo>
                      <a:pt x="1103" y="2456"/>
                      <a:pt x="953" y="2757"/>
                      <a:pt x="853" y="3058"/>
                    </a:cubicBezTo>
                    <a:lnTo>
                      <a:pt x="101" y="3258"/>
                    </a:lnTo>
                    <a:cubicBezTo>
                      <a:pt x="26" y="3559"/>
                      <a:pt x="1" y="3860"/>
                      <a:pt x="1" y="4186"/>
                    </a:cubicBezTo>
                    <a:cubicBezTo>
                      <a:pt x="1" y="4286"/>
                      <a:pt x="1" y="4411"/>
                      <a:pt x="26" y="4512"/>
                    </a:cubicBezTo>
                    <a:lnTo>
                      <a:pt x="728" y="4812"/>
                    </a:lnTo>
                    <a:cubicBezTo>
                      <a:pt x="778" y="5163"/>
                      <a:pt x="878" y="5464"/>
                      <a:pt x="1028" y="5765"/>
                    </a:cubicBezTo>
                    <a:lnTo>
                      <a:pt x="652" y="6441"/>
                    </a:lnTo>
                    <a:cubicBezTo>
                      <a:pt x="878" y="6792"/>
                      <a:pt x="1154" y="7093"/>
                      <a:pt x="1454" y="7369"/>
                    </a:cubicBezTo>
                    <a:lnTo>
                      <a:pt x="2181" y="7093"/>
                    </a:lnTo>
                    <a:cubicBezTo>
                      <a:pt x="2457" y="7268"/>
                      <a:pt x="2758" y="7419"/>
                      <a:pt x="3058" y="7519"/>
                    </a:cubicBezTo>
                    <a:lnTo>
                      <a:pt x="3284" y="8271"/>
                    </a:lnTo>
                    <a:cubicBezTo>
                      <a:pt x="3560" y="8346"/>
                      <a:pt x="3885" y="8371"/>
                      <a:pt x="4186" y="8371"/>
                    </a:cubicBezTo>
                    <a:lnTo>
                      <a:pt x="4512" y="8371"/>
                    </a:lnTo>
                    <a:lnTo>
                      <a:pt x="4838" y="7644"/>
                    </a:lnTo>
                    <a:cubicBezTo>
                      <a:pt x="5164" y="7594"/>
                      <a:pt x="5464" y="7494"/>
                      <a:pt x="5765" y="7344"/>
                    </a:cubicBezTo>
                    <a:lnTo>
                      <a:pt x="6442" y="7720"/>
                    </a:lnTo>
                    <a:cubicBezTo>
                      <a:pt x="6793" y="7519"/>
                      <a:pt x="7093" y="7243"/>
                      <a:pt x="7369" y="6918"/>
                    </a:cubicBezTo>
                    <a:lnTo>
                      <a:pt x="7093" y="6191"/>
                    </a:lnTo>
                    <a:cubicBezTo>
                      <a:pt x="7269" y="5915"/>
                      <a:pt x="7419" y="5639"/>
                      <a:pt x="7545" y="5314"/>
                    </a:cubicBezTo>
                    <a:lnTo>
                      <a:pt x="8271" y="5113"/>
                    </a:lnTo>
                    <a:cubicBezTo>
                      <a:pt x="8347" y="4812"/>
                      <a:pt x="8372" y="4512"/>
                      <a:pt x="8372" y="4186"/>
                    </a:cubicBezTo>
                    <a:cubicBezTo>
                      <a:pt x="8372" y="4085"/>
                      <a:pt x="8372" y="3985"/>
                      <a:pt x="8372" y="3860"/>
                    </a:cubicBezTo>
                    <a:lnTo>
                      <a:pt x="7670" y="3559"/>
                    </a:lnTo>
                    <a:cubicBezTo>
                      <a:pt x="7595" y="3233"/>
                      <a:pt x="7494" y="2907"/>
                      <a:pt x="7344" y="2632"/>
                    </a:cubicBezTo>
                    <a:lnTo>
                      <a:pt x="7745" y="1955"/>
                    </a:lnTo>
                    <a:cubicBezTo>
                      <a:pt x="7520" y="1604"/>
                      <a:pt x="7244" y="1278"/>
                      <a:pt x="6918" y="1003"/>
                    </a:cubicBezTo>
                    <a:lnTo>
                      <a:pt x="6191" y="1278"/>
                    </a:lnTo>
                    <a:cubicBezTo>
                      <a:pt x="5941" y="1103"/>
                      <a:pt x="5640" y="953"/>
                      <a:pt x="5314" y="852"/>
                    </a:cubicBezTo>
                    <a:lnTo>
                      <a:pt x="5114" y="100"/>
                    </a:lnTo>
                    <a:cubicBezTo>
                      <a:pt x="4813" y="25"/>
                      <a:pt x="4512" y="0"/>
                      <a:pt x="4186" y="0"/>
                    </a:cubicBezTo>
                    <a:close/>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9"/>
              <p:cNvSpPr/>
              <p:nvPr/>
            </p:nvSpPr>
            <p:spPr>
              <a:xfrm>
                <a:off x="1387350" y="1218075"/>
                <a:ext cx="209300" cy="209300"/>
              </a:xfrm>
              <a:custGeom>
                <a:avLst/>
                <a:gdLst/>
                <a:ahLst/>
                <a:cxnLst/>
                <a:rect l="l" t="t" r="r" b="b"/>
                <a:pathLst>
                  <a:path w="8372" h="8372" fill="none" extrusionOk="0">
                    <a:moveTo>
                      <a:pt x="8372" y="4186"/>
                    </a:moveTo>
                    <a:cubicBezTo>
                      <a:pt x="8372" y="4512"/>
                      <a:pt x="8347" y="4812"/>
                      <a:pt x="8271" y="5113"/>
                    </a:cubicBezTo>
                    <a:lnTo>
                      <a:pt x="7545" y="5314"/>
                    </a:lnTo>
                    <a:cubicBezTo>
                      <a:pt x="7419" y="5639"/>
                      <a:pt x="7269" y="5915"/>
                      <a:pt x="7093" y="6191"/>
                    </a:cubicBezTo>
                    <a:lnTo>
                      <a:pt x="7369" y="6918"/>
                    </a:lnTo>
                    <a:cubicBezTo>
                      <a:pt x="7093" y="7243"/>
                      <a:pt x="6793" y="7519"/>
                      <a:pt x="6442" y="7720"/>
                    </a:cubicBezTo>
                    <a:lnTo>
                      <a:pt x="5765" y="7344"/>
                    </a:lnTo>
                    <a:cubicBezTo>
                      <a:pt x="5464" y="7494"/>
                      <a:pt x="5164" y="7594"/>
                      <a:pt x="4838" y="7644"/>
                    </a:cubicBezTo>
                    <a:lnTo>
                      <a:pt x="4512" y="8371"/>
                    </a:lnTo>
                    <a:cubicBezTo>
                      <a:pt x="4412" y="8371"/>
                      <a:pt x="4312" y="8371"/>
                      <a:pt x="4186" y="8371"/>
                    </a:cubicBezTo>
                    <a:cubicBezTo>
                      <a:pt x="3885" y="8371"/>
                      <a:pt x="3560" y="8346"/>
                      <a:pt x="3284" y="8271"/>
                    </a:cubicBezTo>
                    <a:lnTo>
                      <a:pt x="3058" y="7519"/>
                    </a:lnTo>
                    <a:cubicBezTo>
                      <a:pt x="2758" y="7419"/>
                      <a:pt x="2457" y="7268"/>
                      <a:pt x="2181" y="7093"/>
                    </a:cubicBezTo>
                    <a:lnTo>
                      <a:pt x="1454" y="7369"/>
                    </a:lnTo>
                    <a:cubicBezTo>
                      <a:pt x="1154" y="7093"/>
                      <a:pt x="878" y="6792"/>
                      <a:pt x="652" y="6441"/>
                    </a:cubicBezTo>
                    <a:lnTo>
                      <a:pt x="1028" y="5765"/>
                    </a:lnTo>
                    <a:cubicBezTo>
                      <a:pt x="878" y="5464"/>
                      <a:pt x="778" y="5163"/>
                      <a:pt x="728" y="4812"/>
                    </a:cubicBezTo>
                    <a:lnTo>
                      <a:pt x="26" y="4512"/>
                    </a:lnTo>
                    <a:cubicBezTo>
                      <a:pt x="1" y="4411"/>
                      <a:pt x="1" y="4286"/>
                      <a:pt x="1" y="4186"/>
                    </a:cubicBezTo>
                    <a:cubicBezTo>
                      <a:pt x="1" y="3860"/>
                      <a:pt x="26" y="3559"/>
                      <a:pt x="101" y="3258"/>
                    </a:cubicBezTo>
                    <a:lnTo>
                      <a:pt x="853" y="3058"/>
                    </a:lnTo>
                    <a:cubicBezTo>
                      <a:pt x="953" y="2757"/>
                      <a:pt x="1103" y="2456"/>
                      <a:pt x="1279" y="2181"/>
                    </a:cubicBezTo>
                    <a:lnTo>
                      <a:pt x="1003" y="1454"/>
                    </a:lnTo>
                    <a:cubicBezTo>
                      <a:pt x="1279" y="1153"/>
                      <a:pt x="1605" y="877"/>
                      <a:pt x="1956" y="652"/>
                    </a:cubicBezTo>
                    <a:lnTo>
                      <a:pt x="2632" y="1028"/>
                    </a:lnTo>
                    <a:cubicBezTo>
                      <a:pt x="2908" y="877"/>
                      <a:pt x="3234" y="777"/>
                      <a:pt x="3560" y="727"/>
                    </a:cubicBezTo>
                    <a:lnTo>
                      <a:pt x="3860" y="0"/>
                    </a:lnTo>
                    <a:cubicBezTo>
                      <a:pt x="3986" y="0"/>
                      <a:pt x="4086" y="0"/>
                      <a:pt x="4186" y="0"/>
                    </a:cubicBezTo>
                    <a:cubicBezTo>
                      <a:pt x="4512" y="0"/>
                      <a:pt x="4813" y="25"/>
                      <a:pt x="5114" y="100"/>
                    </a:cubicBezTo>
                    <a:lnTo>
                      <a:pt x="5314" y="852"/>
                    </a:lnTo>
                    <a:cubicBezTo>
                      <a:pt x="5640" y="953"/>
                      <a:pt x="5941" y="1103"/>
                      <a:pt x="6191" y="1278"/>
                    </a:cubicBezTo>
                    <a:lnTo>
                      <a:pt x="6918" y="1003"/>
                    </a:lnTo>
                    <a:cubicBezTo>
                      <a:pt x="7244" y="1278"/>
                      <a:pt x="7520" y="1604"/>
                      <a:pt x="7745" y="1955"/>
                    </a:cubicBezTo>
                    <a:lnTo>
                      <a:pt x="7344" y="2632"/>
                    </a:lnTo>
                    <a:cubicBezTo>
                      <a:pt x="7494" y="2907"/>
                      <a:pt x="7595" y="3233"/>
                      <a:pt x="7670" y="3559"/>
                    </a:cubicBezTo>
                    <a:lnTo>
                      <a:pt x="8372" y="3860"/>
                    </a:lnTo>
                    <a:cubicBezTo>
                      <a:pt x="8372" y="3985"/>
                      <a:pt x="8372" y="4085"/>
                      <a:pt x="8372" y="4186"/>
                    </a:cubicBezTo>
                    <a:close/>
                  </a:path>
                </a:pathLst>
              </a:custGeom>
              <a:noFill/>
              <a:ln w="19050" cap="flat" cmpd="sng">
                <a:solidFill>
                  <a:schemeClr val="accent2"/>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9"/>
              <p:cNvSpPr/>
              <p:nvPr/>
            </p:nvSpPr>
            <p:spPr>
              <a:xfrm>
                <a:off x="1431850" y="1262550"/>
                <a:ext cx="120325" cy="120325"/>
              </a:xfrm>
              <a:custGeom>
                <a:avLst/>
                <a:gdLst/>
                <a:ahLst/>
                <a:cxnLst/>
                <a:rect l="l" t="t" r="r" b="b"/>
                <a:pathLst>
                  <a:path w="4813" h="4813" extrusionOk="0">
                    <a:moveTo>
                      <a:pt x="2406" y="1"/>
                    </a:moveTo>
                    <a:cubicBezTo>
                      <a:pt x="1078" y="1"/>
                      <a:pt x="0" y="1078"/>
                      <a:pt x="0" y="2407"/>
                    </a:cubicBezTo>
                    <a:cubicBezTo>
                      <a:pt x="0" y="3735"/>
                      <a:pt x="1078" y="4813"/>
                      <a:pt x="2406" y="4813"/>
                    </a:cubicBezTo>
                    <a:cubicBezTo>
                      <a:pt x="3735" y="4813"/>
                      <a:pt x="4812" y="3735"/>
                      <a:pt x="4812" y="2407"/>
                    </a:cubicBezTo>
                    <a:cubicBezTo>
                      <a:pt x="4812" y="1078"/>
                      <a:pt x="3735" y="1"/>
                      <a:pt x="24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9"/>
              <p:cNvSpPr/>
              <p:nvPr/>
            </p:nvSpPr>
            <p:spPr>
              <a:xfrm>
                <a:off x="1451275" y="1281975"/>
                <a:ext cx="81475" cy="81475"/>
              </a:xfrm>
              <a:custGeom>
                <a:avLst/>
                <a:gdLst/>
                <a:ahLst/>
                <a:cxnLst/>
                <a:rect l="l" t="t" r="r" b="b"/>
                <a:pathLst>
                  <a:path w="3259" h="3259" fill="none" extrusionOk="0">
                    <a:moveTo>
                      <a:pt x="3258" y="1630"/>
                    </a:moveTo>
                    <a:cubicBezTo>
                      <a:pt x="3258" y="2532"/>
                      <a:pt x="2531" y="3259"/>
                      <a:pt x="1629" y="3259"/>
                    </a:cubicBezTo>
                    <a:cubicBezTo>
                      <a:pt x="727" y="3259"/>
                      <a:pt x="0" y="2532"/>
                      <a:pt x="0" y="1630"/>
                    </a:cubicBezTo>
                    <a:cubicBezTo>
                      <a:pt x="0" y="727"/>
                      <a:pt x="727" y="1"/>
                      <a:pt x="1629" y="1"/>
                    </a:cubicBezTo>
                    <a:cubicBezTo>
                      <a:pt x="2531" y="1"/>
                      <a:pt x="3258" y="727"/>
                      <a:pt x="3258" y="1630"/>
                    </a:cubicBezTo>
                    <a:close/>
                  </a:path>
                </a:pathLst>
              </a:custGeom>
              <a:solidFill>
                <a:srgbClr val="0F3570"/>
              </a:solidFill>
              <a:ln w="9525" cap="flat" cmpd="sng">
                <a:solidFill>
                  <a:schemeClr val="dk2"/>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708" name="Google Shape;708;p9"/>
          <p:cNvSpPr txBox="1">
            <a:spLocks noGrp="1"/>
          </p:cNvSpPr>
          <p:nvPr>
            <p:ph type="title"/>
          </p:nvPr>
        </p:nvSpPr>
        <p:spPr>
          <a:xfrm>
            <a:off x="2549400" y="2221500"/>
            <a:ext cx="4045200" cy="754800"/>
          </a:xfrm>
          <a:prstGeom prst="rect">
            <a:avLst/>
          </a:prstGeom>
        </p:spPr>
        <p:txBody>
          <a:bodyPr spcFirstLastPara="1" wrap="square" lIns="0" tIns="0" rIns="0" bIns="0" anchor="ctr" anchorCtr="0">
            <a:noAutofit/>
          </a:bodyPr>
          <a:lstStyle>
            <a:lvl1pPr lvl="0" algn="ctr">
              <a:spcBef>
                <a:spcPts val="0"/>
              </a:spcBef>
              <a:spcAft>
                <a:spcPts val="0"/>
              </a:spcAft>
              <a:buSzPts val="4200"/>
              <a:buNone/>
              <a:defRPr sz="47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709" name="Google Shape;709;p9"/>
          <p:cNvSpPr txBox="1">
            <a:spLocks noGrp="1"/>
          </p:cNvSpPr>
          <p:nvPr>
            <p:ph type="subTitle" idx="1"/>
          </p:nvPr>
        </p:nvSpPr>
        <p:spPr>
          <a:xfrm>
            <a:off x="2549400" y="3230175"/>
            <a:ext cx="4045200" cy="700500"/>
          </a:xfrm>
          <a:prstGeom prst="rect">
            <a:avLst/>
          </a:prstGeom>
        </p:spPr>
        <p:txBody>
          <a:bodyPr spcFirstLastPara="1" wrap="square" lIns="0" tIns="0" rIns="0" bIns="0"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710" name="Google Shape;710;p9"/>
          <p:cNvSpPr txBox="1">
            <a:spLocks noGrp="1"/>
          </p:cNvSpPr>
          <p:nvPr>
            <p:ph type="title" idx="2" hasCustomPrompt="1"/>
          </p:nvPr>
        </p:nvSpPr>
        <p:spPr>
          <a:xfrm>
            <a:off x="3647325" y="1212825"/>
            <a:ext cx="1926600" cy="754800"/>
          </a:xfrm>
          <a:prstGeom prst="rect">
            <a:avLst/>
          </a:prstGeom>
        </p:spPr>
        <p:txBody>
          <a:bodyPr spcFirstLastPara="1" wrap="square" lIns="0" tIns="0" rIns="0" bIns="0" anchor="ctr" anchorCtr="0">
            <a:noAutofit/>
          </a:bodyPr>
          <a:lstStyle>
            <a:lvl1pPr lvl="0" algn="ctr" rtl="0">
              <a:spcBef>
                <a:spcPts val="0"/>
              </a:spcBef>
              <a:spcAft>
                <a:spcPts val="0"/>
              </a:spcAft>
              <a:buSzPts val="3000"/>
              <a:buNone/>
              <a:defRPr sz="7200">
                <a:solidFill>
                  <a:schemeClr val="dk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875"/>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hree Columns">
  <p:cSld name="CUSTOM">
    <p:spTree>
      <p:nvGrpSpPr>
        <p:cNvPr id="1" name="Shape 876"/>
        <p:cNvGrpSpPr/>
        <p:nvPr/>
      </p:nvGrpSpPr>
      <p:grpSpPr>
        <a:xfrm>
          <a:off x="0" y="0"/>
          <a:ext cx="0" cy="0"/>
          <a:chOff x="0" y="0"/>
          <a:chExt cx="0" cy="0"/>
        </a:xfrm>
      </p:grpSpPr>
      <p:grpSp>
        <p:nvGrpSpPr>
          <p:cNvPr id="877" name="Google Shape;877;p13"/>
          <p:cNvGrpSpPr/>
          <p:nvPr/>
        </p:nvGrpSpPr>
        <p:grpSpPr>
          <a:xfrm>
            <a:off x="392675" y="1621008"/>
            <a:ext cx="3009700" cy="1564192"/>
            <a:chOff x="392675" y="1513033"/>
            <a:chExt cx="3009700" cy="1564192"/>
          </a:xfrm>
        </p:grpSpPr>
        <p:sp>
          <p:nvSpPr>
            <p:cNvPr id="878" name="Google Shape;878;p13"/>
            <p:cNvSpPr/>
            <p:nvPr/>
          </p:nvSpPr>
          <p:spPr>
            <a:xfrm>
              <a:off x="878255" y="1659206"/>
              <a:ext cx="584816" cy="584816"/>
            </a:xfrm>
            <a:custGeom>
              <a:avLst/>
              <a:gdLst/>
              <a:ahLst/>
              <a:cxnLst/>
              <a:rect l="l" t="t" r="r" b="b"/>
              <a:pathLst>
                <a:path w="4813" h="4813" fill="none" extrusionOk="0">
                  <a:moveTo>
                    <a:pt x="0" y="0"/>
                  </a:moveTo>
                  <a:lnTo>
                    <a:pt x="4812" y="0"/>
                  </a:lnTo>
                  <a:lnTo>
                    <a:pt x="4812" y="4812"/>
                  </a:lnTo>
                  <a:lnTo>
                    <a:pt x="0" y="4812"/>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13"/>
            <p:cNvSpPr/>
            <p:nvPr/>
          </p:nvSpPr>
          <p:spPr>
            <a:xfrm>
              <a:off x="820418" y="2301733"/>
              <a:ext cx="122" cy="122"/>
            </a:xfrm>
            <a:custGeom>
              <a:avLst/>
              <a:gdLst/>
              <a:ahLst/>
              <a:cxnLst/>
              <a:rect l="l" t="t" r="r" b="b"/>
              <a:pathLst>
                <a:path w="1" h="1" fill="none" extrusionOk="0">
                  <a:moveTo>
                    <a:pt x="0" y="0"/>
                  </a:moveTo>
                  <a:lnTo>
                    <a:pt x="0" y="0"/>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13"/>
            <p:cNvSpPr/>
            <p:nvPr/>
          </p:nvSpPr>
          <p:spPr>
            <a:xfrm>
              <a:off x="820418" y="1622632"/>
              <a:ext cx="122" cy="633540"/>
            </a:xfrm>
            <a:custGeom>
              <a:avLst/>
              <a:gdLst/>
              <a:ahLst/>
              <a:cxnLst/>
              <a:rect l="l" t="t" r="r" b="b"/>
              <a:pathLst>
                <a:path w="1" h="5214" fill="none" extrusionOk="0">
                  <a:moveTo>
                    <a:pt x="0" y="5213"/>
                  </a:moveTo>
                  <a:lnTo>
                    <a:pt x="0"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13"/>
            <p:cNvSpPr/>
            <p:nvPr/>
          </p:nvSpPr>
          <p:spPr>
            <a:xfrm>
              <a:off x="820418" y="1601247"/>
              <a:ext cx="122" cy="122"/>
            </a:xfrm>
            <a:custGeom>
              <a:avLst/>
              <a:gdLst/>
              <a:ahLst/>
              <a:cxnLst/>
              <a:rect l="l" t="t" r="r" b="b"/>
              <a:pathLst>
                <a:path w="1" h="1" fill="none" extrusionOk="0">
                  <a:moveTo>
                    <a:pt x="0" y="1"/>
                  </a:moveTo>
                  <a:lnTo>
                    <a:pt x="0" y="1"/>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13"/>
            <p:cNvSpPr/>
            <p:nvPr/>
          </p:nvSpPr>
          <p:spPr>
            <a:xfrm>
              <a:off x="865983" y="1601247"/>
              <a:ext cx="633662" cy="122"/>
            </a:xfrm>
            <a:custGeom>
              <a:avLst/>
              <a:gdLst/>
              <a:ahLst/>
              <a:cxnLst/>
              <a:rect l="l" t="t" r="r" b="b"/>
              <a:pathLst>
                <a:path w="5215" h="1" fill="none" extrusionOk="0">
                  <a:moveTo>
                    <a:pt x="1" y="1"/>
                  </a:moveTo>
                  <a:lnTo>
                    <a:pt x="5214"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13"/>
            <p:cNvSpPr/>
            <p:nvPr/>
          </p:nvSpPr>
          <p:spPr>
            <a:xfrm>
              <a:off x="1520782" y="1601247"/>
              <a:ext cx="122" cy="122"/>
            </a:xfrm>
            <a:custGeom>
              <a:avLst/>
              <a:gdLst/>
              <a:ahLst/>
              <a:cxnLst/>
              <a:rect l="l" t="t" r="r" b="b"/>
              <a:pathLst>
                <a:path w="1" h="1" fill="none" extrusionOk="0">
                  <a:moveTo>
                    <a:pt x="0" y="1"/>
                  </a:moveTo>
                  <a:lnTo>
                    <a:pt x="0" y="1"/>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13"/>
            <p:cNvSpPr/>
            <p:nvPr/>
          </p:nvSpPr>
          <p:spPr>
            <a:xfrm>
              <a:off x="1520782" y="1643896"/>
              <a:ext cx="122" cy="633540"/>
            </a:xfrm>
            <a:custGeom>
              <a:avLst/>
              <a:gdLst/>
              <a:ahLst/>
              <a:cxnLst/>
              <a:rect l="l" t="t" r="r" b="b"/>
              <a:pathLst>
                <a:path w="1" h="5214" fill="none" extrusionOk="0">
                  <a:moveTo>
                    <a:pt x="0" y="1"/>
                  </a:moveTo>
                  <a:lnTo>
                    <a:pt x="0" y="5214"/>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13"/>
            <p:cNvSpPr/>
            <p:nvPr/>
          </p:nvSpPr>
          <p:spPr>
            <a:xfrm>
              <a:off x="1520782" y="2301733"/>
              <a:ext cx="122" cy="122"/>
            </a:xfrm>
            <a:custGeom>
              <a:avLst/>
              <a:gdLst/>
              <a:ahLst/>
              <a:cxnLst/>
              <a:rect l="l" t="t" r="r" b="b"/>
              <a:pathLst>
                <a:path w="1" h="1" fill="none" extrusionOk="0">
                  <a:moveTo>
                    <a:pt x="0" y="0"/>
                  </a:moveTo>
                  <a:lnTo>
                    <a:pt x="0" y="0"/>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13"/>
            <p:cNvSpPr/>
            <p:nvPr/>
          </p:nvSpPr>
          <p:spPr>
            <a:xfrm>
              <a:off x="844719" y="2301733"/>
              <a:ext cx="633540" cy="122"/>
            </a:xfrm>
            <a:custGeom>
              <a:avLst/>
              <a:gdLst/>
              <a:ahLst/>
              <a:cxnLst/>
              <a:rect l="l" t="t" r="r" b="b"/>
              <a:pathLst>
                <a:path w="5214" h="1" fill="none" extrusionOk="0">
                  <a:moveTo>
                    <a:pt x="5214" y="0"/>
                  </a:moveTo>
                  <a:lnTo>
                    <a:pt x="1"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13"/>
            <p:cNvSpPr/>
            <p:nvPr/>
          </p:nvSpPr>
          <p:spPr>
            <a:xfrm>
              <a:off x="732082" y="1513033"/>
              <a:ext cx="880200" cy="877163"/>
            </a:xfrm>
            <a:custGeom>
              <a:avLst/>
              <a:gdLst/>
              <a:ahLst/>
              <a:cxnLst/>
              <a:rect l="l" t="t" r="r" b="b"/>
              <a:pathLst>
                <a:path w="7244" h="7219" fill="none" extrusionOk="0">
                  <a:moveTo>
                    <a:pt x="0" y="0"/>
                  </a:moveTo>
                  <a:lnTo>
                    <a:pt x="7243" y="0"/>
                  </a:lnTo>
                  <a:lnTo>
                    <a:pt x="7243" y="7218"/>
                  </a:lnTo>
                  <a:lnTo>
                    <a:pt x="0" y="7218"/>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88" name="Google Shape;888;p13"/>
            <p:cNvCxnSpPr/>
            <p:nvPr/>
          </p:nvCxnSpPr>
          <p:spPr>
            <a:xfrm>
              <a:off x="1612275" y="1922650"/>
              <a:ext cx="1790100" cy="0"/>
            </a:xfrm>
            <a:prstGeom prst="straightConnector1">
              <a:avLst/>
            </a:prstGeom>
            <a:noFill/>
            <a:ln w="9525" cap="flat" cmpd="sng">
              <a:solidFill>
                <a:schemeClr val="dk2"/>
              </a:solidFill>
              <a:prstDash val="solid"/>
              <a:round/>
              <a:headEnd type="none" w="med" len="med"/>
              <a:tailEnd type="oval" w="med" len="med"/>
            </a:ln>
          </p:spPr>
        </p:cxnSp>
        <p:sp>
          <p:nvSpPr>
            <p:cNvPr id="889" name="Google Shape;889;p13"/>
            <p:cNvSpPr/>
            <p:nvPr/>
          </p:nvSpPr>
          <p:spPr>
            <a:xfrm>
              <a:off x="636097" y="2039765"/>
              <a:ext cx="94533" cy="122"/>
            </a:xfrm>
            <a:custGeom>
              <a:avLst/>
              <a:gdLst/>
              <a:ahLst/>
              <a:cxnLst/>
              <a:rect l="l" t="t" r="r" b="b"/>
              <a:pathLst>
                <a:path w="778" h="1" fill="none" extrusionOk="0">
                  <a:moveTo>
                    <a:pt x="778" y="1"/>
                  </a:moveTo>
                  <a:lnTo>
                    <a:pt x="1"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13"/>
            <p:cNvSpPr/>
            <p:nvPr/>
          </p:nvSpPr>
          <p:spPr>
            <a:xfrm>
              <a:off x="642173" y="1802341"/>
              <a:ext cx="82382" cy="122"/>
            </a:xfrm>
            <a:custGeom>
              <a:avLst/>
              <a:gdLst/>
              <a:ahLst/>
              <a:cxnLst/>
              <a:rect l="l" t="t" r="r" b="b"/>
              <a:pathLst>
                <a:path w="678" h="1" fill="none" extrusionOk="0">
                  <a:moveTo>
                    <a:pt x="678" y="0"/>
                  </a:moveTo>
                  <a:lnTo>
                    <a:pt x="1"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13"/>
            <p:cNvSpPr/>
            <p:nvPr/>
          </p:nvSpPr>
          <p:spPr>
            <a:xfrm>
              <a:off x="596487" y="1689583"/>
              <a:ext cx="128069" cy="122"/>
            </a:xfrm>
            <a:custGeom>
              <a:avLst/>
              <a:gdLst/>
              <a:ahLst/>
              <a:cxnLst/>
              <a:rect l="l" t="t" r="r" b="b"/>
              <a:pathLst>
                <a:path w="1054" h="1" fill="none" extrusionOk="0">
                  <a:moveTo>
                    <a:pt x="1054" y="1"/>
                  </a:moveTo>
                  <a:lnTo>
                    <a:pt x="1"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92" name="Google Shape;892;p13"/>
            <p:cNvGrpSpPr/>
            <p:nvPr/>
          </p:nvGrpSpPr>
          <p:grpSpPr>
            <a:xfrm>
              <a:off x="392675" y="1922525"/>
              <a:ext cx="336300" cy="1154701"/>
              <a:chOff x="392675" y="1955343"/>
              <a:chExt cx="336300" cy="1116300"/>
            </a:xfrm>
          </p:grpSpPr>
          <p:cxnSp>
            <p:nvCxnSpPr>
              <p:cNvPr id="893" name="Google Shape;893;p13"/>
              <p:cNvCxnSpPr/>
              <p:nvPr/>
            </p:nvCxnSpPr>
            <p:spPr>
              <a:xfrm>
                <a:off x="420900" y="1955343"/>
                <a:ext cx="0" cy="1116300"/>
              </a:xfrm>
              <a:prstGeom prst="straightConnector1">
                <a:avLst/>
              </a:prstGeom>
              <a:noFill/>
              <a:ln w="9525" cap="flat" cmpd="sng">
                <a:solidFill>
                  <a:schemeClr val="dk2"/>
                </a:solidFill>
                <a:prstDash val="solid"/>
                <a:round/>
                <a:headEnd type="none" w="med" len="med"/>
                <a:tailEnd type="none" w="med" len="med"/>
              </a:ln>
            </p:spPr>
          </p:cxnSp>
          <p:cxnSp>
            <p:nvCxnSpPr>
              <p:cNvPr id="894" name="Google Shape;894;p13"/>
              <p:cNvCxnSpPr/>
              <p:nvPr/>
            </p:nvCxnSpPr>
            <p:spPr>
              <a:xfrm>
                <a:off x="418775" y="3067534"/>
                <a:ext cx="227100" cy="0"/>
              </a:xfrm>
              <a:prstGeom prst="straightConnector1">
                <a:avLst/>
              </a:prstGeom>
              <a:noFill/>
              <a:ln w="9525" cap="flat" cmpd="sng">
                <a:solidFill>
                  <a:schemeClr val="dk2"/>
                </a:solidFill>
                <a:prstDash val="solid"/>
                <a:round/>
                <a:headEnd type="none" w="med" len="med"/>
                <a:tailEnd type="oval" w="med" len="med"/>
              </a:ln>
            </p:spPr>
          </p:cxnSp>
          <p:cxnSp>
            <p:nvCxnSpPr>
              <p:cNvPr id="895" name="Google Shape;895;p13"/>
              <p:cNvCxnSpPr/>
              <p:nvPr/>
            </p:nvCxnSpPr>
            <p:spPr>
              <a:xfrm>
                <a:off x="392675" y="1955464"/>
                <a:ext cx="336300" cy="0"/>
              </a:xfrm>
              <a:prstGeom prst="straightConnector1">
                <a:avLst/>
              </a:prstGeom>
              <a:noFill/>
              <a:ln w="9525" cap="flat" cmpd="sng">
                <a:solidFill>
                  <a:schemeClr val="dk2"/>
                </a:solidFill>
                <a:prstDash val="solid"/>
                <a:round/>
                <a:headEnd type="oval" w="med" len="med"/>
                <a:tailEnd type="none" w="med" len="med"/>
              </a:ln>
            </p:spPr>
          </p:cxnSp>
        </p:grpSp>
        <p:sp>
          <p:nvSpPr>
            <p:cNvPr id="896" name="Google Shape;896;p13"/>
            <p:cNvSpPr/>
            <p:nvPr/>
          </p:nvSpPr>
          <p:spPr>
            <a:xfrm>
              <a:off x="1615281" y="2064188"/>
              <a:ext cx="64156" cy="122"/>
            </a:xfrm>
            <a:custGeom>
              <a:avLst/>
              <a:gdLst/>
              <a:ahLst/>
              <a:cxnLst/>
              <a:rect l="l" t="t" r="r" b="b"/>
              <a:pathLst>
                <a:path w="528" h="1" fill="none" extrusionOk="0">
                  <a:moveTo>
                    <a:pt x="1" y="0"/>
                  </a:moveTo>
                  <a:lnTo>
                    <a:pt x="527"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13"/>
            <p:cNvSpPr/>
            <p:nvPr/>
          </p:nvSpPr>
          <p:spPr>
            <a:xfrm>
              <a:off x="1612256" y="2173787"/>
              <a:ext cx="100608" cy="122"/>
            </a:xfrm>
            <a:custGeom>
              <a:avLst/>
              <a:gdLst/>
              <a:ahLst/>
              <a:cxnLst/>
              <a:rect l="l" t="t" r="r" b="b"/>
              <a:pathLst>
                <a:path w="828" h="1" fill="none" extrusionOk="0">
                  <a:moveTo>
                    <a:pt x="1" y="1"/>
                  </a:moveTo>
                  <a:lnTo>
                    <a:pt x="828"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13"/>
            <p:cNvSpPr/>
            <p:nvPr/>
          </p:nvSpPr>
          <p:spPr>
            <a:xfrm>
              <a:off x="1612144" y="1732231"/>
              <a:ext cx="100608" cy="122"/>
            </a:xfrm>
            <a:custGeom>
              <a:avLst/>
              <a:gdLst/>
              <a:ahLst/>
              <a:cxnLst/>
              <a:rect l="l" t="t" r="r" b="b"/>
              <a:pathLst>
                <a:path w="828" h="1" fill="none" extrusionOk="0">
                  <a:moveTo>
                    <a:pt x="1" y="1"/>
                  </a:moveTo>
                  <a:lnTo>
                    <a:pt x="828"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13"/>
            <p:cNvSpPr/>
            <p:nvPr/>
          </p:nvSpPr>
          <p:spPr>
            <a:xfrm>
              <a:off x="1612156" y="1823604"/>
              <a:ext cx="76307" cy="122"/>
            </a:xfrm>
            <a:custGeom>
              <a:avLst/>
              <a:gdLst/>
              <a:ahLst/>
              <a:cxnLst/>
              <a:rect l="l" t="t" r="r" b="b"/>
              <a:pathLst>
                <a:path w="628" h="1" fill="none" extrusionOk="0">
                  <a:moveTo>
                    <a:pt x="1" y="1"/>
                  </a:moveTo>
                  <a:lnTo>
                    <a:pt x="627"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0" name="Google Shape;900;p13"/>
          <p:cNvGrpSpPr/>
          <p:nvPr/>
        </p:nvGrpSpPr>
        <p:grpSpPr>
          <a:xfrm>
            <a:off x="3363525" y="1622521"/>
            <a:ext cx="3042600" cy="1562680"/>
            <a:chOff x="3363525" y="1622521"/>
            <a:chExt cx="3042600" cy="1562680"/>
          </a:xfrm>
        </p:grpSpPr>
        <p:grpSp>
          <p:nvGrpSpPr>
            <p:cNvPr id="901" name="Google Shape;901;p13"/>
            <p:cNvGrpSpPr/>
            <p:nvPr/>
          </p:nvGrpSpPr>
          <p:grpSpPr>
            <a:xfrm>
              <a:off x="3363525" y="1622521"/>
              <a:ext cx="3042600" cy="877163"/>
              <a:chOff x="3363525" y="1503696"/>
              <a:chExt cx="3042600" cy="877163"/>
            </a:xfrm>
          </p:grpSpPr>
          <p:sp>
            <p:nvSpPr>
              <p:cNvPr id="902" name="Google Shape;902;p13"/>
              <p:cNvSpPr/>
              <p:nvPr/>
            </p:nvSpPr>
            <p:spPr>
              <a:xfrm>
                <a:off x="3828305" y="1649868"/>
                <a:ext cx="584816" cy="584816"/>
              </a:xfrm>
              <a:custGeom>
                <a:avLst/>
                <a:gdLst/>
                <a:ahLst/>
                <a:cxnLst/>
                <a:rect l="l" t="t" r="r" b="b"/>
                <a:pathLst>
                  <a:path w="4813" h="4813" fill="none" extrusionOk="0">
                    <a:moveTo>
                      <a:pt x="0" y="0"/>
                    </a:moveTo>
                    <a:lnTo>
                      <a:pt x="4812" y="0"/>
                    </a:lnTo>
                    <a:lnTo>
                      <a:pt x="4812" y="4812"/>
                    </a:lnTo>
                    <a:lnTo>
                      <a:pt x="0" y="4812"/>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13"/>
              <p:cNvSpPr/>
              <p:nvPr/>
            </p:nvSpPr>
            <p:spPr>
              <a:xfrm>
                <a:off x="3770468" y="2292396"/>
                <a:ext cx="122" cy="122"/>
              </a:xfrm>
              <a:custGeom>
                <a:avLst/>
                <a:gdLst/>
                <a:ahLst/>
                <a:cxnLst/>
                <a:rect l="l" t="t" r="r" b="b"/>
                <a:pathLst>
                  <a:path w="1" h="1" fill="none" extrusionOk="0">
                    <a:moveTo>
                      <a:pt x="0" y="0"/>
                    </a:moveTo>
                    <a:lnTo>
                      <a:pt x="0" y="0"/>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13"/>
              <p:cNvSpPr/>
              <p:nvPr/>
            </p:nvSpPr>
            <p:spPr>
              <a:xfrm>
                <a:off x="3770468" y="1613295"/>
                <a:ext cx="122" cy="633540"/>
              </a:xfrm>
              <a:custGeom>
                <a:avLst/>
                <a:gdLst/>
                <a:ahLst/>
                <a:cxnLst/>
                <a:rect l="l" t="t" r="r" b="b"/>
                <a:pathLst>
                  <a:path w="1" h="5214" fill="none" extrusionOk="0">
                    <a:moveTo>
                      <a:pt x="0" y="5213"/>
                    </a:moveTo>
                    <a:lnTo>
                      <a:pt x="0"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13"/>
              <p:cNvSpPr/>
              <p:nvPr/>
            </p:nvSpPr>
            <p:spPr>
              <a:xfrm>
                <a:off x="3770468" y="1591910"/>
                <a:ext cx="122" cy="122"/>
              </a:xfrm>
              <a:custGeom>
                <a:avLst/>
                <a:gdLst/>
                <a:ahLst/>
                <a:cxnLst/>
                <a:rect l="l" t="t" r="r" b="b"/>
                <a:pathLst>
                  <a:path w="1" h="1" fill="none" extrusionOk="0">
                    <a:moveTo>
                      <a:pt x="0" y="1"/>
                    </a:moveTo>
                    <a:lnTo>
                      <a:pt x="0" y="1"/>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13"/>
              <p:cNvSpPr/>
              <p:nvPr/>
            </p:nvSpPr>
            <p:spPr>
              <a:xfrm>
                <a:off x="3816033" y="1591910"/>
                <a:ext cx="633662" cy="122"/>
              </a:xfrm>
              <a:custGeom>
                <a:avLst/>
                <a:gdLst/>
                <a:ahLst/>
                <a:cxnLst/>
                <a:rect l="l" t="t" r="r" b="b"/>
                <a:pathLst>
                  <a:path w="5215" h="1" fill="none" extrusionOk="0">
                    <a:moveTo>
                      <a:pt x="1" y="1"/>
                    </a:moveTo>
                    <a:lnTo>
                      <a:pt x="5214"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13"/>
              <p:cNvSpPr/>
              <p:nvPr/>
            </p:nvSpPr>
            <p:spPr>
              <a:xfrm>
                <a:off x="4470832" y="1591910"/>
                <a:ext cx="122" cy="122"/>
              </a:xfrm>
              <a:custGeom>
                <a:avLst/>
                <a:gdLst/>
                <a:ahLst/>
                <a:cxnLst/>
                <a:rect l="l" t="t" r="r" b="b"/>
                <a:pathLst>
                  <a:path w="1" h="1" fill="none" extrusionOk="0">
                    <a:moveTo>
                      <a:pt x="0" y="1"/>
                    </a:moveTo>
                    <a:lnTo>
                      <a:pt x="0" y="1"/>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13"/>
              <p:cNvSpPr/>
              <p:nvPr/>
            </p:nvSpPr>
            <p:spPr>
              <a:xfrm>
                <a:off x="4470832" y="1634559"/>
                <a:ext cx="122" cy="633540"/>
              </a:xfrm>
              <a:custGeom>
                <a:avLst/>
                <a:gdLst/>
                <a:ahLst/>
                <a:cxnLst/>
                <a:rect l="l" t="t" r="r" b="b"/>
                <a:pathLst>
                  <a:path w="1" h="5214" fill="none" extrusionOk="0">
                    <a:moveTo>
                      <a:pt x="0" y="1"/>
                    </a:moveTo>
                    <a:lnTo>
                      <a:pt x="0" y="5214"/>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13"/>
              <p:cNvSpPr/>
              <p:nvPr/>
            </p:nvSpPr>
            <p:spPr>
              <a:xfrm>
                <a:off x="4470832" y="2292396"/>
                <a:ext cx="122" cy="122"/>
              </a:xfrm>
              <a:custGeom>
                <a:avLst/>
                <a:gdLst/>
                <a:ahLst/>
                <a:cxnLst/>
                <a:rect l="l" t="t" r="r" b="b"/>
                <a:pathLst>
                  <a:path w="1" h="1" fill="none" extrusionOk="0">
                    <a:moveTo>
                      <a:pt x="0" y="0"/>
                    </a:moveTo>
                    <a:lnTo>
                      <a:pt x="0" y="0"/>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13"/>
              <p:cNvSpPr/>
              <p:nvPr/>
            </p:nvSpPr>
            <p:spPr>
              <a:xfrm>
                <a:off x="3794769" y="2292396"/>
                <a:ext cx="633540" cy="122"/>
              </a:xfrm>
              <a:custGeom>
                <a:avLst/>
                <a:gdLst/>
                <a:ahLst/>
                <a:cxnLst/>
                <a:rect l="l" t="t" r="r" b="b"/>
                <a:pathLst>
                  <a:path w="5214" h="1" fill="none" extrusionOk="0">
                    <a:moveTo>
                      <a:pt x="5214" y="0"/>
                    </a:moveTo>
                    <a:lnTo>
                      <a:pt x="1"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13"/>
              <p:cNvSpPr/>
              <p:nvPr/>
            </p:nvSpPr>
            <p:spPr>
              <a:xfrm>
                <a:off x="3682132" y="1503696"/>
                <a:ext cx="880200" cy="877163"/>
              </a:xfrm>
              <a:custGeom>
                <a:avLst/>
                <a:gdLst/>
                <a:ahLst/>
                <a:cxnLst/>
                <a:rect l="l" t="t" r="r" b="b"/>
                <a:pathLst>
                  <a:path w="7244" h="7219" fill="none" extrusionOk="0">
                    <a:moveTo>
                      <a:pt x="0" y="0"/>
                    </a:moveTo>
                    <a:lnTo>
                      <a:pt x="7243" y="0"/>
                    </a:lnTo>
                    <a:lnTo>
                      <a:pt x="7243" y="7218"/>
                    </a:lnTo>
                    <a:lnTo>
                      <a:pt x="0" y="7218"/>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13"/>
              <p:cNvSpPr/>
              <p:nvPr/>
            </p:nvSpPr>
            <p:spPr>
              <a:xfrm>
                <a:off x="3586147" y="2030427"/>
                <a:ext cx="94533" cy="122"/>
              </a:xfrm>
              <a:custGeom>
                <a:avLst/>
                <a:gdLst/>
                <a:ahLst/>
                <a:cxnLst/>
                <a:rect l="l" t="t" r="r" b="b"/>
                <a:pathLst>
                  <a:path w="778" h="1" fill="none" extrusionOk="0">
                    <a:moveTo>
                      <a:pt x="778" y="1"/>
                    </a:moveTo>
                    <a:lnTo>
                      <a:pt x="1"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13"/>
              <p:cNvSpPr/>
              <p:nvPr/>
            </p:nvSpPr>
            <p:spPr>
              <a:xfrm>
                <a:off x="3592223" y="1793003"/>
                <a:ext cx="82382" cy="122"/>
              </a:xfrm>
              <a:custGeom>
                <a:avLst/>
                <a:gdLst/>
                <a:ahLst/>
                <a:cxnLst/>
                <a:rect l="l" t="t" r="r" b="b"/>
                <a:pathLst>
                  <a:path w="678" h="1" fill="none" extrusionOk="0">
                    <a:moveTo>
                      <a:pt x="678" y="0"/>
                    </a:moveTo>
                    <a:lnTo>
                      <a:pt x="1"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13"/>
              <p:cNvSpPr/>
              <p:nvPr/>
            </p:nvSpPr>
            <p:spPr>
              <a:xfrm>
                <a:off x="3546537" y="1680245"/>
                <a:ext cx="128069" cy="122"/>
              </a:xfrm>
              <a:custGeom>
                <a:avLst/>
                <a:gdLst/>
                <a:ahLst/>
                <a:cxnLst/>
                <a:rect l="l" t="t" r="r" b="b"/>
                <a:pathLst>
                  <a:path w="1054" h="1" fill="none" extrusionOk="0">
                    <a:moveTo>
                      <a:pt x="1054" y="1"/>
                    </a:moveTo>
                    <a:lnTo>
                      <a:pt x="1"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915" name="Google Shape;915;p13"/>
              <p:cNvCxnSpPr/>
              <p:nvPr/>
            </p:nvCxnSpPr>
            <p:spPr>
              <a:xfrm>
                <a:off x="3363525" y="1913003"/>
                <a:ext cx="315600" cy="0"/>
              </a:xfrm>
              <a:prstGeom prst="straightConnector1">
                <a:avLst/>
              </a:prstGeom>
              <a:noFill/>
              <a:ln w="9525" cap="flat" cmpd="sng">
                <a:solidFill>
                  <a:schemeClr val="dk2"/>
                </a:solidFill>
                <a:prstDash val="solid"/>
                <a:round/>
                <a:headEnd type="none" w="med" len="med"/>
                <a:tailEnd type="none" w="med" len="med"/>
              </a:ln>
            </p:spPr>
          </p:cxnSp>
          <p:sp>
            <p:nvSpPr>
              <p:cNvPr id="916" name="Google Shape;916;p13"/>
              <p:cNvSpPr/>
              <p:nvPr/>
            </p:nvSpPr>
            <p:spPr>
              <a:xfrm>
                <a:off x="4565331" y="2054850"/>
                <a:ext cx="64156" cy="122"/>
              </a:xfrm>
              <a:custGeom>
                <a:avLst/>
                <a:gdLst/>
                <a:ahLst/>
                <a:cxnLst/>
                <a:rect l="l" t="t" r="r" b="b"/>
                <a:pathLst>
                  <a:path w="528" h="1" fill="none" extrusionOk="0">
                    <a:moveTo>
                      <a:pt x="1" y="0"/>
                    </a:moveTo>
                    <a:lnTo>
                      <a:pt x="527"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13"/>
              <p:cNvSpPr/>
              <p:nvPr/>
            </p:nvSpPr>
            <p:spPr>
              <a:xfrm>
                <a:off x="4562306" y="2164449"/>
                <a:ext cx="100608" cy="122"/>
              </a:xfrm>
              <a:custGeom>
                <a:avLst/>
                <a:gdLst/>
                <a:ahLst/>
                <a:cxnLst/>
                <a:rect l="l" t="t" r="r" b="b"/>
                <a:pathLst>
                  <a:path w="828" h="1" fill="none" extrusionOk="0">
                    <a:moveTo>
                      <a:pt x="1" y="1"/>
                    </a:moveTo>
                    <a:lnTo>
                      <a:pt x="828"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13"/>
              <p:cNvSpPr/>
              <p:nvPr/>
            </p:nvSpPr>
            <p:spPr>
              <a:xfrm>
                <a:off x="4562194" y="1722894"/>
                <a:ext cx="100608" cy="122"/>
              </a:xfrm>
              <a:custGeom>
                <a:avLst/>
                <a:gdLst/>
                <a:ahLst/>
                <a:cxnLst/>
                <a:rect l="l" t="t" r="r" b="b"/>
                <a:pathLst>
                  <a:path w="828" h="1" fill="none" extrusionOk="0">
                    <a:moveTo>
                      <a:pt x="1" y="1"/>
                    </a:moveTo>
                    <a:lnTo>
                      <a:pt x="828"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13"/>
              <p:cNvSpPr/>
              <p:nvPr/>
            </p:nvSpPr>
            <p:spPr>
              <a:xfrm>
                <a:off x="4562206" y="1814267"/>
                <a:ext cx="76307" cy="122"/>
              </a:xfrm>
              <a:custGeom>
                <a:avLst/>
                <a:gdLst/>
                <a:ahLst/>
                <a:cxnLst/>
                <a:rect l="l" t="t" r="r" b="b"/>
                <a:pathLst>
                  <a:path w="628" h="1" fill="none" extrusionOk="0">
                    <a:moveTo>
                      <a:pt x="1" y="1"/>
                    </a:moveTo>
                    <a:lnTo>
                      <a:pt x="627"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920" name="Google Shape;920;p13"/>
              <p:cNvCxnSpPr/>
              <p:nvPr/>
            </p:nvCxnSpPr>
            <p:spPr>
              <a:xfrm>
                <a:off x="4565325" y="1922925"/>
                <a:ext cx="1840800" cy="0"/>
              </a:xfrm>
              <a:prstGeom prst="straightConnector1">
                <a:avLst/>
              </a:prstGeom>
              <a:noFill/>
              <a:ln w="9525" cap="flat" cmpd="sng">
                <a:solidFill>
                  <a:schemeClr val="dk2"/>
                </a:solidFill>
                <a:prstDash val="solid"/>
                <a:round/>
                <a:headEnd type="none" w="med" len="med"/>
                <a:tailEnd type="oval" w="med" len="med"/>
              </a:ln>
            </p:spPr>
          </p:cxnSp>
        </p:grpSp>
        <p:grpSp>
          <p:nvGrpSpPr>
            <p:cNvPr id="921" name="Google Shape;921;p13"/>
            <p:cNvGrpSpPr/>
            <p:nvPr/>
          </p:nvGrpSpPr>
          <p:grpSpPr>
            <a:xfrm>
              <a:off x="3369450" y="2030500"/>
              <a:ext cx="227100" cy="1154701"/>
              <a:chOff x="418775" y="1955343"/>
              <a:chExt cx="227100" cy="1116300"/>
            </a:xfrm>
          </p:grpSpPr>
          <p:cxnSp>
            <p:nvCxnSpPr>
              <p:cNvPr id="922" name="Google Shape;922;p13"/>
              <p:cNvCxnSpPr/>
              <p:nvPr/>
            </p:nvCxnSpPr>
            <p:spPr>
              <a:xfrm>
                <a:off x="420900" y="1955343"/>
                <a:ext cx="0" cy="1116300"/>
              </a:xfrm>
              <a:prstGeom prst="straightConnector1">
                <a:avLst/>
              </a:prstGeom>
              <a:noFill/>
              <a:ln w="9525" cap="flat" cmpd="sng">
                <a:solidFill>
                  <a:schemeClr val="dk2"/>
                </a:solidFill>
                <a:prstDash val="solid"/>
                <a:round/>
                <a:headEnd type="none" w="med" len="med"/>
                <a:tailEnd type="none" w="med" len="med"/>
              </a:ln>
            </p:spPr>
          </p:cxnSp>
          <p:cxnSp>
            <p:nvCxnSpPr>
              <p:cNvPr id="923" name="Google Shape;923;p13"/>
              <p:cNvCxnSpPr/>
              <p:nvPr/>
            </p:nvCxnSpPr>
            <p:spPr>
              <a:xfrm>
                <a:off x="418775" y="3067534"/>
                <a:ext cx="227100" cy="0"/>
              </a:xfrm>
              <a:prstGeom prst="straightConnector1">
                <a:avLst/>
              </a:prstGeom>
              <a:noFill/>
              <a:ln w="9525" cap="flat" cmpd="sng">
                <a:solidFill>
                  <a:schemeClr val="dk2"/>
                </a:solidFill>
                <a:prstDash val="solid"/>
                <a:round/>
                <a:headEnd type="none" w="med" len="med"/>
                <a:tailEnd type="oval" w="med" len="med"/>
              </a:ln>
            </p:spPr>
          </p:cxnSp>
        </p:grpSp>
      </p:grpSp>
      <p:grpSp>
        <p:nvGrpSpPr>
          <p:cNvPr id="924" name="Google Shape;924;p13"/>
          <p:cNvGrpSpPr/>
          <p:nvPr/>
        </p:nvGrpSpPr>
        <p:grpSpPr>
          <a:xfrm>
            <a:off x="6368275" y="1619796"/>
            <a:ext cx="3003300" cy="1565405"/>
            <a:chOff x="6368275" y="1619796"/>
            <a:chExt cx="3003300" cy="1565405"/>
          </a:xfrm>
        </p:grpSpPr>
        <p:grpSp>
          <p:nvGrpSpPr>
            <p:cNvPr id="925" name="Google Shape;925;p13"/>
            <p:cNvGrpSpPr/>
            <p:nvPr/>
          </p:nvGrpSpPr>
          <p:grpSpPr>
            <a:xfrm>
              <a:off x="6368275" y="1619796"/>
              <a:ext cx="3003300" cy="877163"/>
              <a:chOff x="3363525" y="1503696"/>
              <a:chExt cx="3003300" cy="877163"/>
            </a:xfrm>
          </p:grpSpPr>
          <p:cxnSp>
            <p:nvCxnSpPr>
              <p:cNvPr id="926" name="Google Shape;926;p13"/>
              <p:cNvCxnSpPr/>
              <p:nvPr/>
            </p:nvCxnSpPr>
            <p:spPr>
              <a:xfrm>
                <a:off x="4565325" y="1925200"/>
                <a:ext cx="1801500" cy="0"/>
              </a:xfrm>
              <a:prstGeom prst="straightConnector1">
                <a:avLst/>
              </a:prstGeom>
              <a:noFill/>
              <a:ln w="9525" cap="flat" cmpd="sng">
                <a:solidFill>
                  <a:schemeClr val="dk2"/>
                </a:solidFill>
                <a:prstDash val="solid"/>
                <a:round/>
                <a:headEnd type="none" w="med" len="med"/>
                <a:tailEnd type="oval" w="med" len="med"/>
              </a:ln>
            </p:spPr>
          </p:cxnSp>
          <p:sp>
            <p:nvSpPr>
              <p:cNvPr id="927" name="Google Shape;927;p13"/>
              <p:cNvSpPr/>
              <p:nvPr/>
            </p:nvSpPr>
            <p:spPr>
              <a:xfrm>
                <a:off x="3828305" y="1649868"/>
                <a:ext cx="584816" cy="584816"/>
              </a:xfrm>
              <a:custGeom>
                <a:avLst/>
                <a:gdLst/>
                <a:ahLst/>
                <a:cxnLst/>
                <a:rect l="l" t="t" r="r" b="b"/>
                <a:pathLst>
                  <a:path w="4813" h="4813" fill="none" extrusionOk="0">
                    <a:moveTo>
                      <a:pt x="0" y="0"/>
                    </a:moveTo>
                    <a:lnTo>
                      <a:pt x="4812" y="0"/>
                    </a:lnTo>
                    <a:lnTo>
                      <a:pt x="4812" y="4812"/>
                    </a:lnTo>
                    <a:lnTo>
                      <a:pt x="0" y="4812"/>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13"/>
              <p:cNvSpPr/>
              <p:nvPr/>
            </p:nvSpPr>
            <p:spPr>
              <a:xfrm>
                <a:off x="3770468" y="2292396"/>
                <a:ext cx="122" cy="122"/>
              </a:xfrm>
              <a:custGeom>
                <a:avLst/>
                <a:gdLst/>
                <a:ahLst/>
                <a:cxnLst/>
                <a:rect l="l" t="t" r="r" b="b"/>
                <a:pathLst>
                  <a:path w="1" h="1" fill="none" extrusionOk="0">
                    <a:moveTo>
                      <a:pt x="0" y="0"/>
                    </a:moveTo>
                    <a:lnTo>
                      <a:pt x="0" y="0"/>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13"/>
              <p:cNvSpPr/>
              <p:nvPr/>
            </p:nvSpPr>
            <p:spPr>
              <a:xfrm>
                <a:off x="3770468" y="1613295"/>
                <a:ext cx="122" cy="633540"/>
              </a:xfrm>
              <a:custGeom>
                <a:avLst/>
                <a:gdLst/>
                <a:ahLst/>
                <a:cxnLst/>
                <a:rect l="l" t="t" r="r" b="b"/>
                <a:pathLst>
                  <a:path w="1" h="5214" fill="none" extrusionOk="0">
                    <a:moveTo>
                      <a:pt x="0" y="5213"/>
                    </a:moveTo>
                    <a:lnTo>
                      <a:pt x="0"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13"/>
              <p:cNvSpPr/>
              <p:nvPr/>
            </p:nvSpPr>
            <p:spPr>
              <a:xfrm>
                <a:off x="3770468" y="1591910"/>
                <a:ext cx="122" cy="122"/>
              </a:xfrm>
              <a:custGeom>
                <a:avLst/>
                <a:gdLst/>
                <a:ahLst/>
                <a:cxnLst/>
                <a:rect l="l" t="t" r="r" b="b"/>
                <a:pathLst>
                  <a:path w="1" h="1" fill="none" extrusionOk="0">
                    <a:moveTo>
                      <a:pt x="0" y="1"/>
                    </a:moveTo>
                    <a:lnTo>
                      <a:pt x="0" y="1"/>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13"/>
              <p:cNvSpPr/>
              <p:nvPr/>
            </p:nvSpPr>
            <p:spPr>
              <a:xfrm>
                <a:off x="3816033" y="1591910"/>
                <a:ext cx="633662" cy="122"/>
              </a:xfrm>
              <a:custGeom>
                <a:avLst/>
                <a:gdLst/>
                <a:ahLst/>
                <a:cxnLst/>
                <a:rect l="l" t="t" r="r" b="b"/>
                <a:pathLst>
                  <a:path w="5215" h="1" fill="none" extrusionOk="0">
                    <a:moveTo>
                      <a:pt x="1" y="1"/>
                    </a:moveTo>
                    <a:lnTo>
                      <a:pt x="5214"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13"/>
              <p:cNvSpPr/>
              <p:nvPr/>
            </p:nvSpPr>
            <p:spPr>
              <a:xfrm>
                <a:off x="4470832" y="1591910"/>
                <a:ext cx="122" cy="122"/>
              </a:xfrm>
              <a:custGeom>
                <a:avLst/>
                <a:gdLst/>
                <a:ahLst/>
                <a:cxnLst/>
                <a:rect l="l" t="t" r="r" b="b"/>
                <a:pathLst>
                  <a:path w="1" h="1" fill="none" extrusionOk="0">
                    <a:moveTo>
                      <a:pt x="0" y="1"/>
                    </a:moveTo>
                    <a:lnTo>
                      <a:pt x="0" y="1"/>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13"/>
              <p:cNvSpPr/>
              <p:nvPr/>
            </p:nvSpPr>
            <p:spPr>
              <a:xfrm>
                <a:off x="4470832" y="1634559"/>
                <a:ext cx="122" cy="633540"/>
              </a:xfrm>
              <a:custGeom>
                <a:avLst/>
                <a:gdLst/>
                <a:ahLst/>
                <a:cxnLst/>
                <a:rect l="l" t="t" r="r" b="b"/>
                <a:pathLst>
                  <a:path w="1" h="5214" fill="none" extrusionOk="0">
                    <a:moveTo>
                      <a:pt x="0" y="1"/>
                    </a:moveTo>
                    <a:lnTo>
                      <a:pt x="0" y="5214"/>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13"/>
              <p:cNvSpPr/>
              <p:nvPr/>
            </p:nvSpPr>
            <p:spPr>
              <a:xfrm>
                <a:off x="4470832" y="2292396"/>
                <a:ext cx="122" cy="122"/>
              </a:xfrm>
              <a:custGeom>
                <a:avLst/>
                <a:gdLst/>
                <a:ahLst/>
                <a:cxnLst/>
                <a:rect l="l" t="t" r="r" b="b"/>
                <a:pathLst>
                  <a:path w="1" h="1" fill="none" extrusionOk="0">
                    <a:moveTo>
                      <a:pt x="0" y="0"/>
                    </a:moveTo>
                    <a:lnTo>
                      <a:pt x="0" y="0"/>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13"/>
              <p:cNvSpPr/>
              <p:nvPr/>
            </p:nvSpPr>
            <p:spPr>
              <a:xfrm>
                <a:off x="3794769" y="2292396"/>
                <a:ext cx="633540" cy="122"/>
              </a:xfrm>
              <a:custGeom>
                <a:avLst/>
                <a:gdLst/>
                <a:ahLst/>
                <a:cxnLst/>
                <a:rect l="l" t="t" r="r" b="b"/>
                <a:pathLst>
                  <a:path w="5214" h="1" fill="none" extrusionOk="0">
                    <a:moveTo>
                      <a:pt x="5214" y="0"/>
                    </a:moveTo>
                    <a:lnTo>
                      <a:pt x="1"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13"/>
              <p:cNvSpPr/>
              <p:nvPr/>
            </p:nvSpPr>
            <p:spPr>
              <a:xfrm>
                <a:off x="3682132" y="1503696"/>
                <a:ext cx="880200" cy="877163"/>
              </a:xfrm>
              <a:custGeom>
                <a:avLst/>
                <a:gdLst/>
                <a:ahLst/>
                <a:cxnLst/>
                <a:rect l="l" t="t" r="r" b="b"/>
                <a:pathLst>
                  <a:path w="7244" h="7219" fill="none" extrusionOk="0">
                    <a:moveTo>
                      <a:pt x="0" y="0"/>
                    </a:moveTo>
                    <a:lnTo>
                      <a:pt x="7243" y="0"/>
                    </a:lnTo>
                    <a:lnTo>
                      <a:pt x="7243" y="7218"/>
                    </a:lnTo>
                    <a:lnTo>
                      <a:pt x="0" y="7218"/>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13"/>
              <p:cNvSpPr/>
              <p:nvPr/>
            </p:nvSpPr>
            <p:spPr>
              <a:xfrm>
                <a:off x="3586147" y="2030427"/>
                <a:ext cx="94533" cy="122"/>
              </a:xfrm>
              <a:custGeom>
                <a:avLst/>
                <a:gdLst/>
                <a:ahLst/>
                <a:cxnLst/>
                <a:rect l="l" t="t" r="r" b="b"/>
                <a:pathLst>
                  <a:path w="778" h="1" fill="none" extrusionOk="0">
                    <a:moveTo>
                      <a:pt x="778" y="1"/>
                    </a:moveTo>
                    <a:lnTo>
                      <a:pt x="1"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13"/>
              <p:cNvSpPr/>
              <p:nvPr/>
            </p:nvSpPr>
            <p:spPr>
              <a:xfrm>
                <a:off x="3592223" y="1793003"/>
                <a:ext cx="82382" cy="122"/>
              </a:xfrm>
              <a:custGeom>
                <a:avLst/>
                <a:gdLst/>
                <a:ahLst/>
                <a:cxnLst/>
                <a:rect l="l" t="t" r="r" b="b"/>
                <a:pathLst>
                  <a:path w="678" h="1" fill="none" extrusionOk="0">
                    <a:moveTo>
                      <a:pt x="678" y="0"/>
                    </a:moveTo>
                    <a:lnTo>
                      <a:pt x="1"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13"/>
              <p:cNvSpPr/>
              <p:nvPr/>
            </p:nvSpPr>
            <p:spPr>
              <a:xfrm>
                <a:off x="3546537" y="1680245"/>
                <a:ext cx="128069" cy="122"/>
              </a:xfrm>
              <a:custGeom>
                <a:avLst/>
                <a:gdLst/>
                <a:ahLst/>
                <a:cxnLst/>
                <a:rect l="l" t="t" r="r" b="b"/>
                <a:pathLst>
                  <a:path w="1054" h="1" fill="none" extrusionOk="0">
                    <a:moveTo>
                      <a:pt x="1054" y="1"/>
                    </a:moveTo>
                    <a:lnTo>
                      <a:pt x="1"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940" name="Google Shape;940;p13"/>
              <p:cNvCxnSpPr/>
              <p:nvPr/>
            </p:nvCxnSpPr>
            <p:spPr>
              <a:xfrm>
                <a:off x="3363525" y="1925203"/>
                <a:ext cx="315600" cy="0"/>
              </a:xfrm>
              <a:prstGeom prst="straightConnector1">
                <a:avLst/>
              </a:prstGeom>
              <a:noFill/>
              <a:ln w="9525" cap="flat" cmpd="sng">
                <a:solidFill>
                  <a:schemeClr val="dk2"/>
                </a:solidFill>
                <a:prstDash val="solid"/>
                <a:round/>
                <a:headEnd type="none" w="med" len="med"/>
                <a:tailEnd type="none" w="med" len="med"/>
              </a:ln>
            </p:spPr>
          </p:cxnSp>
          <p:sp>
            <p:nvSpPr>
              <p:cNvPr id="941" name="Google Shape;941;p13"/>
              <p:cNvSpPr/>
              <p:nvPr/>
            </p:nvSpPr>
            <p:spPr>
              <a:xfrm>
                <a:off x="4565331" y="2054850"/>
                <a:ext cx="64156" cy="122"/>
              </a:xfrm>
              <a:custGeom>
                <a:avLst/>
                <a:gdLst/>
                <a:ahLst/>
                <a:cxnLst/>
                <a:rect l="l" t="t" r="r" b="b"/>
                <a:pathLst>
                  <a:path w="528" h="1" fill="none" extrusionOk="0">
                    <a:moveTo>
                      <a:pt x="1" y="0"/>
                    </a:moveTo>
                    <a:lnTo>
                      <a:pt x="527"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13"/>
              <p:cNvSpPr/>
              <p:nvPr/>
            </p:nvSpPr>
            <p:spPr>
              <a:xfrm>
                <a:off x="4562306" y="2164449"/>
                <a:ext cx="100608" cy="122"/>
              </a:xfrm>
              <a:custGeom>
                <a:avLst/>
                <a:gdLst/>
                <a:ahLst/>
                <a:cxnLst/>
                <a:rect l="l" t="t" r="r" b="b"/>
                <a:pathLst>
                  <a:path w="828" h="1" fill="none" extrusionOk="0">
                    <a:moveTo>
                      <a:pt x="1" y="1"/>
                    </a:moveTo>
                    <a:lnTo>
                      <a:pt x="828"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13"/>
              <p:cNvSpPr/>
              <p:nvPr/>
            </p:nvSpPr>
            <p:spPr>
              <a:xfrm>
                <a:off x="4562194" y="1722894"/>
                <a:ext cx="100608" cy="122"/>
              </a:xfrm>
              <a:custGeom>
                <a:avLst/>
                <a:gdLst/>
                <a:ahLst/>
                <a:cxnLst/>
                <a:rect l="l" t="t" r="r" b="b"/>
                <a:pathLst>
                  <a:path w="828" h="1" fill="none" extrusionOk="0">
                    <a:moveTo>
                      <a:pt x="1" y="1"/>
                    </a:moveTo>
                    <a:lnTo>
                      <a:pt x="828"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13"/>
              <p:cNvSpPr/>
              <p:nvPr/>
            </p:nvSpPr>
            <p:spPr>
              <a:xfrm>
                <a:off x="4562206" y="1814267"/>
                <a:ext cx="76307" cy="122"/>
              </a:xfrm>
              <a:custGeom>
                <a:avLst/>
                <a:gdLst/>
                <a:ahLst/>
                <a:cxnLst/>
                <a:rect l="l" t="t" r="r" b="b"/>
                <a:pathLst>
                  <a:path w="628" h="1" fill="none" extrusionOk="0">
                    <a:moveTo>
                      <a:pt x="1" y="1"/>
                    </a:moveTo>
                    <a:lnTo>
                      <a:pt x="627"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5" name="Google Shape;945;p13"/>
            <p:cNvGrpSpPr/>
            <p:nvPr/>
          </p:nvGrpSpPr>
          <p:grpSpPr>
            <a:xfrm>
              <a:off x="6374325" y="2030500"/>
              <a:ext cx="227100" cy="1154701"/>
              <a:chOff x="418775" y="1955343"/>
              <a:chExt cx="227100" cy="1116300"/>
            </a:xfrm>
          </p:grpSpPr>
          <p:cxnSp>
            <p:nvCxnSpPr>
              <p:cNvPr id="946" name="Google Shape;946;p13"/>
              <p:cNvCxnSpPr/>
              <p:nvPr/>
            </p:nvCxnSpPr>
            <p:spPr>
              <a:xfrm>
                <a:off x="420900" y="1955343"/>
                <a:ext cx="0" cy="1116300"/>
              </a:xfrm>
              <a:prstGeom prst="straightConnector1">
                <a:avLst/>
              </a:prstGeom>
              <a:noFill/>
              <a:ln w="9525" cap="flat" cmpd="sng">
                <a:solidFill>
                  <a:schemeClr val="dk2"/>
                </a:solidFill>
                <a:prstDash val="solid"/>
                <a:round/>
                <a:headEnd type="none" w="med" len="med"/>
                <a:tailEnd type="none" w="med" len="med"/>
              </a:ln>
            </p:spPr>
          </p:cxnSp>
          <p:cxnSp>
            <p:nvCxnSpPr>
              <p:cNvPr id="947" name="Google Shape;947;p13"/>
              <p:cNvCxnSpPr/>
              <p:nvPr/>
            </p:nvCxnSpPr>
            <p:spPr>
              <a:xfrm>
                <a:off x="418775" y="3067534"/>
                <a:ext cx="227100" cy="0"/>
              </a:xfrm>
              <a:prstGeom prst="straightConnector1">
                <a:avLst/>
              </a:prstGeom>
              <a:noFill/>
              <a:ln w="9525" cap="flat" cmpd="sng">
                <a:solidFill>
                  <a:schemeClr val="dk2"/>
                </a:solidFill>
                <a:prstDash val="solid"/>
                <a:round/>
                <a:headEnd type="none" w="med" len="med"/>
                <a:tailEnd type="oval" w="med" len="med"/>
              </a:ln>
            </p:spPr>
          </p:cxnSp>
        </p:grpSp>
      </p:grpSp>
      <p:grpSp>
        <p:nvGrpSpPr>
          <p:cNvPr id="948" name="Google Shape;948;p13"/>
          <p:cNvGrpSpPr/>
          <p:nvPr/>
        </p:nvGrpSpPr>
        <p:grpSpPr>
          <a:xfrm>
            <a:off x="1463060" y="-2483486"/>
            <a:ext cx="7884219" cy="3433770"/>
            <a:chOff x="24125" y="294775"/>
            <a:chExt cx="7767703" cy="3383025"/>
          </a:xfrm>
        </p:grpSpPr>
        <p:sp>
          <p:nvSpPr>
            <p:cNvPr id="949" name="Google Shape;949;p13"/>
            <p:cNvSpPr/>
            <p:nvPr/>
          </p:nvSpPr>
          <p:spPr>
            <a:xfrm>
              <a:off x="1686375" y="607200"/>
              <a:ext cx="142125" cy="129550"/>
            </a:xfrm>
            <a:custGeom>
              <a:avLst/>
              <a:gdLst/>
              <a:ahLst/>
              <a:cxnLst/>
              <a:rect l="l" t="t" r="r" b="b"/>
              <a:pathLst>
                <a:path w="5685" h="5182" extrusionOk="0">
                  <a:moveTo>
                    <a:pt x="2834" y="1"/>
                  </a:moveTo>
                  <a:cubicBezTo>
                    <a:pt x="2169" y="1"/>
                    <a:pt x="1507" y="252"/>
                    <a:pt x="1005" y="754"/>
                  </a:cubicBezTo>
                  <a:cubicBezTo>
                    <a:pt x="1" y="1781"/>
                    <a:pt x="1" y="3402"/>
                    <a:pt x="1005" y="4429"/>
                  </a:cubicBezTo>
                  <a:cubicBezTo>
                    <a:pt x="1507" y="4931"/>
                    <a:pt x="2169" y="5182"/>
                    <a:pt x="2834" y="5182"/>
                  </a:cubicBezTo>
                  <a:cubicBezTo>
                    <a:pt x="3499" y="5182"/>
                    <a:pt x="4166" y="4931"/>
                    <a:pt x="4680" y="4429"/>
                  </a:cubicBezTo>
                  <a:cubicBezTo>
                    <a:pt x="5684" y="3402"/>
                    <a:pt x="5684" y="1781"/>
                    <a:pt x="4680" y="754"/>
                  </a:cubicBezTo>
                  <a:cubicBezTo>
                    <a:pt x="4166" y="252"/>
                    <a:pt x="3499" y="1"/>
                    <a:pt x="28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13"/>
            <p:cNvSpPr/>
            <p:nvPr/>
          </p:nvSpPr>
          <p:spPr>
            <a:xfrm>
              <a:off x="6609800" y="3191600"/>
              <a:ext cx="148950" cy="93025"/>
            </a:xfrm>
            <a:custGeom>
              <a:avLst/>
              <a:gdLst/>
              <a:ahLst/>
              <a:cxnLst/>
              <a:rect l="l" t="t" r="r" b="b"/>
              <a:pathLst>
                <a:path w="5958" h="3721" extrusionOk="0">
                  <a:moveTo>
                    <a:pt x="0" y="0"/>
                  </a:moveTo>
                  <a:lnTo>
                    <a:pt x="3584" y="3721"/>
                  </a:lnTo>
                  <a:lnTo>
                    <a:pt x="5958" y="3721"/>
                  </a:lnTo>
                  <a:lnTo>
                    <a:pt x="23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13"/>
            <p:cNvSpPr/>
            <p:nvPr/>
          </p:nvSpPr>
          <p:spPr>
            <a:xfrm>
              <a:off x="6721650" y="3191600"/>
              <a:ext cx="149525" cy="93025"/>
            </a:xfrm>
            <a:custGeom>
              <a:avLst/>
              <a:gdLst/>
              <a:ahLst/>
              <a:cxnLst/>
              <a:rect l="l" t="t" r="r" b="b"/>
              <a:pathLst>
                <a:path w="5981" h="3721" extrusionOk="0">
                  <a:moveTo>
                    <a:pt x="0" y="0"/>
                  </a:moveTo>
                  <a:lnTo>
                    <a:pt x="3584" y="3721"/>
                  </a:lnTo>
                  <a:lnTo>
                    <a:pt x="5980" y="3721"/>
                  </a:lnTo>
                  <a:lnTo>
                    <a:pt x="23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13"/>
            <p:cNvSpPr/>
            <p:nvPr/>
          </p:nvSpPr>
          <p:spPr>
            <a:xfrm>
              <a:off x="6834050" y="3191600"/>
              <a:ext cx="148975" cy="93025"/>
            </a:xfrm>
            <a:custGeom>
              <a:avLst/>
              <a:gdLst/>
              <a:ahLst/>
              <a:cxnLst/>
              <a:rect l="l" t="t" r="r" b="b"/>
              <a:pathLst>
                <a:path w="5959" h="3721" extrusionOk="0">
                  <a:moveTo>
                    <a:pt x="1" y="0"/>
                  </a:moveTo>
                  <a:lnTo>
                    <a:pt x="3584" y="3721"/>
                  </a:lnTo>
                  <a:lnTo>
                    <a:pt x="5958" y="3721"/>
                  </a:lnTo>
                  <a:lnTo>
                    <a:pt x="237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13"/>
            <p:cNvSpPr/>
            <p:nvPr/>
          </p:nvSpPr>
          <p:spPr>
            <a:xfrm>
              <a:off x="6945900" y="3191600"/>
              <a:ext cx="148950" cy="93025"/>
            </a:xfrm>
            <a:custGeom>
              <a:avLst/>
              <a:gdLst/>
              <a:ahLst/>
              <a:cxnLst/>
              <a:rect l="l" t="t" r="r" b="b"/>
              <a:pathLst>
                <a:path w="5958" h="3721" extrusionOk="0">
                  <a:moveTo>
                    <a:pt x="0" y="0"/>
                  </a:moveTo>
                  <a:lnTo>
                    <a:pt x="3584" y="3721"/>
                  </a:lnTo>
                  <a:lnTo>
                    <a:pt x="5958" y="3721"/>
                  </a:lnTo>
                  <a:lnTo>
                    <a:pt x="23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13"/>
            <p:cNvSpPr/>
            <p:nvPr/>
          </p:nvSpPr>
          <p:spPr>
            <a:xfrm>
              <a:off x="7057750" y="3191600"/>
              <a:ext cx="149525" cy="93025"/>
            </a:xfrm>
            <a:custGeom>
              <a:avLst/>
              <a:gdLst/>
              <a:ahLst/>
              <a:cxnLst/>
              <a:rect l="l" t="t" r="r" b="b"/>
              <a:pathLst>
                <a:path w="5981" h="3721" extrusionOk="0">
                  <a:moveTo>
                    <a:pt x="0" y="0"/>
                  </a:moveTo>
                  <a:lnTo>
                    <a:pt x="3607" y="3721"/>
                  </a:lnTo>
                  <a:lnTo>
                    <a:pt x="5980" y="3721"/>
                  </a:lnTo>
                  <a:lnTo>
                    <a:pt x="239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13"/>
            <p:cNvSpPr/>
            <p:nvPr/>
          </p:nvSpPr>
          <p:spPr>
            <a:xfrm>
              <a:off x="7170150" y="3191600"/>
              <a:ext cx="148975" cy="93025"/>
            </a:xfrm>
            <a:custGeom>
              <a:avLst/>
              <a:gdLst/>
              <a:ahLst/>
              <a:cxnLst/>
              <a:rect l="l" t="t" r="r" b="b"/>
              <a:pathLst>
                <a:path w="5959" h="3721" extrusionOk="0">
                  <a:moveTo>
                    <a:pt x="1" y="0"/>
                  </a:moveTo>
                  <a:lnTo>
                    <a:pt x="3584" y="3721"/>
                  </a:lnTo>
                  <a:lnTo>
                    <a:pt x="5958" y="3721"/>
                  </a:lnTo>
                  <a:lnTo>
                    <a:pt x="237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13"/>
            <p:cNvSpPr/>
            <p:nvPr/>
          </p:nvSpPr>
          <p:spPr>
            <a:xfrm>
              <a:off x="7282000" y="3191600"/>
              <a:ext cx="149525" cy="93025"/>
            </a:xfrm>
            <a:custGeom>
              <a:avLst/>
              <a:gdLst/>
              <a:ahLst/>
              <a:cxnLst/>
              <a:rect l="l" t="t" r="r" b="b"/>
              <a:pathLst>
                <a:path w="5981" h="3721" extrusionOk="0">
                  <a:moveTo>
                    <a:pt x="1" y="0"/>
                  </a:moveTo>
                  <a:lnTo>
                    <a:pt x="3584" y="3721"/>
                  </a:lnTo>
                  <a:lnTo>
                    <a:pt x="5981" y="3721"/>
                  </a:lnTo>
                  <a:lnTo>
                    <a:pt x="23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13"/>
            <p:cNvSpPr/>
            <p:nvPr/>
          </p:nvSpPr>
          <p:spPr>
            <a:xfrm>
              <a:off x="2406525" y="1218350"/>
              <a:ext cx="5385303" cy="1110475"/>
            </a:xfrm>
            <a:custGeom>
              <a:avLst/>
              <a:gdLst/>
              <a:ahLst/>
              <a:cxnLst/>
              <a:rect l="l" t="t" r="r" b="b"/>
              <a:pathLst>
                <a:path w="206136" h="44419" extrusionOk="0">
                  <a:moveTo>
                    <a:pt x="183" y="0"/>
                  </a:moveTo>
                  <a:cubicBezTo>
                    <a:pt x="91" y="0"/>
                    <a:pt x="0" y="92"/>
                    <a:pt x="0" y="206"/>
                  </a:cubicBezTo>
                  <a:cubicBezTo>
                    <a:pt x="0" y="297"/>
                    <a:pt x="91" y="388"/>
                    <a:pt x="183" y="388"/>
                  </a:cubicBezTo>
                  <a:lnTo>
                    <a:pt x="31887" y="388"/>
                  </a:lnTo>
                  <a:lnTo>
                    <a:pt x="54507" y="23031"/>
                  </a:lnTo>
                  <a:lnTo>
                    <a:pt x="101870" y="23031"/>
                  </a:lnTo>
                  <a:lnTo>
                    <a:pt x="123257" y="44418"/>
                  </a:lnTo>
                  <a:lnTo>
                    <a:pt x="205930" y="44418"/>
                  </a:lnTo>
                  <a:cubicBezTo>
                    <a:pt x="206044" y="44418"/>
                    <a:pt x="206136" y="44327"/>
                    <a:pt x="206136" y="44213"/>
                  </a:cubicBezTo>
                  <a:cubicBezTo>
                    <a:pt x="206136" y="44122"/>
                    <a:pt x="206044" y="44030"/>
                    <a:pt x="205930" y="44030"/>
                  </a:cubicBezTo>
                  <a:lnTo>
                    <a:pt x="123417" y="44030"/>
                  </a:lnTo>
                  <a:lnTo>
                    <a:pt x="102029" y="22643"/>
                  </a:lnTo>
                  <a:lnTo>
                    <a:pt x="54667" y="22643"/>
                  </a:lnTo>
                  <a:lnTo>
                    <a:pt x="3202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13"/>
            <p:cNvSpPr/>
            <p:nvPr/>
          </p:nvSpPr>
          <p:spPr>
            <a:xfrm>
              <a:off x="987925" y="355975"/>
              <a:ext cx="6210225" cy="1468400"/>
            </a:xfrm>
            <a:custGeom>
              <a:avLst/>
              <a:gdLst/>
              <a:ahLst/>
              <a:cxnLst/>
              <a:rect l="l" t="t" r="r" b="b"/>
              <a:pathLst>
                <a:path w="248409" h="58736" extrusionOk="0">
                  <a:moveTo>
                    <a:pt x="248203" y="1"/>
                  </a:moveTo>
                  <a:cubicBezTo>
                    <a:pt x="248151" y="1"/>
                    <a:pt x="248100" y="18"/>
                    <a:pt x="248066" y="52"/>
                  </a:cubicBezTo>
                  <a:lnTo>
                    <a:pt x="196663" y="51455"/>
                  </a:lnTo>
                  <a:lnTo>
                    <a:pt x="175778" y="51455"/>
                  </a:lnTo>
                  <a:lnTo>
                    <a:pt x="155760" y="31460"/>
                  </a:lnTo>
                  <a:lnTo>
                    <a:pt x="121112" y="31460"/>
                  </a:lnTo>
                  <a:lnTo>
                    <a:pt x="94200" y="58371"/>
                  </a:lnTo>
                  <a:lnTo>
                    <a:pt x="183" y="58371"/>
                  </a:lnTo>
                  <a:cubicBezTo>
                    <a:pt x="92" y="58371"/>
                    <a:pt x="0" y="58439"/>
                    <a:pt x="0" y="58553"/>
                  </a:cubicBezTo>
                  <a:cubicBezTo>
                    <a:pt x="0" y="58645"/>
                    <a:pt x="92" y="58736"/>
                    <a:pt x="183" y="58736"/>
                  </a:cubicBezTo>
                  <a:lnTo>
                    <a:pt x="94360" y="58736"/>
                  </a:lnTo>
                  <a:lnTo>
                    <a:pt x="121248" y="31848"/>
                  </a:lnTo>
                  <a:lnTo>
                    <a:pt x="155623" y="31848"/>
                  </a:lnTo>
                  <a:lnTo>
                    <a:pt x="175618" y="51843"/>
                  </a:lnTo>
                  <a:lnTo>
                    <a:pt x="196823" y="51843"/>
                  </a:lnTo>
                  <a:lnTo>
                    <a:pt x="248340" y="326"/>
                  </a:lnTo>
                  <a:cubicBezTo>
                    <a:pt x="248408" y="235"/>
                    <a:pt x="248408" y="121"/>
                    <a:pt x="248340" y="52"/>
                  </a:cubicBezTo>
                  <a:cubicBezTo>
                    <a:pt x="248306" y="18"/>
                    <a:pt x="248254" y="1"/>
                    <a:pt x="2482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13"/>
            <p:cNvSpPr/>
            <p:nvPr/>
          </p:nvSpPr>
          <p:spPr>
            <a:xfrm>
              <a:off x="1265250" y="1389550"/>
              <a:ext cx="6299250" cy="1955000"/>
            </a:xfrm>
            <a:custGeom>
              <a:avLst/>
              <a:gdLst/>
              <a:ahLst/>
              <a:cxnLst/>
              <a:rect l="l" t="t" r="r" b="b"/>
              <a:pathLst>
                <a:path w="251970" h="78200" extrusionOk="0">
                  <a:moveTo>
                    <a:pt x="389" y="0"/>
                  </a:moveTo>
                  <a:cubicBezTo>
                    <a:pt x="160" y="0"/>
                    <a:pt x="1" y="183"/>
                    <a:pt x="1" y="388"/>
                  </a:cubicBezTo>
                  <a:cubicBezTo>
                    <a:pt x="1" y="593"/>
                    <a:pt x="160" y="776"/>
                    <a:pt x="389" y="776"/>
                  </a:cubicBezTo>
                  <a:lnTo>
                    <a:pt x="66217" y="776"/>
                  </a:lnTo>
                  <a:lnTo>
                    <a:pt x="89179" y="23738"/>
                  </a:lnTo>
                  <a:lnTo>
                    <a:pt x="125197" y="23738"/>
                  </a:lnTo>
                  <a:lnTo>
                    <a:pt x="179659" y="78199"/>
                  </a:lnTo>
                  <a:lnTo>
                    <a:pt x="251581" y="78199"/>
                  </a:lnTo>
                  <a:cubicBezTo>
                    <a:pt x="251787" y="78199"/>
                    <a:pt x="251969" y="78040"/>
                    <a:pt x="251969" y="77834"/>
                  </a:cubicBezTo>
                  <a:cubicBezTo>
                    <a:pt x="251969" y="77606"/>
                    <a:pt x="251787" y="77446"/>
                    <a:pt x="251581" y="77446"/>
                  </a:cubicBezTo>
                  <a:lnTo>
                    <a:pt x="179978" y="77446"/>
                  </a:lnTo>
                  <a:lnTo>
                    <a:pt x="125517" y="22962"/>
                  </a:lnTo>
                  <a:lnTo>
                    <a:pt x="89499" y="22962"/>
                  </a:lnTo>
                  <a:lnTo>
                    <a:pt x="665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13"/>
            <p:cNvSpPr/>
            <p:nvPr/>
          </p:nvSpPr>
          <p:spPr>
            <a:xfrm>
              <a:off x="1631600" y="1974425"/>
              <a:ext cx="6160000" cy="1095650"/>
            </a:xfrm>
            <a:custGeom>
              <a:avLst/>
              <a:gdLst/>
              <a:ahLst/>
              <a:cxnLst/>
              <a:rect l="l" t="t" r="r" b="b"/>
              <a:pathLst>
                <a:path w="246400" h="43826" extrusionOk="0">
                  <a:moveTo>
                    <a:pt x="183" y="1"/>
                  </a:moveTo>
                  <a:cubicBezTo>
                    <a:pt x="69" y="1"/>
                    <a:pt x="0" y="92"/>
                    <a:pt x="0" y="206"/>
                  </a:cubicBezTo>
                  <a:cubicBezTo>
                    <a:pt x="0" y="298"/>
                    <a:pt x="69" y="389"/>
                    <a:pt x="183" y="389"/>
                  </a:cubicBezTo>
                  <a:lnTo>
                    <a:pt x="61286" y="389"/>
                  </a:lnTo>
                  <a:lnTo>
                    <a:pt x="104723" y="43825"/>
                  </a:lnTo>
                  <a:lnTo>
                    <a:pt x="165210" y="43825"/>
                  </a:lnTo>
                  <a:lnTo>
                    <a:pt x="207414" y="1599"/>
                  </a:lnTo>
                  <a:lnTo>
                    <a:pt x="246217" y="1599"/>
                  </a:lnTo>
                  <a:cubicBezTo>
                    <a:pt x="246308" y="1599"/>
                    <a:pt x="246400" y="1507"/>
                    <a:pt x="246400" y="1416"/>
                  </a:cubicBezTo>
                  <a:cubicBezTo>
                    <a:pt x="246400" y="1302"/>
                    <a:pt x="246308" y="1233"/>
                    <a:pt x="246217" y="1233"/>
                  </a:cubicBezTo>
                  <a:lnTo>
                    <a:pt x="207254" y="1233"/>
                  </a:lnTo>
                  <a:lnTo>
                    <a:pt x="165050" y="43437"/>
                  </a:lnTo>
                  <a:lnTo>
                    <a:pt x="104883" y="43437"/>
                  </a:lnTo>
                  <a:lnTo>
                    <a:pt x="6144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13"/>
            <p:cNvSpPr/>
            <p:nvPr/>
          </p:nvSpPr>
          <p:spPr>
            <a:xfrm>
              <a:off x="1978550" y="331575"/>
              <a:ext cx="4691750" cy="1289675"/>
            </a:xfrm>
            <a:custGeom>
              <a:avLst/>
              <a:gdLst/>
              <a:ahLst/>
              <a:cxnLst/>
              <a:rect l="l" t="t" r="r" b="b"/>
              <a:pathLst>
                <a:path w="187670" h="51587" extrusionOk="0">
                  <a:moveTo>
                    <a:pt x="187453" y="1"/>
                  </a:moveTo>
                  <a:cubicBezTo>
                    <a:pt x="187407" y="1"/>
                    <a:pt x="187362" y="24"/>
                    <a:pt x="187327" y="69"/>
                  </a:cubicBezTo>
                  <a:lnTo>
                    <a:pt x="143594" y="43780"/>
                  </a:lnTo>
                  <a:lnTo>
                    <a:pt x="103992" y="43780"/>
                  </a:lnTo>
                  <a:lnTo>
                    <a:pt x="87444" y="27232"/>
                  </a:lnTo>
                  <a:lnTo>
                    <a:pt x="46838" y="27232"/>
                  </a:lnTo>
                  <a:lnTo>
                    <a:pt x="22871" y="51198"/>
                  </a:lnTo>
                  <a:lnTo>
                    <a:pt x="183" y="51198"/>
                  </a:lnTo>
                  <a:cubicBezTo>
                    <a:pt x="91" y="51198"/>
                    <a:pt x="0" y="51289"/>
                    <a:pt x="0" y="51403"/>
                  </a:cubicBezTo>
                  <a:cubicBezTo>
                    <a:pt x="0" y="51495"/>
                    <a:pt x="91" y="51586"/>
                    <a:pt x="183" y="51586"/>
                  </a:cubicBezTo>
                  <a:lnTo>
                    <a:pt x="23031" y="51586"/>
                  </a:lnTo>
                  <a:lnTo>
                    <a:pt x="46997" y="27620"/>
                  </a:lnTo>
                  <a:lnTo>
                    <a:pt x="87284" y="27620"/>
                  </a:lnTo>
                  <a:lnTo>
                    <a:pt x="103833" y="44168"/>
                  </a:lnTo>
                  <a:lnTo>
                    <a:pt x="143754" y="44168"/>
                  </a:lnTo>
                  <a:lnTo>
                    <a:pt x="187579" y="321"/>
                  </a:lnTo>
                  <a:cubicBezTo>
                    <a:pt x="187670" y="252"/>
                    <a:pt x="187670" y="138"/>
                    <a:pt x="187579" y="69"/>
                  </a:cubicBezTo>
                  <a:cubicBezTo>
                    <a:pt x="187544" y="24"/>
                    <a:pt x="187499" y="1"/>
                    <a:pt x="1874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13"/>
            <p:cNvSpPr/>
            <p:nvPr/>
          </p:nvSpPr>
          <p:spPr>
            <a:xfrm>
              <a:off x="937150" y="2104550"/>
              <a:ext cx="6622775" cy="1510475"/>
            </a:xfrm>
            <a:custGeom>
              <a:avLst/>
              <a:gdLst/>
              <a:ahLst/>
              <a:cxnLst/>
              <a:rect l="l" t="t" r="r" b="b"/>
              <a:pathLst>
                <a:path w="264911" h="60419" extrusionOk="0">
                  <a:moveTo>
                    <a:pt x="183" y="0"/>
                  </a:moveTo>
                  <a:cubicBezTo>
                    <a:pt x="91" y="0"/>
                    <a:pt x="0" y="69"/>
                    <a:pt x="0" y="183"/>
                  </a:cubicBezTo>
                  <a:cubicBezTo>
                    <a:pt x="0" y="297"/>
                    <a:pt x="91" y="365"/>
                    <a:pt x="183" y="365"/>
                  </a:cubicBezTo>
                  <a:lnTo>
                    <a:pt x="57177" y="365"/>
                  </a:lnTo>
                  <a:lnTo>
                    <a:pt x="70941" y="14129"/>
                  </a:lnTo>
                  <a:lnTo>
                    <a:pt x="129214" y="14129"/>
                  </a:lnTo>
                  <a:lnTo>
                    <a:pt x="175504" y="60419"/>
                  </a:lnTo>
                  <a:lnTo>
                    <a:pt x="203419" y="60419"/>
                  </a:lnTo>
                  <a:lnTo>
                    <a:pt x="232316" y="31499"/>
                  </a:lnTo>
                  <a:lnTo>
                    <a:pt x="264705" y="31499"/>
                  </a:lnTo>
                  <a:cubicBezTo>
                    <a:pt x="264819" y="31499"/>
                    <a:pt x="264911" y="31430"/>
                    <a:pt x="264911" y="31316"/>
                  </a:cubicBezTo>
                  <a:cubicBezTo>
                    <a:pt x="264911" y="31225"/>
                    <a:pt x="264819" y="31134"/>
                    <a:pt x="264705" y="31134"/>
                  </a:cubicBezTo>
                  <a:lnTo>
                    <a:pt x="232156" y="31134"/>
                  </a:lnTo>
                  <a:lnTo>
                    <a:pt x="203259" y="60031"/>
                  </a:lnTo>
                  <a:lnTo>
                    <a:pt x="175664" y="60031"/>
                  </a:lnTo>
                  <a:lnTo>
                    <a:pt x="129374" y="13764"/>
                  </a:lnTo>
                  <a:lnTo>
                    <a:pt x="71101" y="13764"/>
                  </a:lnTo>
                  <a:lnTo>
                    <a:pt x="573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13"/>
            <p:cNvSpPr/>
            <p:nvPr/>
          </p:nvSpPr>
          <p:spPr>
            <a:xfrm>
              <a:off x="1664700" y="294775"/>
              <a:ext cx="3135650" cy="766675"/>
            </a:xfrm>
            <a:custGeom>
              <a:avLst/>
              <a:gdLst/>
              <a:ahLst/>
              <a:cxnLst/>
              <a:rect l="l" t="t" r="r" b="b"/>
              <a:pathLst>
                <a:path w="125426" h="30667" extrusionOk="0">
                  <a:moveTo>
                    <a:pt x="125014" y="1"/>
                  </a:moveTo>
                  <a:cubicBezTo>
                    <a:pt x="124917" y="1"/>
                    <a:pt x="124820" y="35"/>
                    <a:pt x="124741" y="103"/>
                  </a:cubicBezTo>
                  <a:lnTo>
                    <a:pt x="111936" y="12931"/>
                  </a:lnTo>
                  <a:lnTo>
                    <a:pt x="47020" y="12931"/>
                  </a:lnTo>
                  <a:lnTo>
                    <a:pt x="30016" y="29913"/>
                  </a:lnTo>
                  <a:lnTo>
                    <a:pt x="388" y="29913"/>
                  </a:lnTo>
                  <a:cubicBezTo>
                    <a:pt x="160" y="29913"/>
                    <a:pt x="0" y="30073"/>
                    <a:pt x="0" y="30301"/>
                  </a:cubicBezTo>
                  <a:cubicBezTo>
                    <a:pt x="0" y="30507"/>
                    <a:pt x="160" y="30666"/>
                    <a:pt x="388" y="30666"/>
                  </a:cubicBezTo>
                  <a:lnTo>
                    <a:pt x="30335" y="30666"/>
                  </a:lnTo>
                  <a:lnTo>
                    <a:pt x="47340" y="13685"/>
                  </a:lnTo>
                  <a:lnTo>
                    <a:pt x="112255" y="13685"/>
                  </a:lnTo>
                  <a:lnTo>
                    <a:pt x="125288" y="651"/>
                  </a:lnTo>
                  <a:cubicBezTo>
                    <a:pt x="125425" y="514"/>
                    <a:pt x="125425" y="263"/>
                    <a:pt x="125288" y="103"/>
                  </a:cubicBezTo>
                  <a:cubicBezTo>
                    <a:pt x="125208" y="35"/>
                    <a:pt x="125111" y="1"/>
                    <a:pt x="1250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13"/>
            <p:cNvSpPr/>
            <p:nvPr/>
          </p:nvSpPr>
          <p:spPr>
            <a:xfrm>
              <a:off x="100600" y="2193550"/>
              <a:ext cx="3410675" cy="530725"/>
            </a:xfrm>
            <a:custGeom>
              <a:avLst/>
              <a:gdLst/>
              <a:ahLst/>
              <a:cxnLst/>
              <a:rect l="l" t="t" r="r" b="b"/>
              <a:pathLst>
                <a:path w="136427" h="21229" extrusionOk="0">
                  <a:moveTo>
                    <a:pt x="20748" y="1"/>
                  </a:moveTo>
                  <a:lnTo>
                    <a:pt x="160" y="20589"/>
                  </a:lnTo>
                  <a:cubicBezTo>
                    <a:pt x="0" y="20726"/>
                    <a:pt x="0" y="20977"/>
                    <a:pt x="160" y="21114"/>
                  </a:cubicBezTo>
                  <a:cubicBezTo>
                    <a:pt x="228" y="21205"/>
                    <a:pt x="342" y="21228"/>
                    <a:pt x="434" y="21228"/>
                  </a:cubicBezTo>
                  <a:cubicBezTo>
                    <a:pt x="525" y="21228"/>
                    <a:pt x="616" y="21205"/>
                    <a:pt x="708" y="21114"/>
                  </a:cubicBezTo>
                  <a:lnTo>
                    <a:pt x="21045" y="777"/>
                  </a:lnTo>
                  <a:lnTo>
                    <a:pt x="85390" y="777"/>
                  </a:lnTo>
                  <a:lnTo>
                    <a:pt x="103307" y="18672"/>
                  </a:lnTo>
                  <a:lnTo>
                    <a:pt x="136039" y="18672"/>
                  </a:lnTo>
                  <a:cubicBezTo>
                    <a:pt x="136267" y="18672"/>
                    <a:pt x="136427" y="18512"/>
                    <a:pt x="136427" y="18307"/>
                  </a:cubicBezTo>
                  <a:cubicBezTo>
                    <a:pt x="136427" y="18078"/>
                    <a:pt x="136267" y="17919"/>
                    <a:pt x="136039" y="17919"/>
                  </a:cubicBezTo>
                  <a:lnTo>
                    <a:pt x="103627" y="17919"/>
                  </a:lnTo>
                  <a:lnTo>
                    <a:pt x="857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13"/>
            <p:cNvSpPr/>
            <p:nvPr/>
          </p:nvSpPr>
          <p:spPr>
            <a:xfrm>
              <a:off x="106300" y="832600"/>
              <a:ext cx="2024625" cy="395475"/>
            </a:xfrm>
            <a:custGeom>
              <a:avLst/>
              <a:gdLst/>
              <a:ahLst/>
              <a:cxnLst/>
              <a:rect l="l" t="t" r="r" b="b"/>
              <a:pathLst>
                <a:path w="80985" h="15819" extrusionOk="0">
                  <a:moveTo>
                    <a:pt x="206" y="1"/>
                  </a:moveTo>
                  <a:cubicBezTo>
                    <a:pt x="92" y="1"/>
                    <a:pt x="0" y="92"/>
                    <a:pt x="0" y="183"/>
                  </a:cubicBezTo>
                  <a:cubicBezTo>
                    <a:pt x="0" y="297"/>
                    <a:pt x="92" y="389"/>
                    <a:pt x="206" y="389"/>
                  </a:cubicBezTo>
                  <a:lnTo>
                    <a:pt x="37297" y="389"/>
                  </a:lnTo>
                  <a:lnTo>
                    <a:pt x="52750" y="15818"/>
                  </a:lnTo>
                  <a:lnTo>
                    <a:pt x="80779" y="15818"/>
                  </a:lnTo>
                  <a:cubicBezTo>
                    <a:pt x="80893" y="15818"/>
                    <a:pt x="80985" y="15727"/>
                    <a:pt x="80985" y="15636"/>
                  </a:cubicBezTo>
                  <a:cubicBezTo>
                    <a:pt x="80985" y="15522"/>
                    <a:pt x="80893" y="15430"/>
                    <a:pt x="80779" y="15430"/>
                  </a:cubicBezTo>
                  <a:lnTo>
                    <a:pt x="52909" y="15430"/>
                  </a:lnTo>
                  <a:lnTo>
                    <a:pt x="374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13"/>
            <p:cNvSpPr/>
            <p:nvPr/>
          </p:nvSpPr>
          <p:spPr>
            <a:xfrm>
              <a:off x="24125" y="1108225"/>
              <a:ext cx="1654850" cy="513025"/>
            </a:xfrm>
            <a:custGeom>
              <a:avLst/>
              <a:gdLst/>
              <a:ahLst/>
              <a:cxnLst/>
              <a:rect l="l" t="t" r="r" b="b"/>
              <a:pathLst>
                <a:path w="66194" h="20521" extrusionOk="0">
                  <a:moveTo>
                    <a:pt x="183" y="0"/>
                  </a:moveTo>
                  <a:cubicBezTo>
                    <a:pt x="92" y="0"/>
                    <a:pt x="1" y="91"/>
                    <a:pt x="1" y="206"/>
                  </a:cubicBezTo>
                  <a:cubicBezTo>
                    <a:pt x="1" y="297"/>
                    <a:pt x="92" y="388"/>
                    <a:pt x="183" y="388"/>
                  </a:cubicBezTo>
                  <a:lnTo>
                    <a:pt x="25245" y="388"/>
                  </a:lnTo>
                  <a:lnTo>
                    <a:pt x="45377" y="20520"/>
                  </a:lnTo>
                  <a:lnTo>
                    <a:pt x="66011" y="20520"/>
                  </a:lnTo>
                  <a:cubicBezTo>
                    <a:pt x="66103" y="20520"/>
                    <a:pt x="66194" y="20429"/>
                    <a:pt x="66194" y="20337"/>
                  </a:cubicBezTo>
                  <a:cubicBezTo>
                    <a:pt x="66194" y="20223"/>
                    <a:pt x="66103" y="20132"/>
                    <a:pt x="66011" y="20132"/>
                  </a:cubicBezTo>
                  <a:lnTo>
                    <a:pt x="45537" y="20132"/>
                  </a:lnTo>
                  <a:lnTo>
                    <a:pt x="25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13"/>
            <p:cNvSpPr/>
            <p:nvPr/>
          </p:nvSpPr>
          <p:spPr>
            <a:xfrm>
              <a:off x="24125" y="1371850"/>
              <a:ext cx="979225" cy="451975"/>
            </a:xfrm>
            <a:custGeom>
              <a:avLst/>
              <a:gdLst/>
              <a:ahLst/>
              <a:cxnLst/>
              <a:rect l="l" t="t" r="r" b="b"/>
              <a:pathLst>
                <a:path w="39169" h="18079" extrusionOk="0">
                  <a:moveTo>
                    <a:pt x="183" y="0"/>
                  </a:moveTo>
                  <a:cubicBezTo>
                    <a:pt x="92" y="0"/>
                    <a:pt x="1" y="92"/>
                    <a:pt x="1" y="206"/>
                  </a:cubicBezTo>
                  <a:cubicBezTo>
                    <a:pt x="1" y="297"/>
                    <a:pt x="92" y="388"/>
                    <a:pt x="183" y="388"/>
                  </a:cubicBezTo>
                  <a:lnTo>
                    <a:pt x="21182" y="388"/>
                  </a:lnTo>
                  <a:lnTo>
                    <a:pt x="38826" y="18010"/>
                  </a:lnTo>
                  <a:cubicBezTo>
                    <a:pt x="38849" y="18055"/>
                    <a:pt x="38895" y="18078"/>
                    <a:pt x="38940" y="18078"/>
                  </a:cubicBezTo>
                  <a:cubicBezTo>
                    <a:pt x="39009" y="18078"/>
                    <a:pt x="39055" y="18055"/>
                    <a:pt x="39077" y="18010"/>
                  </a:cubicBezTo>
                  <a:cubicBezTo>
                    <a:pt x="39169" y="17941"/>
                    <a:pt x="39169" y="17827"/>
                    <a:pt x="39077" y="17736"/>
                  </a:cubicBezTo>
                  <a:lnTo>
                    <a:pt x="213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13"/>
            <p:cNvSpPr/>
            <p:nvPr/>
          </p:nvSpPr>
          <p:spPr>
            <a:xfrm>
              <a:off x="5585500" y="1408375"/>
              <a:ext cx="1529900" cy="580350"/>
            </a:xfrm>
            <a:custGeom>
              <a:avLst/>
              <a:gdLst/>
              <a:ahLst/>
              <a:cxnLst/>
              <a:rect l="l" t="t" r="r" b="b"/>
              <a:pathLst>
                <a:path w="61196" h="23214" extrusionOk="0">
                  <a:moveTo>
                    <a:pt x="49121" y="0"/>
                  </a:moveTo>
                  <a:lnTo>
                    <a:pt x="26661" y="22460"/>
                  </a:lnTo>
                  <a:lnTo>
                    <a:pt x="389" y="22460"/>
                  </a:lnTo>
                  <a:cubicBezTo>
                    <a:pt x="161" y="22460"/>
                    <a:pt x="1" y="22620"/>
                    <a:pt x="1" y="22848"/>
                  </a:cubicBezTo>
                  <a:cubicBezTo>
                    <a:pt x="1" y="23054"/>
                    <a:pt x="161" y="23214"/>
                    <a:pt x="389" y="23214"/>
                  </a:cubicBezTo>
                  <a:lnTo>
                    <a:pt x="26980" y="23214"/>
                  </a:lnTo>
                  <a:lnTo>
                    <a:pt x="49441" y="776"/>
                  </a:lnTo>
                  <a:lnTo>
                    <a:pt x="60808" y="776"/>
                  </a:lnTo>
                  <a:cubicBezTo>
                    <a:pt x="61013" y="776"/>
                    <a:pt x="61196" y="594"/>
                    <a:pt x="61196" y="388"/>
                  </a:cubicBezTo>
                  <a:cubicBezTo>
                    <a:pt x="61196" y="183"/>
                    <a:pt x="61013" y="0"/>
                    <a:pt x="608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13"/>
            <p:cNvSpPr/>
            <p:nvPr/>
          </p:nvSpPr>
          <p:spPr>
            <a:xfrm>
              <a:off x="5953000" y="3543100"/>
              <a:ext cx="134700" cy="134700"/>
            </a:xfrm>
            <a:custGeom>
              <a:avLst/>
              <a:gdLst/>
              <a:ahLst/>
              <a:cxnLst/>
              <a:rect l="l" t="t" r="r" b="b"/>
              <a:pathLst>
                <a:path w="5388" h="5388" extrusionOk="0">
                  <a:moveTo>
                    <a:pt x="2694" y="366"/>
                  </a:moveTo>
                  <a:cubicBezTo>
                    <a:pt x="3972" y="366"/>
                    <a:pt x="5022" y="1416"/>
                    <a:pt x="5022" y="2694"/>
                  </a:cubicBezTo>
                  <a:cubicBezTo>
                    <a:pt x="5022" y="3949"/>
                    <a:pt x="3972" y="4999"/>
                    <a:pt x="2694" y="4999"/>
                  </a:cubicBezTo>
                  <a:cubicBezTo>
                    <a:pt x="1416" y="4999"/>
                    <a:pt x="388" y="3949"/>
                    <a:pt x="388" y="2694"/>
                  </a:cubicBezTo>
                  <a:cubicBezTo>
                    <a:pt x="388" y="1416"/>
                    <a:pt x="1416" y="366"/>
                    <a:pt x="2694" y="366"/>
                  </a:cubicBezTo>
                  <a:close/>
                  <a:moveTo>
                    <a:pt x="2694" y="1"/>
                  </a:moveTo>
                  <a:cubicBezTo>
                    <a:pt x="1210" y="1"/>
                    <a:pt x="0" y="1187"/>
                    <a:pt x="0" y="2694"/>
                  </a:cubicBezTo>
                  <a:cubicBezTo>
                    <a:pt x="0" y="4178"/>
                    <a:pt x="1210" y="5387"/>
                    <a:pt x="2694" y="5387"/>
                  </a:cubicBezTo>
                  <a:cubicBezTo>
                    <a:pt x="4177" y="5387"/>
                    <a:pt x="5387" y="4178"/>
                    <a:pt x="5387" y="2694"/>
                  </a:cubicBezTo>
                  <a:cubicBezTo>
                    <a:pt x="5387" y="1187"/>
                    <a:pt x="4177"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13"/>
            <p:cNvSpPr/>
            <p:nvPr/>
          </p:nvSpPr>
          <p:spPr>
            <a:xfrm>
              <a:off x="5976400" y="3566500"/>
              <a:ext cx="87900" cy="87325"/>
            </a:xfrm>
            <a:custGeom>
              <a:avLst/>
              <a:gdLst/>
              <a:ahLst/>
              <a:cxnLst/>
              <a:rect l="l" t="t" r="r" b="b"/>
              <a:pathLst>
                <a:path w="3516" h="3493" extrusionOk="0">
                  <a:moveTo>
                    <a:pt x="1758" y="0"/>
                  </a:moveTo>
                  <a:cubicBezTo>
                    <a:pt x="799" y="0"/>
                    <a:pt x="0" y="776"/>
                    <a:pt x="0" y="1758"/>
                  </a:cubicBezTo>
                  <a:cubicBezTo>
                    <a:pt x="0" y="2717"/>
                    <a:pt x="799" y="3493"/>
                    <a:pt x="1758" y="3493"/>
                  </a:cubicBezTo>
                  <a:cubicBezTo>
                    <a:pt x="2739" y="3493"/>
                    <a:pt x="3515" y="2717"/>
                    <a:pt x="3515" y="1758"/>
                  </a:cubicBezTo>
                  <a:cubicBezTo>
                    <a:pt x="3515" y="776"/>
                    <a:pt x="2739"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13"/>
            <p:cNvSpPr/>
            <p:nvPr/>
          </p:nvSpPr>
          <p:spPr>
            <a:xfrm>
              <a:off x="5421175" y="2256325"/>
              <a:ext cx="134700" cy="134700"/>
            </a:xfrm>
            <a:custGeom>
              <a:avLst/>
              <a:gdLst/>
              <a:ahLst/>
              <a:cxnLst/>
              <a:rect l="l" t="t" r="r" b="b"/>
              <a:pathLst>
                <a:path w="5388" h="5388" extrusionOk="0">
                  <a:moveTo>
                    <a:pt x="2694" y="389"/>
                  </a:moveTo>
                  <a:cubicBezTo>
                    <a:pt x="3972" y="389"/>
                    <a:pt x="4999" y="1416"/>
                    <a:pt x="4999" y="2694"/>
                  </a:cubicBezTo>
                  <a:cubicBezTo>
                    <a:pt x="4999" y="3972"/>
                    <a:pt x="3972" y="5022"/>
                    <a:pt x="2694" y="5022"/>
                  </a:cubicBezTo>
                  <a:cubicBezTo>
                    <a:pt x="1415" y="5022"/>
                    <a:pt x="365" y="3972"/>
                    <a:pt x="365" y="2694"/>
                  </a:cubicBezTo>
                  <a:cubicBezTo>
                    <a:pt x="365" y="1416"/>
                    <a:pt x="1415" y="389"/>
                    <a:pt x="2694" y="389"/>
                  </a:cubicBezTo>
                  <a:close/>
                  <a:moveTo>
                    <a:pt x="2694" y="1"/>
                  </a:moveTo>
                  <a:cubicBezTo>
                    <a:pt x="1210" y="1"/>
                    <a:pt x="0" y="1210"/>
                    <a:pt x="0" y="2694"/>
                  </a:cubicBezTo>
                  <a:cubicBezTo>
                    <a:pt x="0" y="4178"/>
                    <a:pt x="1210" y="5387"/>
                    <a:pt x="2694" y="5387"/>
                  </a:cubicBezTo>
                  <a:cubicBezTo>
                    <a:pt x="4177" y="5387"/>
                    <a:pt x="5387" y="4178"/>
                    <a:pt x="5387" y="2694"/>
                  </a:cubicBezTo>
                  <a:cubicBezTo>
                    <a:pt x="5387" y="1210"/>
                    <a:pt x="4177"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13"/>
            <p:cNvSpPr/>
            <p:nvPr/>
          </p:nvSpPr>
          <p:spPr>
            <a:xfrm>
              <a:off x="5444575" y="2279725"/>
              <a:ext cx="87900" cy="87900"/>
            </a:xfrm>
            <a:custGeom>
              <a:avLst/>
              <a:gdLst/>
              <a:ahLst/>
              <a:cxnLst/>
              <a:rect l="l" t="t" r="r" b="b"/>
              <a:pathLst>
                <a:path w="3516" h="3516" extrusionOk="0">
                  <a:moveTo>
                    <a:pt x="1758" y="0"/>
                  </a:moveTo>
                  <a:cubicBezTo>
                    <a:pt x="776" y="0"/>
                    <a:pt x="0" y="799"/>
                    <a:pt x="0" y="1758"/>
                  </a:cubicBezTo>
                  <a:cubicBezTo>
                    <a:pt x="0" y="2739"/>
                    <a:pt x="776" y="3516"/>
                    <a:pt x="1758" y="3516"/>
                  </a:cubicBezTo>
                  <a:cubicBezTo>
                    <a:pt x="2716" y="3516"/>
                    <a:pt x="3515" y="2739"/>
                    <a:pt x="3515" y="1758"/>
                  </a:cubicBezTo>
                  <a:cubicBezTo>
                    <a:pt x="3515" y="799"/>
                    <a:pt x="2716"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13"/>
            <p:cNvSpPr/>
            <p:nvPr/>
          </p:nvSpPr>
          <p:spPr>
            <a:xfrm>
              <a:off x="5459400" y="1912225"/>
              <a:ext cx="134700" cy="134700"/>
            </a:xfrm>
            <a:custGeom>
              <a:avLst/>
              <a:gdLst/>
              <a:ahLst/>
              <a:cxnLst/>
              <a:rect l="l" t="t" r="r" b="b"/>
              <a:pathLst>
                <a:path w="5388" h="5388" extrusionOk="0">
                  <a:moveTo>
                    <a:pt x="2694" y="366"/>
                  </a:moveTo>
                  <a:cubicBezTo>
                    <a:pt x="3972" y="366"/>
                    <a:pt x="4999" y="1416"/>
                    <a:pt x="4999" y="2694"/>
                  </a:cubicBezTo>
                  <a:cubicBezTo>
                    <a:pt x="4999" y="3973"/>
                    <a:pt x="3972" y="5000"/>
                    <a:pt x="2694" y="5000"/>
                  </a:cubicBezTo>
                  <a:cubicBezTo>
                    <a:pt x="1416" y="5000"/>
                    <a:pt x="389" y="3973"/>
                    <a:pt x="389" y="2694"/>
                  </a:cubicBezTo>
                  <a:cubicBezTo>
                    <a:pt x="389" y="1416"/>
                    <a:pt x="1416" y="366"/>
                    <a:pt x="2694" y="366"/>
                  </a:cubicBezTo>
                  <a:close/>
                  <a:moveTo>
                    <a:pt x="2694" y="1"/>
                  </a:moveTo>
                  <a:cubicBezTo>
                    <a:pt x="1210" y="1"/>
                    <a:pt x="1" y="1211"/>
                    <a:pt x="1" y="2694"/>
                  </a:cubicBezTo>
                  <a:cubicBezTo>
                    <a:pt x="1" y="4178"/>
                    <a:pt x="1210" y="5388"/>
                    <a:pt x="2694" y="5388"/>
                  </a:cubicBezTo>
                  <a:cubicBezTo>
                    <a:pt x="4178" y="5388"/>
                    <a:pt x="5387" y="4178"/>
                    <a:pt x="5387" y="2694"/>
                  </a:cubicBezTo>
                  <a:cubicBezTo>
                    <a:pt x="5387" y="1211"/>
                    <a:pt x="4178"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13"/>
            <p:cNvSpPr/>
            <p:nvPr/>
          </p:nvSpPr>
          <p:spPr>
            <a:xfrm>
              <a:off x="5482800" y="1935625"/>
              <a:ext cx="87900" cy="87900"/>
            </a:xfrm>
            <a:custGeom>
              <a:avLst/>
              <a:gdLst/>
              <a:ahLst/>
              <a:cxnLst/>
              <a:rect l="l" t="t" r="r" b="b"/>
              <a:pathLst>
                <a:path w="3516" h="3516" extrusionOk="0">
                  <a:moveTo>
                    <a:pt x="1758" y="1"/>
                  </a:moveTo>
                  <a:cubicBezTo>
                    <a:pt x="799" y="1"/>
                    <a:pt x="0" y="777"/>
                    <a:pt x="0" y="1758"/>
                  </a:cubicBezTo>
                  <a:cubicBezTo>
                    <a:pt x="0" y="2717"/>
                    <a:pt x="799" y="3516"/>
                    <a:pt x="1758" y="3516"/>
                  </a:cubicBezTo>
                  <a:cubicBezTo>
                    <a:pt x="2739" y="3516"/>
                    <a:pt x="3515" y="2717"/>
                    <a:pt x="3515" y="1758"/>
                  </a:cubicBezTo>
                  <a:cubicBezTo>
                    <a:pt x="3515" y="777"/>
                    <a:pt x="2739"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13"/>
            <p:cNvSpPr/>
            <p:nvPr/>
          </p:nvSpPr>
          <p:spPr>
            <a:xfrm>
              <a:off x="4736975" y="1935625"/>
              <a:ext cx="87900" cy="87900"/>
            </a:xfrm>
            <a:custGeom>
              <a:avLst/>
              <a:gdLst/>
              <a:ahLst/>
              <a:cxnLst/>
              <a:rect l="l" t="t" r="r" b="b"/>
              <a:pathLst>
                <a:path w="3516" h="3516" extrusionOk="0">
                  <a:moveTo>
                    <a:pt x="1758" y="1"/>
                  </a:moveTo>
                  <a:cubicBezTo>
                    <a:pt x="777" y="1"/>
                    <a:pt x="1" y="777"/>
                    <a:pt x="1" y="1758"/>
                  </a:cubicBezTo>
                  <a:cubicBezTo>
                    <a:pt x="1" y="2717"/>
                    <a:pt x="777" y="3516"/>
                    <a:pt x="1758" y="3516"/>
                  </a:cubicBezTo>
                  <a:cubicBezTo>
                    <a:pt x="2717" y="3516"/>
                    <a:pt x="3516" y="2717"/>
                    <a:pt x="3516" y="1758"/>
                  </a:cubicBezTo>
                  <a:cubicBezTo>
                    <a:pt x="3516" y="777"/>
                    <a:pt x="2717"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13"/>
            <p:cNvSpPr/>
            <p:nvPr/>
          </p:nvSpPr>
          <p:spPr>
            <a:xfrm>
              <a:off x="7044625" y="2632950"/>
              <a:ext cx="87900" cy="87325"/>
            </a:xfrm>
            <a:custGeom>
              <a:avLst/>
              <a:gdLst/>
              <a:ahLst/>
              <a:cxnLst/>
              <a:rect l="l" t="t" r="r" b="b"/>
              <a:pathLst>
                <a:path w="3516" h="3493" extrusionOk="0">
                  <a:moveTo>
                    <a:pt x="1758" y="0"/>
                  </a:moveTo>
                  <a:cubicBezTo>
                    <a:pt x="799" y="0"/>
                    <a:pt x="0" y="776"/>
                    <a:pt x="0" y="1735"/>
                  </a:cubicBezTo>
                  <a:cubicBezTo>
                    <a:pt x="0" y="2716"/>
                    <a:pt x="799" y="3493"/>
                    <a:pt x="1758" y="3493"/>
                  </a:cubicBezTo>
                  <a:cubicBezTo>
                    <a:pt x="2739" y="3493"/>
                    <a:pt x="3515" y="2716"/>
                    <a:pt x="3515" y="1735"/>
                  </a:cubicBezTo>
                  <a:cubicBezTo>
                    <a:pt x="3515" y="776"/>
                    <a:pt x="2739"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13"/>
            <p:cNvSpPr/>
            <p:nvPr/>
          </p:nvSpPr>
          <p:spPr>
            <a:xfrm>
              <a:off x="4222850" y="1085400"/>
              <a:ext cx="134675" cy="134675"/>
            </a:xfrm>
            <a:custGeom>
              <a:avLst/>
              <a:gdLst/>
              <a:ahLst/>
              <a:cxnLst/>
              <a:rect l="l" t="t" r="r" b="b"/>
              <a:pathLst>
                <a:path w="5387" h="5387" extrusionOk="0">
                  <a:moveTo>
                    <a:pt x="2694" y="388"/>
                  </a:moveTo>
                  <a:cubicBezTo>
                    <a:pt x="3972" y="388"/>
                    <a:pt x="5022" y="1415"/>
                    <a:pt x="5022" y="2694"/>
                  </a:cubicBezTo>
                  <a:cubicBezTo>
                    <a:pt x="5022" y="3972"/>
                    <a:pt x="3972" y="4999"/>
                    <a:pt x="2694" y="4999"/>
                  </a:cubicBezTo>
                  <a:cubicBezTo>
                    <a:pt x="1415" y="4999"/>
                    <a:pt x="388" y="3972"/>
                    <a:pt x="388" y="2694"/>
                  </a:cubicBezTo>
                  <a:cubicBezTo>
                    <a:pt x="388" y="1415"/>
                    <a:pt x="1415" y="388"/>
                    <a:pt x="2694" y="388"/>
                  </a:cubicBezTo>
                  <a:close/>
                  <a:moveTo>
                    <a:pt x="2694" y="0"/>
                  </a:moveTo>
                  <a:cubicBezTo>
                    <a:pt x="1210" y="0"/>
                    <a:pt x="0" y="1210"/>
                    <a:pt x="0" y="2694"/>
                  </a:cubicBezTo>
                  <a:cubicBezTo>
                    <a:pt x="0" y="4177"/>
                    <a:pt x="1210" y="5387"/>
                    <a:pt x="2694" y="5387"/>
                  </a:cubicBezTo>
                  <a:cubicBezTo>
                    <a:pt x="4177" y="5387"/>
                    <a:pt x="5387" y="4177"/>
                    <a:pt x="5387" y="2694"/>
                  </a:cubicBezTo>
                  <a:cubicBezTo>
                    <a:pt x="5387" y="1210"/>
                    <a:pt x="4177" y="0"/>
                    <a:pt x="26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13"/>
            <p:cNvSpPr/>
            <p:nvPr/>
          </p:nvSpPr>
          <p:spPr>
            <a:xfrm>
              <a:off x="4246800" y="1108775"/>
              <a:ext cx="87350" cy="87925"/>
            </a:xfrm>
            <a:custGeom>
              <a:avLst/>
              <a:gdLst/>
              <a:ahLst/>
              <a:cxnLst/>
              <a:rect l="l" t="t" r="r" b="b"/>
              <a:pathLst>
                <a:path w="3494" h="3517" extrusionOk="0">
                  <a:moveTo>
                    <a:pt x="1736" y="1"/>
                  </a:moveTo>
                  <a:cubicBezTo>
                    <a:pt x="777" y="1"/>
                    <a:pt x="1" y="800"/>
                    <a:pt x="1" y="1759"/>
                  </a:cubicBezTo>
                  <a:cubicBezTo>
                    <a:pt x="1" y="2717"/>
                    <a:pt x="777" y="3516"/>
                    <a:pt x="1736" y="3516"/>
                  </a:cubicBezTo>
                  <a:cubicBezTo>
                    <a:pt x="2717" y="3516"/>
                    <a:pt x="3493" y="2717"/>
                    <a:pt x="3493" y="1759"/>
                  </a:cubicBezTo>
                  <a:cubicBezTo>
                    <a:pt x="3493" y="800"/>
                    <a:pt x="2717" y="1"/>
                    <a:pt x="17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13"/>
            <p:cNvSpPr/>
            <p:nvPr/>
          </p:nvSpPr>
          <p:spPr>
            <a:xfrm>
              <a:off x="3502700" y="2585000"/>
              <a:ext cx="134700" cy="134700"/>
            </a:xfrm>
            <a:custGeom>
              <a:avLst/>
              <a:gdLst/>
              <a:ahLst/>
              <a:cxnLst/>
              <a:rect l="l" t="t" r="r" b="b"/>
              <a:pathLst>
                <a:path w="5388" h="5388" extrusionOk="0">
                  <a:moveTo>
                    <a:pt x="2694" y="389"/>
                  </a:moveTo>
                  <a:cubicBezTo>
                    <a:pt x="3972" y="389"/>
                    <a:pt x="4999" y="1416"/>
                    <a:pt x="4999" y="2694"/>
                  </a:cubicBezTo>
                  <a:cubicBezTo>
                    <a:pt x="4999" y="3973"/>
                    <a:pt x="3972" y="5000"/>
                    <a:pt x="2694" y="5000"/>
                  </a:cubicBezTo>
                  <a:cubicBezTo>
                    <a:pt x="1416" y="5000"/>
                    <a:pt x="389" y="3973"/>
                    <a:pt x="389" y="2694"/>
                  </a:cubicBezTo>
                  <a:cubicBezTo>
                    <a:pt x="389" y="1416"/>
                    <a:pt x="1416" y="389"/>
                    <a:pt x="2694" y="389"/>
                  </a:cubicBezTo>
                  <a:close/>
                  <a:moveTo>
                    <a:pt x="2694" y="1"/>
                  </a:moveTo>
                  <a:cubicBezTo>
                    <a:pt x="1210" y="1"/>
                    <a:pt x="1" y="1211"/>
                    <a:pt x="1" y="2694"/>
                  </a:cubicBezTo>
                  <a:cubicBezTo>
                    <a:pt x="1" y="4178"/>
                    <a:pt x="1210" y="5388"/>
                    <a:pt x="2694" y="5388"/>
                  </a:cubicBezTo>
                  <a:cubicBezTo>
                    <a:pt x="4178" y="5388"/>
                    <a:pt x="5387" y="4178"/>
                    <a:pt x="5387" y="2694"/>
                  </a:cubicBezTo>
                  <a:cubicBezTo>
                    <a:pt x="5387" y="1211"/>
                    <a:pt x="4178"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13"/>
            <p:cNvSpPr/>
            <p:nvPr/>
          </p:nvSpPr>
          <p:spPr>
            <a:xfrm>
              <a:off x="3526100" y="2608400"/>
              <a:ext cx="87900" cy="87900"/>
            </a:xfrm>
            <a:custGeom>
              <a:avLst/>
              <a:gdLst/>
              <a:ahLst/>
              <a:cxnLst/>
              <a:rect l="l" t="t" r="r" b="b"/>
              <a:pathLst>
                <a:path w="3516" h="3516" extrusionOk="0">
                  <a:moveTo>
                    <a:pt x="1758" y="1"/>
                  </a:moveTo>
                  <a:cubicBezTo>
                    <a:pt x="776" y="1"/>
                    <a:pt x="0" y="777"/>
                    <a:pt x="0" y="1758"/>
                  </a:cubicBezTo>
                  <a:cubicBezTo>
                    <a:pt x="0" y="2717"/>
                    <a:pt x="776" y="3516"/>
                    <a:pt x="1758" y="3516"/>
                  </a:cubicBezTo>
                  <a:cubicBezTo>
                    <a:pt x="2717" y="3516"/>
                    <a:pt x="3516" y="2717"/>
                    <a:pt x="3516" y="1758"/>
                  </a:cubicBezTo>
                  <a:cubicBezTo>
                    <a:pt x="3516" y="777"/>
                    <a:pt x="2717"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13"/>
            <p:cNvSpPr/>
            <p:nvPr/>
          </p:nvSpPr>
          <p:spPr>
            <a:xfrm>
              <a:off x="2281550" y="1156150"/>
              <a:ext cx="134700" cy="134700"/>
            </a:xfrm>
            <a:custGeom>
              <a:avLst/>
              <a:gdLst/>
              <a:ahLst/>
              <a:cxnLst/>
              <a:rect l="l" t="t" r="r" b="b"/>
              <a:pathLst>
                <a:path w="5388" h="5388" extrusionOk="0">
                  <a:moveTo>
                    <a:pt x="2694" y="366"/>
                  </a:moveTo>
                  <a:cubicBezTo>
                    <a:pt x="3972" y="366"/>
                    <a:pt x="4999" y="1416"/>
                    <a:pt x="4999" y="2694"/>
                  </a:cubicBezTo>
                  <a:cubicBezTo>
                    <a:pt x="4999" y="3972"/>
                    <a:pt x="3972" y="4999"/>
                    <a:pt x="2694" y="4999"/>
                  </a:cubicBezTo>
                  <a:cubicBezTo>
                    <a:pt x="1416" y="4999"/>
                    <a:pt x="366" y="3972"/>
                    <a:pt x="366" y="2694"/>
                  </a:cubicBezTo>
                  <a:cubicBezTo>
                    <a:pt x="366" y="1416"/>
                    <a:pt x="1416" y="366"/>
                    <a:pt x="2694" y="366"/>
                  </a:cubicBezTo>
                  <a:close/>
                  <a:moveTo>
                    <a:pt x="2694" y="0"/>
                  </a:moveTo>
                  <a:cubicBezTo>
                    <a:pt x="1210" y="0"/>
                    <a:pt x="0" y="1210"/>
                    <a:pt x="0" y="2694"/>
                  </a:cubicBezTo>
                  <a:cubicBezTo>
                    <a:pt x="0" y="4178"/>
                    <a:pt x="1210" y="5387"/>
                    <a:pt x="2694" y="5387"/>
                  </a:cubicBezTo>
                  <a:cubicBezTo>
                    <a:pt x="4177" y="5387"/>
                    <a:pt x="5387" y="4178"/>
                    <a:pt x="5387" y="2694"/>
                  </a:cubicBezTo>
                  <a:cubicBezTo>
                    <a:pt x="5387" y="1210"/>
                    <a:pt x="4177" y="0"/>
                    <a:pt x="26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13"/>
            <p:cNvSpPr/>
            <p:nvPr/>
          </p:nvSpPr>
          <p:spPr>
            <a:xfrm>
              <a:off x="2304950" y="1179550"/>
              <a:ext cx="87325" cy="87900"/>
            </a:xfrm>
            <a:custGeom>
              <a:avLst/>
              <a:gdLst/>
              <a:ahLst/>
              <a:cxnLst/>
              <a:rect l="l" t="t" r="r" b="b"/>
              <a:pathLst>
                <a:path w="3493" h="3516" extrusionOk="0">
                  <a:moveTo>
                    <a:pt x="1758" y="0"/>
                  </a:moveTo>
                  <a:cubicBezTo>
                    <a:pt x="776" y="0"/>
                    <a:pt x="0" y="776"/>
                    <a:pt x="0" y="1758"/>
                  </a:cubicBezTo>
                  <a:cubicBezTo>
                    <a:pt x="0" y="2717"/>
                    <a:pt x="776" y="3515"/>
                    <a:pt x="1758" y="3515"/>
                  </a:cubicBezTo>
                  <a:cubicBezTo>
                    <a:pt x="2716" y="3515"/>
                    <a:pt x="3493" y="2717"/>
                    <a:pt x="3493" y="1758"/>
                  </a:cubicBezTo>
                  <a:cubicBezTo>
                    <a:pt x="3493" y="776"/>
                    <a:pt x="2716"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13"/>
            <p:cNvSpPr/>
            <p:nvPr/>
          </p:nvSpPr>
          <p:spPr>
            <a:xfrm>
              <a:off x="1577950" y="1004925"/>
              <a:ext cx="94750" cy="94750"/>
            </a:xfrm>
            <a:custGeom>
              <a:avLst/>
              <a:gdLst/>
              <a:ahLst/>
              <a:cxnLst/>
              <a:rect l="l" t="t" r="r" b="b"/>
              <a:pathLst>
                <a:path w="3790" h="3790" extrusionOk="0">
                  <a:moveTo>
                    <a:pt x="1895" y="366"/>
                  </a:moveTo>
                  <a:cubicBezTo>
                    <a:pt x="2717" y="366"/>
                    <a:pt x="3402" y="1051"/>
                    <a:pt x="3402" y="1895"/>
                  </a:cubicBezTo>
                  <a:cubicBezTo>
                    <a:pt x="3402" y="2717"/>
                    <a:pt x="2717" y="3402"/>
                    <a:pt x="1895" y="3402"/>
                  </a:cubicBezTo>
                  <a:cubicBezTo>
                    <a:pt x="1051" y="3402"/>
                    <a:pt x="366" y="2717"/>
                    <a:pt x="366" y="1895"/>
                  </a:cubicBezTo>
                  <a:cubicBezTo>
                    <a:pt x="366" y="1051"/>
                    <a:pt x="1051" y="366"/>
                    <a:pt x="1895" y="366"/>
                  </a:cubicBezTo>
                  <a:close/>
                  <a:moveTo>
                    <a:pt x="1895" y="1"/>
                  </a:moveTo>
                  <a:cubicBezTo>
                    <a:pt x="845" y="1"/>
                    <a:pt x="1" y="845"/>
                    <a:pt x="1" y="1895"/>
                  </a:cubicBezTo>
                  <a:cubicBezTo>
                    <a:pt x="1" y="2922"/>
                    <a:pt x="845" y="3790"/>
                    <a:pt x="1895" y="3790"/>
                  </a:cubicBezTo>
                  <a:cubicBezTo>
                    <a:pt x="2922" y="3790"/>
                    <a:pt x="3790" y="2922"/>
                    <a:pt x="3790" y="1895"/>
                  </a:cubicBezTo>
                  <a:cubicBezTo>
                    <a:pt x="3790" y="845"/>
                    <a:pt x="2922" y="1"/>
                    <a:pt x="189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13"/>
            <p:cNvSpPr/>
            <p:nvPr/>
          </p:nvSpPr>
          <p:spPr>
            <a:xfrm>
              <a:off x="1595075" y="1022050"/>
              <a:ext cx="59950" cy="59950"/>
            </a:xfrm>
            <a:custGeom>
              <a:avLst/>
              <a:gdLst/>
              <a:ahLst/>
              <a:cxnLst/>
              <a:rect l="l" t="t" r="r" b="b"/>
              <a:pathLst>
                <a:path w="2398" h="2398" extrusionOk="0">
                  <a:moveTo>
                    <a:pt x="1210" y="1"/>
                  </a:moveTo>
                  <a:cubicBezTo>
                    <a:pt x="548" y="1"/>
                    <a:pt x="1" y="548"/>
                    <a:pt x="1" y="1210"/>
                  </a:cubicBezTo>
                  <a:cubicBezTo>
                    <a:pt x="1" y="1872"/>
                    <a:pt x="548" y="2397"/>
                    <a:pt x="1210" y="2397"/>
                  </a:cubicBezTo>
                  <a:cubicBezTo>
                    <a:pt x="1872" y="2397"/>
                    <a:pt x="2397" y="1872"/>
                    <a:pt x="2397" y="1210"/>
                  </a:cubicBezTo>
                  <a:cubicBezTo>
                    <a:pt x="2397" y="548"/>
                    <a:pt x="1872" y="1"/>
                    <a:pt x="12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13"/>
            <p:cNvSpPr/>
            <p:nvPr/>
          </p:nvSpPr>
          <p:spPr>
            <a:xfrm>
              <a:off x="2892125" y="1170425"/>
              <a:ext cx="106150" cy="106150"/>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310" y="4246"/>
                    <a:pt x="4246" y="3287"/>
                    <a:pt x="4246" y="2123"/>
                  </a:cubicBezTo>
                  <a:cubicBezTo>
                    <a:pt x="4246" y="936"/>
                    <a:pt x="3310"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13"/>
            <p:cNvSpPr/>
            <p:nvPr/>
          </p:nvSpPr>
          <p:spPr>
            <a:xfrm>
              <a:off x="7004675" y="1366150"/>
              <a:ext cx="106150" cy="106150"/>
            </a:xfrm>
            <a:custGeom>
              <a:avLst/>
              <a:gdLst/>
              <a:ahLst/>
              <a:cxnLst/>
              <a:rect l="l" t="t" r="r" b="b"/>
              <a:pathLst>
                <a:path w="4246" h="4246" extrusionOk="0">
                  <a:moveTo>
                    <a:pt x="2123" y="0"/>
                  </a:moveTo>
                  <a:cubicBezTo>
                    <a:pt x="936" y="0"/>
                    <a:pt x="0" y="959"/>
                    <a:pt x="0" y="2123"/>
                  </a:cubicBezTo>
                  <a:cubicBezTo>
                    <a:pt x="0" y="3310"/>
                    <a:pt x="936" y="4246"/>
                    <a:pt x="2123" y="4246"/>
                  </a:cubicBezTo>
                  <a:cubicBezTo>
                    <a:pt x="3287" y="4246"/>
                    <a:pt x="4246" y="3310"/>
                    <a:pt x="4246" y="2123"/>
                  </a:cubicBezTo>
                  <a:cubicBezTo>
                    <a:pt x="4246" y="959"/>
                    <a:pt x="3287"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13"/>
            <p:cNvSpPr/>
            <p:nvPr/>
          </p:nvSpPr>
          <p:spPr>
            <a:xfrm>
              <a:off x="6446600" y="2270600"/>
              <a:ext cx="106150" cy="106150"/>
            </a:xfrm>
            <a:custGeom>
              <a:avLst/>
              <a:gdLst/>
              <a:ahLst/>
              <a:cxnLst/>
              <a:rect l="l" t="t" r="r" b="b"/>
              <a:pathLst>
                <a:path w="4246" h="4246" extrusionOk="0">
                  <a:moveTo>
                    <a:pt x="2123" y="0"/>
                  </a:moveTo>
                  <a:cubicBezTo>
                    <a:pt x="959" y="0"/>
                    <a:pt x="0" y="959"/>
                    <a:pt x="0" y="2123"/>
                  </a:cubicBezTo>
                  <a:cubicBezTo>
                    <a:pt x="0" y="3310"/>
                    <a:pt x="959" y="4246"/>
                    <a:pt x="2123" y="4246"/>
                  </a:cubicBezTo>
                  <a:cubicBezTo>
                    <a:pt x="3310" y="4246"/>
                    <a:pt x="4246" y="3310"/>
                    <a:pt x="4246" y="2123"/>
                  </a:cubicBezTo>
                  <a:cubicBezTo>
                    <a:pt x="4246" y="959"/>
                    <a:pt x="3310"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13"/>
            <p:cNvSpPr/>
            <p:nvPr/>
          </p:nvSpPr>
          <p:spPr>
            <a:xfrm>
              <a:off x="6258275" y="3300575"/>
              <a:ext cx="69650" cy="69650"/>
            </a:xfrm>
            <a:custGeom>
              <a:avLst/>
              <a:gdLst/>
              <a:ahLst/>
              <a:cxnLst/>
              <a:rect l="l" t="t" r="r" b="b"/>
              <a:pathLst>
                <a:path w="2786" h="2786" extrusionOk="0">
                  <a:moveTo>
                    <a:pt x="1393" y="1"/>
                  </a:moveTo>
                  <a:cubicBezTo>
                    <a:pt x="617" y="1"/>
                    <a:pt x="1" y="617"/>
                    <a:pt x="1" y="1393"/>
                  </a:cubicBezTo>
                  <a:cubicBezTo>
                    <a:pt x="1" y="2146"/>
                    <a:pt x="617" y="2786"/>
                    <a:pt x="1393" y="2786"/>
                  </a:cubicBezTo>
                  <a:cubicBezTo>
                    <a:pt x="2169" y="2786"/>
                    <a:pt x="2786" y="2146"/>
                    <a:pt x="2786" y="1393"/>
                  </a:cubicBezTo>
                  <a:cubicBezTo>
                    <a:pt x="2786" y="617"/>
                    <a:pt x="2169" y="1"/>
                    <a:pt x="13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13"/>
            <p:cNvSpPr/>
            <p:nvPr/>
          </p:nvSpPr>
          <p:spPr>
            <a:xfrm>
              <a:off x="4746100" y="3030675"/>
              <a:ext cx="69650" cy="69075"/>
            </a:xfrm>
            <a:custGeom>
              <a:avLst/>
              <a:gdLst/>
              <a:ahLst/>
              <a:cxnLst/>
              <a:rect l="l" t="t" r="r" b="b"/>
              <a:pathLst>
                <a:path w="2786" h="2763" extrusionOk="0">
                  <a:moveTo>
                    <a:pt x="1393" y="0"/>
                  </a:moveTo>
                  <a:cubicBezTo>
                    <a:pt x="617" y="0"/>
                    <a:pt x="1" y="617"/>
                    <a:pt x="1" y="1393"/>
                  </a:cubicBezTo>
                  <a:cubicBezTo>
                    <a:pt x="1" y="2146"/>
                    <a:pt x="617" y="2762"/>
                    <a:pt x="1393" y="2762"/>
                  </a:cubicBezTo>
                  <a:cubicBezTo>
                    <a:pt x="2169" y="2762"/>
                    <a:pt x="2786" y="2146"/>
                    <a:pt x="2786" y="1393"/>
                  </a:cubicBezTo>
                  <a:cubicBezTo>
                    <a:pt x="2786" y="617"/>
                    <a:pt x="2169" y="0"/>
                    <a:pt x="13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13"/>
            <p:cNvSpPr/>
            <p:nvPr/>
          </p:nvSpPr>
          <p:spPr>
            <a:xfrm>
              <a:off x="5111875" y="1378700"/>
              <a:ext cx="106175" cy="106150"/>
            </a:xfrm>
            <a:custGeom>
              <a:avLst/>
              <a:gdLst/>
              <a:ahLst/>
              <a:cxnLst/>
              <a:rect l="l" t="t" r="r" b="b"/>
              <a:pathLst>
                <a:path w="4247" h="4246" extrusionOk="0">
                  <a:moveTo>
                    <a:pt x="2124" y="0"/>
                  </a:moveTo>
                  <a:cubicBezTo>
                    <a:pt x="960" y="0"/>
                    <a:pt x="1" y="959"/>
                    <a:pt x="1" y="2123"/>
                  </a:cubicBezTo>
                  <a:cubicBezTo>
                    <a:pt x="1" y="3310"/>
                    <a:pt x="960" y="4246"/>
                    <a:pt x="2124" y="4246"/>
                  </a:cubicBezTo>
                  <a:cubicBezTo>
                    <a:pt x="3288" y="4246"/>
                    <a:pt x="4246" y="3310"/>
                    <a:pt x="4246" y="2123"/>
                  </a:cubicBezTo>
                  <a:cubicBezTo>
                    <a:pt x="4246" y="959"/>
                    <a:pt x="3288" y="0"/>
                    <a:pt x="21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13"/>
            <p:cNvSpPr/>
            <p:nvPr/>
          </p:nvSpPr>
          <p:spPr>
            <a:xfrm>
              <a:off x="5692225" y="1404950"/>
              <a:ext cx="75350" cy="74775"/>
            </a:xfrm>
            <a:custGeom>
              <a:avLst/>
              <a:gdLst/>
              <a:ahLst/>
              <a:cxnLst/>
              <a:rect l="l" t="t" r="r" b="b"/>
              <a:pathLst>
                <a:path w="3014" h="2991" extrusionOk="0">
                  <a:moveTo>
                    <a:pt x="1507" y="0"/>
                  </a:moveTo>
                  <a:cubicBezTo>
                    <a:pt x="685" y="0"/>
                    <a:pt x="0" y="662"/>
                    <a:pt x="0" y="1507"/>
                  </a:cubicBezTo>
                  <a:cubicBezTo>
                    <a:pt x="0" y="2328"/>
                    <a:pt x="685" y="2990"/>
                    <a:pt x="1507" y="2990"/>
                  </a:cubicBezTo>
                  <a:cubicBezTo>
                    <a:pt x="2328" y="2990"/>
                    <a:pt x="3013" y="2328"/>
                    <a:pt x="3013" y="1507"/>
                  </a:cubicBezTo>
                  <a:cubicBezTo>
                    <a:pt x="3013" y="662"/>
                    <a:pt x="2328"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13"/>
            <p:cNvSpPr/>
            <p:nvPr/>
          </p:nvSpPr>
          <p:spPr>
            <a:xfrm>
              <a:off x="5821750" y="1469425"/>
              <a:ext cx="79350" cy="79350"/>
            </a:xfrm>
            <a:custGeom>
              <a:avLst/>
              <a:gdLst/>
              <a:ahLst/>
              <a:cxnLst/>
              <a:rect l="l" t="t" r="r" b="b"/>
              <a:pathLst>
                <a:path w="3174" h="3174" extrusionOk="0">
                  <a:moveTo>
                    <a:pt x="1598" y="1"/>
                  </a:moveTo>
                  <a:cubicBezTo>
                    <a:pt x="708" y="1"/>
                    <a:pt x="1" y="708"/>
                    <a:pt x="1" y="1575"/>
                  </a:cubicBezTo>
                  <a:cubicBezTo>
                    <a:pt x="1" y="2466"/>
                    <a:pt x="708" y="3173"/>
                    <a:pt x="1598" y="3173"/>
                  </a:cubicBezTo>
                  <a:cubicBezTo>
                    <a:pt x="2466" y="3173"/>
                    <a:pt x="3173" y="2466"/>
                    <a:pt x="3173" y="1575"/>
                  </a:cubicBezTo>
                  <a:cubicBezTo>
                    <a:pt x="3173" y="708"/>
                    <a:pt x="2466" y="1"/>
                    <a:pt x="15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13"/>
            <p:cNvSpPr/>
            <p:nvPr/>
          </p:nvSpPr>
          <p:spPr>
            <a:xfrm>
              <a:off x="3572900" y="2384150"/>
              <a:ext cx="139825" cy="139250"/>
            </a:xfrm>
            <a:custGeom>
              <a:avLst/>
              <a:gdLst/>
              <a:ahLst/>
              <a:cxnLst/>
              <a:rect l="l" t="t" r="r" b="b"/>
              <a:pathLst>
                <a:path w="5593" h="5570" extrusionOk="0">
                  <a:moveTo>
                    <a:pt x="2808" y="0"/>
                  </a:moveTo>
                  <a:cubicBezTo>
                    <a:pt x="1255" y="0"/>
                    <a:pt x="0" y="1233"/>
                    <a:pt x="0" y="2785"/>
                  </a:cubicBezTo>
                  <a:cubicBezTo>
                    <a:pt x="0" y="4314"/>
                    <a:pt x="1255" y="5570"/>
                    <a:pt x="2808" y="5570"/>
                  </a:cubicBezTo>
                  <a:cubicBezTo>
                    <a:pt x="4337" y="5570"/>
                    <a:pt x="5592" y="4314"/>
                    <a:pt x="5592" y="2785"/>
                  </a:cubicBezTo>
                  <a:cubicBezTo>
                    <a:pt x="5592" y="1233"/>
                    <a:pt x="4337" y="0"/>
                    <a:pt x="28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13"/>
            <p:cNvSpPr/>
            <p:nvPr/>
          </p:nvSpPr>
          <p:spPr>
            <a:xfrm>
              <a:off x="5419450" y="2995300"/>
              <a:ext cx="139825" cy="139825"/>
            </a:xfrm>
            <a:custGeom>
              <a:avLst/>
              <a:gdLst/>
              <a:ahLst/>
              <a:cxnLst/>
              <a:rect l="l" t="t" r="r" b="b"/>
              <a:pathLst>
                <a:path w="5593" h="5593" extrusionOk="0">
                  <a:moveTo>
                    <a:pt x="2785" y="0"/>
                  </a:moveTo>
                  <a:cubicBezTo>
                    <a:pt x="1256" y="0"/>
                    <a:pt x="1" y="1256"/>
                    <a:pt x="1" y="2808"/>
                  </a:cubicBezTo>
                  <a:cubicBezTo>
                    <a:pt x="1" y="4337"/>
                    <a:pt x="1256" y="5592"/>
                    <a:pt x="2785" y="5592"/>
                  </a:cubicBezTo>
                  <a:cubicBezTo>
                    <a:pt x="4338" y="5592"/>
                    <a:pt x="5593" y="4337"/>
                    <a:pt x="5593" y="2808"/>
                  </a:cubicBezTo>
                  <a:cubicBezTo>
                    <a:pt x="5593" y="1256"/>
                    <a:pt x="4338" y="0"/>
                    <a:pt x="27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13"/>
            <p:cNvSpPr/>
            <p:nvPr/>
          </p:nvSpPr>
          <p:spPr>
            <a:xfrm>
              <a:off x="3311550" y="1787275"/>
              <a:ext cx="65075" cy="65075"/>
            </a:xfrm>
            <a:custGeom>
              <a:avLst/>
              <a:gdLst/>
              <a:ahLst/>
              <a:cxnLst/>
              <a:rect l="l" t="t" r="r" b="b"/>
              <a:pathLst>
                <a:path w="2603" h="2603" extrusionOk="0">
                  <a:moveTo>
                    <a:pt x="1301" y="0"/>
                  </a:moveTo>
                  <a:cubicBezTo>
                    <a:pt x="594" y="0"/>
                    <a:pt x="0" y="571"/>
                    <a:pt x="0" y="1301"/>
                  </a:cubicBezTo>
                  <a:cubicBezTo>
                    <a:pt x="0" y="2009"/>
                    <a:pt x="594" y="2602"/>
                    <a:pt x="1301" y="2602"/>
                  </a:cubicBezTo>
                  <a:cubicBezTo>
                    <a:pt x="2009" y="2602"/>
                    <a:pt x="2602" y="2009"/>
                    <a:pt x="2602" y="1301"/>
                  </a:cubicBezTo>
                  <a:cubicBezTo>
                    <a:pt x="2602" y="571"/>
                    <a:pt x="2009" y="0"/>
                    <a:pt x="13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13"/>
            <p:cNvSpPr/>
            <p:nvPr/>
          </p:nvSpPr>
          <p:spPr>
            <a:xfrm>
              <a:off x="3501550" y="1519075"/>
              <a:ext cx="143825" cy="144400"/>
            </a:xfrm>
            <a:custGeom>
              <a:avLst/>
              <a:gdLst/>
              <a:ahLst/>
              <a:cxnLst/>
              <a:rect l="l" t="t" r="r" b="b"/>
              <a:pathLst>
                <a:path w="5753" h="5776" extrusionOk="0">
                  <a:moveTo>
                    <a:pt x="2877" y="388"/>
                  </a:moveTo>
                  <a:cubicBezTo>
                    <a:pt x="4246" y="388"/>
                    <a:pt x="5388" y="1507"/>
                    <a:pt x="5388" y="2899"/>
                  </a:cubicBezTo>
                  <a:cubicBezTo>
                    <a:pt x="5388" y="4269"/>
                    <a:pt x="4246" y="5410"/>
                    <a:pt x="2877" y="5410"/>
                  </a:cubicBezTo>
                  <a:cubicBezTo>
                    <a:pt x="1485" y="5410"/>
                    <a:pt x="366" y="4269"/>
                    <a:pt x="366" y="2899"/>
                  </a:cubicBezTo>
                  <a:cubicBezTo>
                    <a:pt x="366" y="1507"/>
                    <a:pt x="1485" y="388"/>
                    <a:pt x="2877" y="388"/>
                  </a:cubicBezTo>
                  <a:close/>
                  <a:moveTo>
                    <a:pt x="2877" y="0"/>
                  </a:moveTo>
                  <a:cubicBezTo>
                    <a:pt x="1279" y="0"/>
                    <a:pt x="1" y="1301"/>
                    <a:pt x="1" y="2899"/>
                  </a:cubicBezTo>
                  <a:cubicBezTo>
                    <a:pt x="1" y="4497"/>
                    <a:pt x="1279" y="5775"/>
                    <a:pt x="2877" y="5775"/>
                  </a:cubicBezTo>
                  <a:cubicBezTo>
                    <a:pt x="4475" y="5775"/>
                    <a:pt x="5753" y="4497"/>
                    <a:pt x="5753" y="2899"/>
                  </a:cubicBezTo>
                  <a:cubicBezTo>
                    <a:pt x="5753" y="1301"/>
                    <a:pt x="4475" y="0"/>
                    <a:pt x="28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13"/>
            <p:cNvSpPr/>
            <p:nvPr/>
          </p:nvSpPr>
          <p:spPr>
            <a:xfrm>
              <a:off x="3526675" y="1544750"/>
              <a:ext cx="93600" cy="93050"/>
            </a:xfrm>
            <a:custGeom>
              <a:avLst/>
              <a:gdLst/>
              <a:ahLst/>
              <a:cxnLst/>
              <a:rect l="l" t="t" r="r" b="b"/>
              <a:pathLst>
                <a:path w="3744" h="3722" extrusionOk="0">
                  <a:moveTo>
                    <a:pt x="1872" y="0"/>
                  </a:moveTo>
                  <a:cubicBezTo>
                    <a:pt x="845" y="0"/>
                    <a:pt x="0" y="845"/>
                    <a:pt x="0" y="1872"/>
                  </a:cubicBezTo>
                  <a:cubicBezTo>
                    <a:pt x="0" y="2899"/>
                    <a:pt x="845" y="3721"/>
                    <a:pt x="1872" y="3721"/>
                  </a:cubicBezTo>
                  <a:cubicBezTo>
                    <a:pt x="2899" y="3721"/>
                    <a:pt x="3744" y="2899"/>
                    <a:pt x="3744" y="1872"/>
                  </a:cubicBezTo>
                  <a:cubicBezTo>
                    <a:pt x="3744" y="845"/>
                    <a:pt x="2899" y="0"/>
                    <a:pt x="18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13"/>
            <p:cNvSpPr/>
            <p:nvPr/>
          </p:nvSpPr>
          <p:spPr>
            <a:xfrm>
              <a:off x="1930050" y="1563575"/>
              <a:ext cx="106150" cy="106175"/>
            </a:xfrm>
            <a:custGeom>
              <a:avLst/>
              <a:gdLst/>
              <a:ahLst/>
              <a:cxnLst/>
              <a:rect l="l" t="t" r="r" b="b"/>
              <a:pathLst>
                <a:path w="4246" h="4247" extrusionOk="0">
                  <a:moveTo>
                    <a:pt x="2123" y="1"/>
                  </a:moveTo>
                  <a:cubicBezTo>
                    <a:pt x="959" y="1"/>
                    <a:pt x="0" y="937"/>
                    <a:pt x="0" y="2123"/>
                  </a:cubicBezTo>
                  <a:cubicBezTo>
                    <a:pt x="0" y="3288"/>
                    <a:pt x="959" y="4246"/>
                    <a:pt x="2123" y="4246"/>
                  </a:cubicBezTo>
                  <a:cubicBezTo>
                    <a:pt x="3310" y="4246"/>
                    <a:pt x="4246" y="3288"/>
                    <a:pt x="4246" y="2123"/>
                  </a:cubicBezTo>
                  <a:cubicBezTo>
                    <a:pt x="4246" y="937"/>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13"/>
            <p:cNvSpPr/>
            <p:nvPr/>
          </p:nvSpPr>
          <p:spPr>
            <a:xfrm>
              <a:off x="1621325" y="1563575"/>
              <a:ext cx="106175" cy="106175"/>
            </a:xfrm>
            <a:custGeom>
              <a:avLst/>
              <a:gdLst/>
              <a:ahLst/>
              <a:cxnLst/>
              <a:rect l="l" t="t" r="r" b="b"/>
              <a:pathLst>
                <a:path w="4247" h="4247" extrusionOk="0">
                  <a:moveTo>
                    <a:pt x="2123" y="1"/>
                  </a:moveTo>
                  <a:cubicBezTo>
                    <a:pt x="936" y="1"/>
                    <a:pt x="1" y="937"/>
                    <a:pt x="1" y="2123"/>
                  </a:cubicBezTo>
                  <a:cubicBezTo>
                    <a:pt x="1" y="3288"/>
                    <a:pt x="936" y="4246"/>
                    <a:pt x="2123" y="4246"/>
                  </a:cubicBezTo>
                  <a:cubicBezTo>
                    <a:pt x="3287" y="4246"/>
                    <a:pt x="4246" y="3288"/>
                    <a:pt x="4246" y="2123"/>
                  </a:cubicBezTo>
                  <a:cubicBezTo>
                    <a:pt x="4246" y="937"/>
                    <a:pt x="3287"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13"/>
            <p:cNvSpPr/>
            <p:nvPr/>
          </p:nvSpPr>
          <p:spPr>
            <a:xfrm>
              <a:off x="944550" y="1765575"/>
              <a:ext cx="106175" cy="106175"/>
            </a:xfrm>
            <a:custGeom>
              <a:avLst/>
              <a:gdLst/>
              <a:ahLst/>
              <a:cxnLst/>
              <a:rect l="l" t="t" r="r" b="b"/>
              <a:pathLst>
                <a:path w="4247" h="4247" extrusionOk="0">
                  <a:moveTo>
                    <a:pt x="2123" y="1"/>
                  </a:moveTo>
                  <a:cubicBezTo>
                    <a:pt x="959" y="1"/>
                    <a:pt x="1" y="960"/>
                    <a:pt x="1" y="2124"/>
                  </a:cubicBezTo>
                  <a:cubicBezTo>
                    <a:pt x="1" y="3311"/>
                    <a:pt x="959" y="4246"/>
                    <a:pt x="2123" y="4246"/>
                  </a:cubicBezTo>
                  <a:cubicBezTo>
                    <a:pt x="3310" y="4246"/>
                    <a:pt x="4246" y="3311"/>
                    <a:pt x="4246" y="2124"/>
                  </a:cubicBezTo>
                  <a:cubicBezTo>
                    <a:pt x="4246" y="960"/>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13"/>
            <p:cNvSpPr/>
            <p:nvPr/>
          </p:nvSpPr>
          <p:spPr>
            <a:xfrm>
              <a:off x="496050" y="1323925"/>
              <a:ext cx="106150" cy="106150"/>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287" y="4246"/>
                    <a:pt x="4246" y="3287"/>
                    <a:pt x="4246" y="2123"/>
                  </a:cubicBezTo>
                  <a:cubicBezTo>
                    <a:pt x="4246" y="936"/>
                    <a:pt x="3287"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13"/>
            <p:cNvSpPr/>
            <p:nvPr/>
          </p:nvSpPr>
          <p:spPr>
            <a:xfrm>
              <a:off x="3168300" y="1186975"/>
              <a:ext cx="72500" cy="73050"/>
            </a:xfrm>
            <a:custGeom>
              <a:avLst/>
              <a:gdLst/>
              <a:ahLst/>
              <a:cxnLst/>
              <a:rect l="l" t="t" r="r" b="b"/>
              <a:pathLst>
                <a:path w="2900" h="2922" extrusionOk="0">
                  <a:moveTo>
                    <a:pt x="1462" y="0"/>
                  </a:moveTo>
                  <a:cubicBezTo>
                    <a:pt x="640" y="0"/>
                    <a:pt x="1" y="639"/>
                    <a:pt x="1" y="1461"/>
                  </a:cubicBezTo>
                  <a:cubicBezTo>
                    <a:pt x="1" y="2260"/>
                    <a:pt x="640" y="2922"/>
                    <a:pt x="1462" y="2922"/>
                  </a:cubicBezTo>
                  <a:cubicBezTo>
                    <a:pt x="2261" y="2922"/>
                    <a:pt x="2900" y="2260"/>
                    <a:pt x="2900" y="1461"/>
                  </a:cubicBezTo>
                  <a:cubicBezTo>
                    <a:pt x="2900" y="639"/>
                    <a:pt x="2261"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13"/>
            <p:cNvSpPr/>
            <p:nvPr/>
          </p:nvSpPr>
          <p:spPr>
            <a:xfrm>
              <a:off x="1238425" y="1362725"/>
              <a:ext cx="73075" cy="73050"/>
            </a:xfrm>
            <a:custGeom>
              <a:avLst/>
              <a:gdLst/>
              <a:ahLst/>
              <a:cxnLst/>
              <a:rect l="l" t="t" r="r" b="b"/>
              <a:pathLst>
                <a:path w="2923" h="2922" extrusionOk="0">
                  <a:moveTo>
                    <a:pt x="1462" y="0"/>
                  </a:moveTo>
                  <a:cubicBezTo>
                    <a:pt x="640" y="0"/>
                    <a:pt x="1" y="662"/>
                    <a:pt x="1" y="1461"/>
                  </a:cubicBezTo>
                  <a:cubicBezTo>
                    <a:pt x="1" y="2260"/>
                    <a:pt x="640" y="2922"/>
                    <a:pt x="1462" y="2922"/>
                  </a:cubicBezTo>
                  <a:cubicBezTo>
                    <a:pt x="2260" y="2922"/>
                    <a:pt x="2922" y="2260"/>
                    <a:pt x="2922" y="1461"/>
                  </a:cubicBezTo>
                  <a:cubicBezTo>
                    <a:pt x="2922" y="662"/>
                    <a:pt x="2260"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13"/>
            <p:cNvSpPr/>
            <p:nvPr/>
          </p:nvSpPr>
          <p:spPr>
            <a:xfrm>
              <a:off x="2281550" y="832600"/>
              <a:ext cx="2995850" cy="9725"/>
            </a:xfrm>
            <a:custGeom>
              <a:avLst/>
              <a:gdLst/>
              <a:ahLst/>
              <a:cxnLst/>
              <a:rect l="l" t="t" r="r" b="b"/>
              <a:pathLst>
                <a:path w="119834" h="389" extrusionOk="0">
                  <a:moveTo>
                    <a:pt x="183" y="1"/>
                  </a:moveTo>
                  <a:cubicBezTo>
                    <a:pt x="69" y="1"/>
                    <a:pt x="0" y="92"/>
                    <a:pt x="0" y="183"/>
                  </a:cubicBezTo>
                  <a:cubicBezTo>
                    <a:pt x="0" y="297"/>
                    <a:pt x="69" y="389"/>
                    <a:pt x="183" y="389"/>
                  </a:cubicBezTo>
                  <a:lnTo>
                    <a:pt x="119628" y="389"/>
                  </a:lnTo>
                  <a:cubicBezTo>
                    <a:pt x="119742" y="389"/>
                    <a:pt x="119833" y="297"/>
                    <a:pt x="119833" y="183"/>
                  </a:cubicBezTo>
                  <a:cubicBezTo>
                    <a:pt x="119833" y="92"/>
                    <a:pt x="119742" y="1"/>
                    <a:pt x="1196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13"/>
            <p:cNvSpPr/>
            <p:nvPr/>
          </p:nvSpPr>
          <p:spPr>
            <a:xfrm>
              <a:off x="2222775" y="800650"/>
              <a:ext cx="73075" cy="73050"/>
            </a:xfrm>
            <a:custGeom>
              <a:avLst/>
              <a:gdLst/>
              <a:ahLst/>
              <a:cxnLst/>
              <a:rect l="l" t="t" r="r" b="b"/>
              <a:pathLst>
                <a:path w="2923" h="2922" extrusionOk="0">
                  <a:moveTo>
                    <a:pt x="1461" y="0"/>
                  </a:moveTo>
                  <a:cubicBezTo>
                    <a:pt x="640" y="0"/>
                    <a:pt x="0" y="662"/>
                    <a:pt x="0" y="1461"/>
                  </a:cubicBezTo>
                  <a:cubicBezTo>
                    <a:pt x="0" y="2283"/>
                    <a:pt x="640" y="2922"/>
                    <a:pt x="1461" y="2922"/>
                  </a:cubicBezTo>
                  <a:cubicBezTo>
                    <a:pt x="2260" y="2922"/>
                    <a:pt x="2922" y="2283"/>
                    <a:pt x="2922" y="1461"/>
                  </a:cubicBezTo>
                  <a:cubicBezTo>
                    <a:pt x="2922" y="662"/>
                    <a:pt x="2260" y="0"/>
                    <a:pt x="14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13"/>
            <p:cNvSpPr/>
            <p:nvPr/>
          </p:nvSpPr>
          <p:spPr>
            <a:xfrm>
              <a:off x="5235725" y="800650"/>
              <a:ext cx="73050" cy="73050"/>
            </a:xfrm>
            <a:custGeom>
              <a:avLst/>
              <a:gdLst/>
              <a:ahLst/>
              <a:cxnLst/>
              <a:rect l="l" t="t" r="r" b="b"/>
              <a:pathLst>
                <a:path w="2922" h="2922" extrusionOk="0">
                  <a:moveTo>
                    <a:pt x="1461" y="0"/>
                  </a:moveTo>
                  <a:cubicBezTo>
                    <a:pt x="662" y="0"/>
                    <a:pt x="0" y="662"/>
                    <a:pt x="0" y="1461"/>
                  </a:cubicBezTo>
                  <a:cubicBezTo>
                    <a:pt x="0" y="2283"/>
                    <a:pt x="662" y="2922"/>
                    <a:pt x="1461" y="2922"/>
                  </a:cubicBezTo>
                  <a:cubicBezTo>
                    <a:pt x="2283" y="2922"/>
                    <a:pt x="2922" y="2283"/>
                    <a:pt x="2922" y="1461"/>
                  </a:cubicBezTo>
                  <a:cubicBezTo>
                    <a:pt x="2922" y="662"/>
                    <a:pt x="2283" y="0"/>
                    <a:pt x="14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13"/>
            <p:cNvSpPr/>
            <p:nvPr/>
          </p:nvSpPr>
          <p:spPr>
            <a:xfrm>
              <a:off x="5732175" y="319450"/>
              <a:ext cx="1118450" cy="1117475"/>
            </a:xfrm>
            <a:custGeom>
              <a:avLst/>
              <a:gdLst/>
              <a:ahLst/>
              <a:cxnLst/>
              <a:rect l="l" t="t" r="r" b="b"/>
              <a:pathLst>
                <a:path w="44738" h="44699" extrusionOk="0">
                  <a:moveTo>
                    <a:pt x="44532" y="1"/>
                  </a:moveTo>
                  <a:cubicBezTo>
                    <a:pt x="44481" y="1"/>
                    <a:pt x="44430" y="18"/>
                    <a:pt x="44395" y="52"/>
                  </a:cubicBezTo>
                  <a:lnTo>
                    <a:pt x="91" y="44356"/>
                  </a:lnTo>
                  <a:cubicBezTo>
                    <a:pt x="0" y="44447"/>
                    <a:pt x="0" y="44562"/>
                    <a:pt x="91" y="44630"/>
                  </a:cubicBezTo>
                  <a:cubicBezTo>
                    <a:pt x="114" y="44676"/>
                    <a:pt x="160" y="44699"/>
                    <a:pt x="228" y="44699"/>
                  </a:cubicBezTo>
                  <a:cubicBezTo>
                    <a:pt x="274" y="44699"/>
                    <a:pt x="320" y="44676"/>
                    <a:pt x="342" y="44630"/>
                  </a:cubicBezTo>
                  <a:lnTo>
                    <a:pt x="44669" y="326"/>
                  </a:lnTo>
                  <a:cubicBezTo>
                    <a:pt x="44738" y="258"/>
                    <a:pt x="44738" y="121"/>
                    <a:pt x="44669" y="52"/>
                  </a:cubicBezTo>
                  <a:cubicBezTo>
                    <a:pt x="44635" y="18"/>
                    <a:pt x="44584" y="1"/>
                    <a:pt x="445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13"/>
            <p:cNvSpPr/>
            <p:nvPr/>
          </p:nvSpPr>
          <p:spPr>
            <a:xfrm>
              <a:off x="5870250" y="381100"/>
              <a:ext cx="1118475" cy="1117450"/>
            </a:xfrm>
            <a:custGeom>
              <a:avLst/>
              <a:gdLst/>
              <a:ahLst/>
              <a:cxnLst/>
              <a:rect l="l" t="t" r="r" b="b"/>
              <a:pathLst>
                <a:path w="44739" h="44698" extrusionOk="0">
                  <a:moveTo>
                    <a:pt x="44522" y="0"/>
                  </a:moveTo>
                  <a:cubicBezTo>
                    <a:pt x="44476" y="0"/>
                    <a:pt x="44430" y="17"/>
                    <a:pt x="44396" y="51"/>
                  </a:cubicBezTo>
                  <a:lnTo>
                    <a:pt x="69" y="44378"/>
                  </a:lnTo>
                  <a:cubicBezTo>
                    <a:pt x="1" y="44447"/>
                    <a:pt x="1" y="44561"/>
                    <a:pt x="69" y="44629"/>
                  </a:cubicBezTo>
                  <a:cubicBezTo>
                    <a:pt x="115" y="44675"/>
                    <a:pt x="161" y="44698"/>
                    <a:pt x="206" y="44698"/>
                  </a:cubicBezTo>
                  <a:cubicBezTo>
                    <a:pt x="252" y="44698"/>
                    <a:pt x="298" y="44675"/>
                    <a:pt x="343" y="44629"/>
                  </a:cubicBezTo>
                  <a:lnTo>
                    <a:pt x="44647" y="325"/>
                  </a:lnTo>
                  <a:cubicBezTo>
                    <a:pt x="44738" y="257"/>
                    <a:pt x="44738" y="120"/>
                    <a:pt x="44647" y="51"/>
                  </a:cubicBezTo>
                  <a:cubicBezTo>
                    <a:pt x="44613" y="17"/>
                    <a:pt x="44567" y="0"/>
                    <a:pt x="445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13"/>
            <p:cNvSpPr/>
            <p:nvPr/>
          </p:nvSpPr>
          <p:spPr>
            <a:xfrm>
              <a:off x="4775775" y="1974875"/>
              <a:ext cx="2300825" cy="706600"/>
            </a:xfrm>
            <a:custGeom>
              <a:avLst/>
              <a:gdLst/>
              <a:ahLst/>
              <a:cxnLst/>
              <a:rect l="l" t="t" r="r" b="b"/>
              <a:pathLst>
                <a:path w="92033" h="28264" extrusionOk="0">
                  <a:moveTo>
                    <a:pt x="206" y="0"/>
                  </a:moveTo>
                  <a:cubicBezTo>
                    <a:pt x="155" y="0"/>
                    <a:pt x="104" y="17"/>
                    <a:pt x="69" y="51"/>
                  </a:cubicBezTo>
                  <a:cubicBezTo>
                    <a:pt x="1" y="120"/>
                    <a:pt x="1" y="234"/>
                    <a:pt x="69" y="325"/>
                  </a:cubicBezTo>
                  <a:lnTo>
                    <a:pt x="28007" y="28263"/>
                  </a:lnTo>
                  <a:lnTo>
                    <a:pt x="91850" y="28263"/>
                  </a:lnTo>
                  <a:cubicBezTo>
                    <a:pt x="91941" y="28263"/>
                    <a:pt x="92032" y="28172"/>
                    <a:pt x="92032" y="28058"/>
                  </a:cubicBezTo>
                  <a:cubicBezTo>
                    <a:pt x="92032" y="27967"/>
                    <a:pt x="91941" y="27875"/>
                    <a:pt x="91850" y="27875"/>
                  </a:cubicBezTo>
                  <a:lnTo>
                    <a:pt x="28167" y="27875"/>
                  </a:lnTo>
                  <a:lnTo>
                    <a:pt x="343" y="51"/>
                  </a:lnTo>
                  <a:cubicBezTo>
                    <a:pt x="309" y="17"/>
                    <a:pt x="258" y="0"/>
                    <a:pt x="2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13"/>
            <p:cNvSpPr/>
            <p:nvPr/>
          </p:nvSpPr>
          <p:spPr>
            <a:xfrm>
              <a:off x="3518100" y="2023500"/>
              <a:ext cx="149550" cy="93050"/>
            </a:xfrm>
            <a:custGeom>
              <a:avLst/>
              <a:gdLst/>
              <a:ahLst/>
              <a:cxnLst/>
              <a:rect l="l" t="t" r="r" b="b"/>
              <a:pathLst>
                <a:path w="5982" h="3722" extrusionOk="0">
                  <a:moveTo>
                    <a:pt x="1" y="1"/>
                  </a:moveTo>
                  <a:lnTo>
                    <a:pt x="3607" y="3721"/>
                  </a:lnTo>
                  <a:lnTo>
                    <a:pt x="5981" y="3721"/>
                  </a:lnTo>
                  <a:lnTo>
                    <a:pt x="239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13"/>
            <p:cNvSpPr/>
            <p:nvPr/>
          </p:nvSpPr>
          <p:spPr>
            <a:xfrm>
              <a:off x="3630525" y="2023500"/>
              <a:ext cx="148950" cy="93050"/>
            </a:xfrm>
            <a:custGeom>
              <a:avLst/>
              <a:gdLst/>
              <a:ahLst/>
              <a:cxnLst/>
              <a:rect l="l" t="t" r="r" b="b"/>
              <a:pathLst>
                <a:path w="5958" h="3722" extrusionOk="0">
                  <a:moveTo>
                    <a:pt x="0" y="1"/>
                  </a:moveTo>
                  <a:lnTo>
                    <a:pt x="3584" y="3721"/>
                  </a:lnTo>
                  <a:lnTo>
                    <a:pt x="5958"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13"/>
            <p:cNvSpPr/>
            <p:nvPr/>
          </p:nvSpPr>
          <p:spPr>
            <a:xfrm>
              <a:off x="3742375" y="2023500"/>
              <a:ext cx="149525" cy="93050"/>
            </a:xfrm>
            <a:custGeom>
              <a:avLst/>
              <a:gdLst/>
              <a:ahLst/>
              <a:cxnLst/>
              <a:rect l="l" t="t" r="r" b="b"/>
              <a:pathLst>
                <a:path w="5981" h="3722" extrusionOk="0">
                  <a:moveTo>
                    <a:pt x="0" y="1"/>
                  </a:moveTo>
                  <a:lnTo>
                    <a:pt x="3584" y="3721"/>
                  </a:lnTo>
                  <a:lnTo>
                    <a:pt x="5980"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13"/>
            <p:cNvSpPr/>
            <p:nvPr/>
          </p:nvSpPr>
          <p:spPr>
            <a:xfrm>
              <a:off x="3854775" y="2023500"/>
              <a:ext cx="148975" cy="93050"/>
            </a:xfrm>
            <a:custGeom>
              <a:avLst/>
              <a:gdLst/>
              <a:ahLst/>
              <a:cxnLst/>
              <a:rect l="l" t="t" r="r" b="b"/>
              <a:pathLst>
                <a:path w="5959" h="3722" extrusionOk="0">
                  <a:moveTo>
                    <a:pt x="1" y="1"/>
                  </a:moveTo>
                  <a:lnTo>
                    <a:pt x="3584" y="3721"/>
                  </a:lnTo>
                  <a:lnTo>
                    <a:pt x="5958" y="3721"/>
                  </a:lnTo>
                  <a:lnTo>
                    <a:pt x="23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13"/>
            <p:cNvSpPr/>
            <p:nvPr/>
          </p:nvSpPr>
          <p:spPr>
            <a:xfrm>
              <a:off x="3966625" y="2023500"/>
              <a:ext cx="148950" cy="93050"/>
            </a:xfrm>
            <a:custGeom>
              <a:avLst/>
              <a:gdLst/>
              <a:ahLst/>
              <a:cxnLst/>
              <a:rect l="l" t="t" r="r" b="b"/>
              <a:pathLst>
                <a:path w="5958" h="3722" extrusionOk="0">
                  <a:moveTo>
                    <a:pt x="1" y="1"/>
                  </a:moveTo>
                  <a:lnTo>
                    <a:pt x="3584" y="3721"/>
                  </a:lnTo>
                  <a:lnTo>
                    <a:pt x="5958"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13"/>
            <p:cNvSpPr/>
            <p:nvPr/>
          </p:nvSpPr>
          <p:spPr>
            <a:xfrm>
              <a:off x="4078475" y="2023500"/>
              <a:ext cx="149525" cy="93050"/>
            </a:xfrm>
            <a:custGeom>
              <a:avLst/>
              <a:gdLst/>
              <a:ahLst/>
              <a:cxnLst/>
              <a:rect l="l" t="t" r="r" b="b"/>
              <a:pathLst>
                <a:path w="5981" h="3722" extrusionOk="0">
                  <a:moveTo>
                    <a:pt x="0" y="1"/>
                  </a:moveTo>
                  <a:lnTo>
                    <a:pt x="3607" y="3721"/>
                  </a:lnTo>
                  <a:lnTo>
                    <a:pt x="5981" y="3721"/>
                  </a:lnTo>
                  <a:lnTo>
                    <a:pt x="239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13"/>
            <p:cNvSpPr/>
            <p:nvPr/>
          </p:nvSpPr>
          <p:spPr>
            <a:xfrm>
              <a:off x="4190875" y="2023500"/>
              <a:ext cx="148975" cy="93050"/>
            </a:xfrm>
            <a:custGeom>
              <a:avLst/>
              <a:gdLst/>
              <a:ahLst/>
              <a:cxnLst/>
              <a:rect l="l" t="t" r="r" b="b"/>
              <a:pathLst>
                <a:path w="5959" h="3722" extrusionOk="0">
                  <a:moveTo>
                    <a:pt x="1" y="1"/>
                  </a:moveTo>
                  <a:lnTo>
                    <a:pt x="3584" y="3721"/>
                  </a:lnTo>
                  <a:lnTo>
                    <a:pt x="5958" y="3721"/>
                  </a:lnTo>
                  <a:lnTo>
                    <a:pt x="23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13"/>
            <p:cNvSpPr/>
            <p:nvPr/>
          </p:nvSpPr>
          <p:spPr>
            <a:xfrm>
              <a:off x="4302725" y="2023500"/>
              <a:ext cx="149525" cy="93050"/>
            </a:xfrm>
            <a:custGeom>
              <a:avLst/>
              <a:gdLst/>
              <a:ahLst/>
              <a:cxnLst/>
              <a:rect l="l" t="t" r="r" b="b"/>
              <a:pathLst>
                <a:path w="5981" h="3722" extrusionOk="0">
                  <a:moveTo>
                    <a:pt x="1" y="1"/>
                  </a:moveTo>
                  <a:lnTo>
                    <a:pt x="3584" y="3721"/>
                  </a:lnTo>
                  <a:lnTo>
                    <a:pt x="5981"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13"/>
            <p:cNvSpPr/>
            <p:nvPr/>
          </p:nvSpPr>
          <p:spPr>
            <a:xfrm>
              <a:off x="2718075" y="2800150"/>
              <a:ext cx="276800" cy="172925"/>
            </a:xfrm>
            <a:custGeom>
              <a:avLst/>
              <a:gdLst/>
              <a:ahLst/>
              <a:cxnLst/>
              <a:rect l="l" t="t" r="r" b="b"/>
              <a:pathLst>
                <a:path w="11072" h="6917" extrusionOk="0">
                  <a:moveTo>
                    <a:pt x="1" y="0"/>
                  </a:moveTo>
                  <a:lnTo>
                    <a:pt x="6666"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13"/>
            <p:cNvSpPr/>
            <p:nvPr/>
          </p:nvSpPr>
          <p:spPr>
            <a:xfrm>
              <a:off x="2925800" y="2800150"/>
              <a:ext cx="276775" cy="172925"/>
            </a:xfrm>
            <a:custGeom>
              <a:avLst/>
              <a:gdLst/>
              <a:ahLst/>
              <a:cxnLst/>
              <a:rect l="l" t="t" r="r" b="b"/>
              <a:pathLst>
                <a:path w="11071" h="6917" extrusionOk="0">
                  <a:moveTo>
                    <a:pt x="0" y="0"/>
                  </a:moveTo>
                  <a:lnTo>
                    <a:pt x="6665" y="6916"/>
                  </a:lnTo>
                  <a:lnTo>
                    <a:pt x="11070" y="6916"/>
                  </a:lnTo>
                  <a:lnTo>
                    <a:pt x="4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13"/>
            <p:cNvSpPr/>
            <p:nvPr/>
          </p:nvSpPr>
          <p:spPr>
            <a:xfrm>
              <a:off x="3133500" y="2800150"/>
              <a:ext cx="276775" cy="172925"/>
            </a:xfrm>
            <a:custGeom>
              <a:avLst/>
              <a:gdLst/>
              <a:ahLst/>
              <a:cxnLst/>
              <a:rect l="l" t="t" r="r" b="b"/>
              <a:pathLst>
                <a:path w="11071" h="6917" extrusionOk="0">
                  <a:moveTo>
                    <a:pt x="1" y="0"/>
                  </a:moveTo>
                  <a:lnTo>
                    <a:pt x="6666" y="6916"/>
                  </a:lnTo>
                  <a:lnTo>
                    <a:pt x="11071" y="6916"/>
                  </a:lnTo>
                  <a:lnTo>
                    <a:pt x="442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13"/>
            <p:cNvSpPr/>
            <p:nvPr/>
          </p:nvSpPr>
          <p:spPr>
            <a:xfrm>
              <a:off x="3341775" y="2800150"/>
              <a:ext cx="276800" cy="172925"/>
            </a:xfrm>
            <a:custGeom>
              <a:avLst/>
              <a:gdLst/>
              <a:ahLst/>
              <a:cxnLst/>
              <a:rect l="l" t="t" r="r" b="b"/>
              <a:pathLst>
                <a:path w="11072" h="6917" extrusionOk="0">
                  <a:moveTo>
                    <a:pt x="1" y="0"/>
                  </a:moveTo>
                  <a:lnTo>
                    <a:pt x="6643"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13"/>
            <p:cNvSpPr/>
            <p:nvPr/>
          </p:nvSpPr>
          <p:spPr>
            <a:xfrm>
              <a:off x="3549500" y="2800150"/>
              <a:ext cx="276775" cy="172925"/>
            </a:xfrm>
            <a:custGeom>
              <a:avLst/>
              <a:gdLst/>
              <a:ahLst/>
              <a:cxnLst/>
              <a:rect l="l" t="t" r="r" b="b"/>
              <a:pathLst>
                <a:path w="11071" h="6917" extrusionOk="0">
                  <a:moveTo>
                    <a:pt x="0" y="0"/>
                  </a:moveTo>
                  <a:lnTo>
                    <a:pt x="6665"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13"/>
            <p:cNvSpPr/>
            <p:nvPr/>
          </p:nvSpPr>
          <p:spPr>
            <a:xfrm>
              <a:off x="3757200" y="2800150"/>
              <a:ext cx="276775" cy="172925"/>
            </a:xfrm>
            <a:custGeom>
              <a:avLst/>
              <a:gdLst/>
              <a:ahLst/>
              <a:cxnLst/>
              <a:rect l="l" t="t" r="r" b="b"/>
              <a:pathLst>
                <a:path w="11071" h="6917" extrusionOk="0">
                  <a:moveTo>
                    <a:pt x="1" y="0"/>
                  </a:moveTo>
                  <a:lnTo>
                    <a:pt x="6666"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13"/>
            <p:cNvSpPr/>
            <p:nvPr/>
          </p:nvSpPr>
          <p:spPr>
            <a:xfrm>
              <a:off x="6113925" y="435450"/>
              <a:ext cx="276775" cy="172925"/>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13"/>
            <p:cNvSpPr/>
            <p:nvPr/>
          </p:nvSpPr>
          <p:spPr>
            <a:xfrm>
              <a:off x="5906200" y="435450"/>
              <a:ext cx="276800" cy="172925"/>
            </a:xfrm>
            <a:custGeom>
              <a:avLst/>
              <a:gdLst/>
              <a:ahLst/>
              <a:cxnLst/>
              <a:rect l="l" t="t" r="r" b="b"/>
              <a:pathLst>
                <a:path w="11072"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13"/>
            <p:cNvSpPr/>
            <p:nvPr/>
          </p:nvSpPr>
          <p:spPr>
            <a:xfrm>
              <a:off x="5698500" y="435450"/>
              <a:ext cx="276775" cy="172925"/>
            </a:xfrm>
            <a:custGeom>
              <a:avLst/>
              <a:gdLst/>
              <a:ahLst/>
              <a:cxnLst/>
              <a:rect l="l" t="t" r="r" b="b"/>
              <a:pathLst>
                <a:path w="11071" h="6917" extrusionOk="0">
                  <a:moveTo>
                    <a:pt x="6643"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13"/>
            <p:cNvSpPr/>
            <p:nvPr/>
          </p:nvSpPr>
          <p:spPr>
            <a:xfrm>
              <a:off x="5490225" y="435450"/>
              <a:ext cx="276775" cy="172925"/>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13"/>
            <p:cNvSpPr/>
            <p:nvPr/>
          </p:nvSpPr>
          <p:spPr>
            <a:xfrm>
              <a:off x="5282500" y="435450"/>
              <a:ext cx="276775" cy="172925"/>
            </a:xfrm>
            <a:custGeom>
              <a:avLst/>
              <a:gdLst/>
              <a:ahLst/>
              <a:cxnLst/>
              <a:rect l="l" t="t" r="r" b="b"/>
              <a:pathLst>
                <a:path w="11071"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13"/>
            <p:cNvSpPr/>
            <p:nvPr/>
          </p:nvSpPr>
          <p:spPr>
            <a:xfrm>
              <a:off x="5074800" y="435450"/>
              <a:ext cx="276775" cy="172925"/>
            </a:xfrm>
            <a:custGeom>
              <a:avLst/>
              <a:gdLst/>
              <a:ahLst/>
              <a:cxnLst/>
              <a:rect l="l" t="t" r="r" b="b"/>
              <a:pathLst>
                <a:path w="11071" h="6917" extrusionOk="0">
                  <a:moveTo>
                    <a:pt x="6665"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13"/>
            <p:cNvSpPr/>
            <p:nvPr/>
          </p:nvSpPr>
          <p:spPr>
            <a:xfrm>
              <a:off x="4867075" y="435450"/>
              <a:ext cx="276800" cy="172925"/>
            </a:xfrm>
            <a:custGeom>
              <a:avLst/>
              <a:gdLst/>
              <a:ahLst/>
              <a:cxnLst/>
              <a:rect l="l" t="t" r="r" b="b"/>
              <a:pathLst>
                <a:path w="11072" h="6917" extrusionOk="0">
                  <a:moveTo>
                    <a:pt x="6643"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13"/>
            <p:cNvSpPr/>
            <p:nvPr/>
          </p:nvSpPr>
          <p:spPr>
            <a:xfrm>
              <a:off x="4658800" y="435450"/>
              <a:ext cx="276775" cy="172925"/>
            </a:xfrm>
            <a:custGeom>
              <a:avLst/>
              <a:gdLst/>
              <a:ahLst/>
              <a:cxnLst/>
              <a:rect l="l" t="t" r="r" b="b"/>
              <a:pathLst>
                <a:path w="11071" h="6917" extrusionOk="0">
                  <a:moveTo>
                    <a:pt x="6666" y="0"/>
                  </a:moveTo>
                  <a:lnTo>
                    <a:pt x="1" y="6916"/>
                  </a:lnTo>
                  <a:lnTo>
                    <a:pt x="4429"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13"/>
            <p:cNvSpPr/>
            <p:nvPr/>
          </p:nvSpPr>
          <p:spPr>
            <a:xfrm>
              <a:off x="4853400" y="927325"/>
              <a:ext cx="143250" cy="155250"/>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13"/>
            <p:cNvSpPr/>
            <p:nvPr/>
          </p:nvSpPr>
          <p:spPr>
            <a:xfrm>
              <a:off x="4940700" y="927325"/>
              <a:ext cx="143825" cy="155250"/>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13"/>
            <p:cNvSpPr/>
            <p:nvPr/>
          </p:nvSpPr>
          <p:spPr>
            <a:xfrm>
              <a:off x="5028000" y="927325"/>
              <a:ext cx="143825" cy="155250"/>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13"/>
            <p:cNvSpPr/>
            <p:nvPr/>
          </p:nvSpPr>
          <p:spPr>
            <a:xfrm>
              <a:off x="5115300" y="927325"/>
              <a:ext cx="143825" cy="155250"/>
            </a:xfrm>
            <a:custGeom>
              <a:avLst/>
              <a:gdLst/>
              <a:ahLst/>
              <a:cxnLst/>
              <a:rect l="l" t="t" r="r" b="b"/>
              <a:pathLst>
                <a:path w="5753" h="6210" extrusionOk="0">
                  <a:moveTo>
                    <a:pt x="1" y="1"/>
                  </a:moveTo>
                  <a:lnTo>
                    <a:pt x="3516" y="3265"/>
                  </a:lnTo>
                  <a:lnTo>
                    <a:pt x="366"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13"/>
            <p:cNvSpPr/>
            <p:nvPr/>
          </p:nvSpPr>
          <p:spPr>
            <a:xfrm>
              <a:off x="5202625" y="927325"/>
              <a:ext cx="143825" cy="155250"/>
            </a:xfrm>
            <a:custGeom>
              <a:avLst/>
              <a:gdLst/>
              <a:ahLst/>
              <a:cxnLst/>
              <a:rect l="l" t="t" r="r" b="b"/>
              <a:pathLst>
                <a:path w="5753" h="6210" extrusionOk="0">
                  <a:moveTo>
                    <a:pt x="0" y="1"/>
                  </a:moveTo>
                  <a:lnTo>
                    <a:pt x="3515"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13"/>
            <p:cNvSpPr/>
            <p:nvPr/>
          </p:nvSpPr>
          <p:spPr>
            <a:xfrm>
              <a:off x="5289925" y="927325"/>
              <a:ext cx="143825" cy="155250"/>
            </a:xfrm>
            <a:custGeom>
              <a:avLst/>
              <a:gdLst/>
              <a:ahLst/>
              <a:cxnLst/>
              <a:rect l="l" t="t" r="r" b="b"/>
              <a:pathLst>
                <a:path w="5753" h="6210" extrusionOk="0">
                  <a:moveTo>
                    <a:pt x="0" y="1"/>
                  </a:moveTo>
                  <a:lnTo>
                    <a:pt x="3516"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13"/>
            <p:cNvSpPr/>
            <p:nvPr/>
          </p:nvSpPr>
          <p:spPr>
            <a:xfrm>
              <a:off x="5377225" y="927325"/>
              <a:ext cx="143825" cy="155250"/>
            </a:xfrm>
            <a:custGeom>
              <a:avLst/>
              <a:gdLst/>
              <a:ahLst/>
              <a:cxnLst/>
              <a:rect l="l" t="t" r="r" b="b"/>
              <a:pathLst>
                <a:path w="5753" h="6210" extrusionOk="0">
                  <a:moveTo>
                    <a:pt x="1" y="1"/>
                  </a:moveTo>
                  <a:lnTo>
                    <a:pt x="3516" y="3265"/>
                  </a:lnTo>
                  <a:lnTo>
                    <a:pt x="389"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13"/>
            <p:cNvSpPr/>
            <p:nvPr/>
          </p:nvSpPr>
          <p:spPr>
            <a:xfrm>
              <a:off x="5465100" y="927325"/>
              <a:ext cx="143250" cy="155250"/>
            </a:xfrm>
            <a:custGeom>
              <a:avLst/>
              <a:gdLst/>
              <a:ahLst/>
              <a:cxnLst/>
              <a:rect l="l" t="t" r="r" b="b"/>
              <a:pathLst>
                <a:path w="5730" h="6210" extrusionOk="0">
                  <a:moveTo>
                    <a:pt x="1" y="1"/>
                  </a:moveTo>
                  <a:lnTo>
                    <a:pt x="3493" y="3265"/>
                  </a:lnTo>
                  <a:lnTo>
                    <a:pt x="366" y="6209"/>
                  </a:lnTo>
                  <a:lnTo>
                    <a:pt x="2603" y="6209"/>
                  </a:lnTo>
                  <a:lnTo>
                    <a:pt x="5730"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13"/>
            <p:cNvSpPr/>
            <p:nvPr/>
          </p:nvSpPr>
          <p:spPr>
            <a:xfrm>
              <a:off x="5552425" y="927325"/>
              <a:ext cx="143250" cy="155250"/>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13"/>
            <p:cNvSpPr/>
            <p:nvPr/>
          </p:nvSpPr>
          <p:spPr>
            <a:xfrm>
              <a:off x="5639725" y="927325"/>
              <a:ext cx="143825" cy="155250"/>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13"/>
            <p:cNvSpPr/>
            <p:nvPr/>
          </p:nvSpPr>
          <p:spPr>
            <a:xfrm>
              <a:off x="5727025" y="927325"/>
              <a:ext cx="143825" cy="155250"/>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3" name="Google Shape;1043;p13"/>
          <p:cNvGrpSpPr/>
          <p:nvPr/>
        </p:nvGrpSpPr>
        <p:grpSpPr>
          <a:xfrm>
            <a:off x="8757750" y="2728975"/>
            <a:ext cx="1552150" cy="3475150"/>
            <a:chOff x="327125" y="2375600"/>
            <a:chExt cx="1552150" cy="3475150"/>
          </a:xfrm>
        </p:grpSpPr>
        <p:sp>
          <p:nvSpPr>
            <p:cNvPr id="1044" name="Google Shape;1044;p13"/>
            <p:cNvSpPr/>
            <p:nvPr/>
          </p:nvSpPr>
          <p:spPr>
            <a:xfrm>
              <a:off x="531425" y="2394425"/>
              <a:ext cx="115850" cy="3456325"/>
            </a:xfrm>
            <a:custGeom>
              <a:avLst/>
              <a:gdLst/>
              <a:ahLst/>
              <a:cxnLst/>
              <a:rect l="l" t="t" r="r" b="b"/>
              <a:pathLst>
                <a:path w="4634" h="138253" fill="none" extrusionOk="0">
                  <a:moveTo>
                    <a:pt x="3150" y="138253"/>
                  </a:moveTo>
                  <a:lnTo>
                    <a:pt x="3150" y="54872"/>
                  </a:lnTo>
                  <a:lnTo>
                    <a:pt x="0" y="51722"/>
                  </a:lnTo>
                  <a:lnTo>
                    <a:pt x="0" y="28714"/>
                  </a:lnTo>
                  <a:lnTo>
                    <a:pt x="4634" y="24058"/>
                  </a:lnTo>
                  <a:lnTo>
                    <a:pt x="4634"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13"/>
            <p:cNvSpPr/>
            <p:nvPr/>
          </p:nvSpPr>
          <p:spPr>
            <a:xfrm>
              <a:off x="627275" y="2375600"/>
              <a:ext cx="39975" cy="39950"/>
            </a:xfrm>
            <a:custGeom>
              <a:avLst/>
              <a:gdLst/>
              <a:ahLst/>
              <a:cxnLst/>
              <a:rect l="l" t="t" r="r" b="b"/>
              <a:pathLst>
                <a:path w="1599" h="1598" extrusionOk="0">
                  <a:moveTo>
                    <a:pt x="800" y="0"/>
                  </a:moveTo>
                  <a:cubicBezTo>
                    <a:pt x="366" y="0"/>
                    <a:pt x="1" y="365"/>
                    <a:pt x="1" y="799"/>
                  </a:cubicBezTo>
                  <a:cubicBezTo>
                    <a:pt x="1" y="1233"/>
                    <a:pt x="366" y="1598"/>
                    <a:pt x="800" y="1598"/>
                  </a:cubicBezTo>
                  <a:cubicBezTo>
                    <a:pt x="1256" y="1598"/>
                    <a:pt x="1599" y="1233"/>
                    <a:pt x="1599" y="799"/>
                  </a:cubicBezTo>
                  <a:cubicBezTo>
                    <a:pt x="1599" y="365"/>
                    <a:pt x="1256" y="0"/>
                    <a:pt x="800"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13"/>
            <p:cNvSpPr/>
            <p:nvPr/>
          </p:nvSpPr>
          <p:spPr>
            <a:xfrm>
              <a:off x="347100" y="2923975"/>
              <a:ext cx="112450" cy="2344175"/>
            </a:xfrm>
            <a:custGeom>
              <a:avLst/>
              <a:gdLst/>
              <a:ahLst/>
              <a:cxnLst/>
              <a:rect l="l" t="t" r="r" b="b"/>
              <a:pathLst>
                <a:path w="4498" h="93767" fill="none" extrusionOk="0">
                  <a:moveTo>
                    <a:pt x="4497" y="93766"/>
                  </a:moveTo>
                  <a:lnTo>
                    <a:pt x="4497" y="50855"/>
                  </a:lnTo>
                  <a:lnTo>
                    <a:pt x="1" y="46358"/>
                  </a:lnTo>
                  <a:lnTo>
                    <a:pt x="1"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13"/>
            <p:cNvSpPr/>
            <p:nvPr/>
          </p:nvSpPr>
          <p:spPr>
            <a:xfrm>
              <a:off x="327125" y="2904575"/>
              <a:ext cx="39975" cy="39950"/>
            </a:xfrm>
            <a:custGeom>
              <a:avLst/>
              <a:gdLst/>
              <a:ahLst/>
              <a:cxnLst/>
              <a:rect l="l" t="t" r="r" b="b"/>
              <a:pathLst>
                <a:path w="1599" h="1598" extrusionOk="0">
                  <a:moveTo>
                    <a:pt x="800" y="0"/>
                  </a:moveTo>
                  <a:cubicBezTo>
                    <a:pt x="366" y="0"/>
                    <a:pt x="1" y="365"/>
                    <a:pt x="1" y="799"/>
                  </a:cubicBezTo>
                  <a:cubicBezTo>
                    <a:pt x="1" y="1255"/>
                    <a:pt x="366" y="1598"/>
                    <a:pt x="800" y="1598"/>
                  </a:cubicBezTo>
                  <a:cubicBezTo>
                    <a:pt x="1233" y="1598"/>
                    <a:pt x="1599" y="1255"/>
                    <a:pt x="1599" y="799"/>
                  </a:cubicBezTo>
                  <a:cubicBezTo>
                    <a:pt x="1599" y="365"/>
                    <a:pt x="1233" y="0"/>
                    <a:pt x="800"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13"/>
            <p:cNvSpPr/>
            <p:nvPr/>
          </p:nvSpPr>
          <p:spPr>
            <a:xfrm>
              <a:off x="347100" y="2676875"/>
              <a:ext cx="192900" cy="374375"/>
            </a:xfrm>
            <a:custGeom>
              <a:avLst/>
              <a:gdLst/>
              <a:ahLst/>
              <a:cxnLst/>
              <a:rect l="l" t="t" r="r" b="b"/>
              <a:pathLst>
                <a:path w="7716" h="14975" fill="none" extrusionOk="0">
                  <a:moveTo>
                    <a:pt x="1" y="14974"/>
                  </a:moveTo>
                  <a:lnTo>
                    <a:pt x="7716" y="7259"/>
                  </a:lnTo>
                  <a:lnTo>
                    <a:pt x="7716" y="1"/>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13"/>
            <p:cNvSpPr/>
            <p:nvPr/>
          </p:nvSpPr>
          <p:spPr>
            <a:xfrm>
              <a:off x="520000" y="2658050"/>
              <a:ext cx="39975" cy="39975"/>
            </a:xfrm>
            <a:custGeom>
              <a:avLst/>
              <a:gdLst/>
              <a:ahLst/>
              <a:cxnLst/>
              <a:rect l="l" t="t" r="r" b="b"/>
              <a:pathLst>
                <a:path w="1599" h="1599" extrusionOk="0">
                  <a:moveTo>
                    <a:pt x="800" y="1"/>
                  </a:moveTo>
                  <a:cubicBezTo>
                    <a:pt x="366" y="1"/>
                    <a:pt x="1" y="366"/>
                    <a:pt x="1" y="799"/>
                  </a:cubicBezTo>
                  <a:cubicBezTo>
                    <a:pt x="1" y="1233"/>
                    <a:pt x="366" y="1598"/>
                    <a:pt x="800" y="1598"/>
                  </a:cubicBezTo>
                  <a:cubicBezTo>
                    <a:pt x="1233" y="1598"/>
                    <a:pt x="1598" y="1233"/>
                    <a:pt x="1598" y="799"/>
                  </a:cubicBezTo>
                  <a:cubicBezTo>
                    <a:pt x="1598" y="366"/>
                    <a:pt x="1233" y="1"/>
                    <a:pt x="800"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13"/>
            <p:cNvSpPr/>
            <p:nvPr/>
          </p:nvSpPr>
          <p:spPr>
            <a:xfrm>
              <a:off x="347100" y="4357400"/>
              <a:ext cx="25" cy="971225"/>
            </a:xfrm>
            <a:custGeom>
              <a:avLst/>
              <a:gdLst/>
              <a:ahLst/>
              <a:cxnLst/>
              <a:rect l="l" t="t" r="r" b="b"/>
              <a:pathLst>
                <a:path w="1" h="38849" fill="none" extrusionOk="0">
                  <a:moveTo>
                    <a:pt x="1" y="38849"/>
                  </a:moveTo>
                  <a:lnTo>
                    <a:pt x="1"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13"/>
            <p:cNvSpPr/>
            <p:nvPr/>
          </p:nvSpPr>
          <p:spPr>
            <a:xfrm>
              <a:off x="327125" y="4338550"/>
              <a:ext cx="39975" cy="39975"/>
            </a:xfrm>
            <a:custGeom>
              <a:avLst/>
              <a:gdLst/>
              <a:ahLst/>
              <a:cxnLst/>
              <a:rect l="l" t="t" r="r" b="b"/>
              <a:pathLst>
                <a:path w="1599" h="1599" extrusionOk="0">
                  <a:moveTo>
                    <a:pt x="800" y="1"/>
                  </a:moveTo>
                  <a:cubicBezTo>
                    <a:pt x="366" y="1"/>
                    <a:pt x="1" y="343"/>
                    <a:pt x="1" y="800"/>
                  </a:cubicBezTo>
                  <a:cubicBezTo>
                    <a:pt x="1" y="1234"/>
                    <a:pt x="366" y="1599"/>
                    <a:pt x="800" y="1599"/>
                  </a:cubicBezTo>
                  <a:cubicBezTo>
                    <a:pt x="1233" y="1599"/>
                    <a:pt x="1599" y="1234"/>
                    <a:pt x="1599" y="800"/>
                  </a:cubicBezTo>
                  <a:cubicBezTo>
                    <a:pt x="1599" y="343"/>
                    <a:pt x="1233" y="1"/>
                    <a:pt x="800"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13"/>
            <p:cNvSpPr/>
            <p:nvPr/>
          </p:nvSpPr>
          <p:spPr>
            <a:xfrm>
              <a:off x="690625" y="3227550"/>
              <a:ext cx="172925" cy="2083400"/>
            </a:xfrm>
            <a:custGeom>
              <a:avLst/>
              <a:gdLst/>
              <a:ahLst/>
              <a:cxnLst/>
              <a:rect l="l" t="t" r="r" b="b"/>
              <a:pathLst>
                <a:path w="6917" h="83336" fill="none" extrusionOk="0">
                  <a:moveTo>
                    <a:pt x="6917" y="83335"/>
                  </a:moveTo>
                  <a:lnTo>
                    <a:pt x="0" y="76396"/>
                  </a:lnTo>
                  <a:lnTo>
                    <a:pt x="0" y="15841"/>
                  </a:lnTo>
                  <a:lnTo>
                    <a:pt x="4954" y="10865"/>
                  </a:lnTo>
                  <a:lnTo>
                    <a:pt x="4954"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13"/>
            <p:cNvSpPr/>
            <p:nvPr/>
          </p:nvSpPr>
          <p:spPr>
            <a:xfrm>
              <a:off x="794475" y="3208700"/>
              <a:ext cx="39975" cy="39975"/>
            </a:xfrm>
            <a:custGeom>
              <a:avLst/>
              <a:gdLst/>
              <a:ahLst/>
              <a:cxnLst/>
              <a:rect l="l" t="t" r="r" b="b"/>
              <a:pathLst>
                <a:path w="1599" h="1599" extrusionOk="0">
                  <a:moveTo>
                    <a:pt x="800" y="1"/>
                  </a:moveTo>
                  <a:cubicBezTo>
                    <a:pt x="366" y="1"/>
                    <a:pt x="1" y="343"/>
                    <a:pt x="1" y="800"/>
                  </a:cubicBezTo>
                  <a:cubicBezTo>
                    <a:pt x="1" y="1234"/>
                    <a:pt x="366" y="1599"/>
                    <a:pt x="800" y="1599"/>
                  </a:cubicBezTo>
                  <a:cubicBezTo>
                    <a:pt x="1256" y="1599"/>
                    <a:pt x="1598" y="1234"/>
                    <a:pt x="1598" y="800"/>
                  </a:cubicBezTo>
                  <a:cubicBezTo>
                    <a:pt x="1598" y="343"/>
                    <a:pt x="1256" y="1"/>
                    <a:pt x="800"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13"/>
            <p:cNvSpPr/>
            <p:nvPr/>
          </p:nvSpPr>
          <p:spPr>
            <a:xfrm>
              <a:off x="776800" y="3899750"/>
              <a:ext cx="25" cy="1084800"/>
            </a:xfrm>
            <a:custGeom>
              <a:avLst/>
              <a:gdLst/>
              <a:ahLst/>
              <a:cxnLst/>
              <a:rect l="l" t="t" r="r" b="b"/>
              <a:pathLst>
                <a:path w="1" h="43392" fill="none" extrusionOk="0">
                  <a:moveTo>
                    <a:pt x="0" y="43391"/>
                  </a:moveTo>
                  <a:lnTo>
                    <a:pt x="0"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13"/>
            <p:cNvSpPr/>
            <p:nvPr/>
          </p:nvSpPr>
          <p:spPr>
            <a:xfrm>
              <a:off x="756825" y="4963400"/>
              <a:ext cx="40525" cy="39975"/>
            </a:xfrm>
            <a:custGeom>
              <a:avLst/>
              <a:gdLst/>
              <a:ahLst/>
              <a:cxnLst/>
              <a:rect l="l" t="t" r="r" b="b"/>
              <a:pathLst>
                <a:path w="1621" h="1599" extrusionOk="0">
                  <a:moveTo>
                    <a:pt x="799" y="1"/>
                  </a:moveTo>
                  <a:cubicBezTo>
                    <a:pt x="365" y="1"/>
                    <a:pt x="0" y="366"/>
                    <a:pt x="0" y="800"/>
                  </a:cubicBezTo>
                  <a:cubicBezTo>
                    <a:pt x="0" y="1233"/>
                    <a:pt x="365" y="1598"/>
                    <a:pt x="799" y="1598"/>
                  </a:cubicBezTo>
                  <a:cubicBezTo>
                    <a:pt x="1256" y="1598"/>
                    <a:pt x="1621" y="1233"/>
                    <a:pt x="1621" y="800"/>
                  </a:cubicBezTo>
                  <a:cubicBezTo>
                    <a:pt x="1621" y="366"/>
                    <a:pt x="1256" y="1"/>
                    <a:pt x="799"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13"/>
            <p:cNvSpPr/>
            <p:nvPr/>
          </p:nvSpPr>
          <p:spPr>
            <a:xfrm>
              <a:off x="756825" y="3880925"/>
              <a:ext cx="40525" cy="39950"/>
            </a:xfrm>
            <a:custGeom>
              <a:avLst/>
              <a:gdLst/>
              <a:ahLst/>
              <a:cxnLst/>
              <a:rect l="l" t="t" r="r" b="b"/>
              <a:pathLst>
                <a:path w="1621" h="1598" extrusionOk="0">
                  <a:moveTo>
                    <a:pt x="799" y="0"/>
                  </a:moveTo>
                  <a:cubicBezTo>
                    <a:pt x="365" y="0"/>
                    <a:pt x="0" y="342"/>
                    <a:pt x="0" y="799"/>
                  </a:cubicBezTo>
                  <a:cubicBezTo>
                    <a:pt x="0" y="1233"/>
                    <a:pt x="365" y="1598"/>
                    <a:pt x="799" y="1598"/>
                  </a:cubicBezTo>
                  <a:cubicBezTo>
                    <a:pt x="1256" y="1598"/>
                    <a:pt x="1621" y="1233"/>
                    <a:pt x="1621" y="799"/>
                  </a:cubicBezTo>
                  <a:cubicBezTo>
                    <a:pt x="1621" y="342"/>
                    <a:pt x="1256" y="0"/>
                    <a:pt x="799"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13"/>
            <p:cNvSpPr/>
            <p:nvPr/>
          </p:nvSpPr>
          <p:spPr>
            <a:xfrm>
              <a:off x="861250" y="3692600"/>
              <a:ext cx="445675" cy="1618350"/>
            </a:xfrm>
            <a:custGeom>
              <a:avLst/>
              <a:gdLst/>
              <a:ahLst/>
              <a:cxnLst/>
              <a:rect l="l" t="t" r="r" b="b"/>
              <a:pathLst>
                <a:path w="17827" h="64734" fill="none" extrusionOk="0">
                  <a:moveTo>
                    <a:pt x="17827" y="64733"/>
                  </a:moveTo>
                  <a:lnTo>
                    <a:pt x="4314" y="51221"/>
                  </a:lnTo>
                  <a:lnTo>
                    <a:pt x="4314" y="28258"/>
                  </a:lnTo>
                  <a:lnTo>
                    <a:pt x="0" y="23944"/>
                  </a:lnTo>
                  <a:lnTo>
                    <a:pt x="0" y="1"/>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13"/>
            <p:cNvSpPr/>
            <p:nvPr/>
          </p:nvSpPr>
          <p:spPr>
            <a:xfrm>
              <a:off x="841275" y="3673200"/>
              <a:ext cx="39975" cy="40550"/>
            </a:xfrm>
            <a:custGeom>
              <a:avLst/>
              <a:gdLst/>
              <a:ahLst/>
              <a:cxnLst/>
              <a:rect l="l" t="t" r="r" b="b"/>
              <a:pathLst>
                <a:path w="1599" h="1622" extrusionOk="0">
                  <a:moveTo>
                    <a:pt x="799" y="1"/>
                  </a:moveTo>
                  <a:cubicBezTo>
                    <a:pt x="343" y="1"/>
                    <a:pt x="0" y="366"/>
                    <a:pt x="0" y="800"/>
                  </a:cubicBezTo>
                  <a:cubicBezTo>
                    <a:pt x="0" y="1256"/>
                    <a:pt x="343" y="1621"/>
                    <a:pt x="799" y="1621"/>
                  </a:cubicBezTo>
                  <a:cubicBezTo>
                    <a:pt x="1233" y="1621"/>
                    <a:pt x="1598" y="1256"/>
                    <a:pt x="1598" y="800"/>
                  </a:cubicBezTo>
                  <a:cubicBezTo>
                    <a:pt x="1598" y="366"/>
                    <a:pt x="1233" y="1"/>
                    <a:pt x="799"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13"/>
            <p:cNvSpPr/>
            <p:nvPr/>
          </p:nvSpPr>
          <p:spPr>
            <a:xfrm>
              <a:off x="969100" y="4182200"/>
              <a:ext cx="174625" cy="556975"/>
            </a:xfrm>
            <a:custGeom>
              <a:avLst/>
              <a:gdLst/>
              <a:ahLst/>
              <a:cxnLst/>
              <a:rect l="l" t="t" r="r" b="b"/>
              <a:pathLst>
                <a:path w="6985" h="22279" fill="none" extrusionOk="0">
                  <a:moveTo>
                    <a:pt x="0" y="22278"/>
                  </a:moveTo>
                  <a:lnTo>
                    <a:pt x="6985" y="15294"/>
                  </a:lnTo>
                  <a:lnTo>
                    <a:pt x="6985" y="1"/>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13"/>
            <p:cNvSpPr/>
            <p:nvPr/>
          </p:nvSpPr>
          <p:spPr>
            <a:xfrm>
              <a:off x="1123725" y="4163375"/>
              <a:ext cx="39975" cy="39975"/>
            </a:xfrm>
            <a:custGeom>
              <a:avLst/>
              <a:gdLst/>
              <a:ahLst/>
              <a:cxnLst/>
              <a:rect l="l" t="t" r="r" b="b"/>
              <a:pathLst>
                <a:path w="1599" h="1599" extrusionOk="0">
                  <a:moveTo>
                    <a:pt x="800" y="1"/>
                  </a:moveTo>
                  <a:cubicBezTo>
                    <a:pt x="343" y="1"/>
                    <a:pt x="1" y="343"/>
                    <a:pt x="1" y="799"/>
                  </a:cubicBezTo>
                  <a:cubicBezTo>
                    <a:pt x="1" y="1233"/>
                    <a:pt x="343" y="1598"/>
                    <a:pt x="800" y="1598"/>
                  </a:cubicBezTo>
                  <a:cubicBezTo>
                    <a:pt x="1233" y="1598"/>
                    <a:pt x="1599" y="1233"/>
                    <a:pt x="1599" y="799"/>
                  </a:cubicBezTo>
                  <a:cubicBezTo>
                    <a:pt x="1599" y="343"/>
                    <a:pt x="1233" y="1"/>
                    <a:pt x="800"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13"/>
            <p:cNvSpPr/>
            <p:nvPr/>
          </p:nvSpPr>
          <p:spPr>
            <a:xfrm>
              <a:off x="1393075" y="4882950"/>
              <a:ext cx="25" cy="428000"/>
            </a:xfrm>
            <a:custGeom>
              <a:avLst/>
              <a:gdLst/>
              <a:ahLst/>
              <a:cxnLst/>
              <a:rect l="l" t="t" r="r" b="b"/>
              <a:pathLst>
                <a:path w="1" h="17120" fill="none" extrusionOk="0">
                  <a:moveTo>
                    <a:pt x="0" y="17119"/>
                  </a:moveTo>
                  <a:lnTo>
                    <a:pt x="0"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13"/>
            <p:cNvSpPr/>
            <p:nvPr/>
          </p:nvSpPr>
          <p:spPr>
            <a:xfrm>
              <a:off x="1373100" y="4864125"/>
              <a:ext cx="39975" cy="39950"/>
            </a:xfrm>
            <a:custGeom>
              <a:avLst/>
              <a:gdLst/>
              <a:ahLst/>
              <a:cxnLst/>
              <a:rect l="l" t="t" r="r" b="b"/>
              <a:pathLst>
                <a:path w="1599" h="1598" extrusionOk="0">
                  <a:moveTo>
                    <a:pt x="799" y="0"/>
                  </a:moveTo>
                  <a:cubicBezTo>
                    <a:pt x="343" y="0"/>
                    <a:pt x="1" y="365"/>
                    <a:pt x="1" y="799"/>
                  </a:cubicBezTo>
                  <a:cubicBezTo>
                    <a:pt x="1" y="1233"/>
                    <a:pt x="343" y="1598"/>
                    <a:pt x="799" y="1598"/>
                  </a:cubicBezTo>
                  <a:cubicBezTo>
                    <a:pt x="1233" y="1598"/>
                    <a:pt x="1598" y="1233"/>
                    <a:pt x="1598" y="799"/>
                  </a:cubicBezTo>
                  <a:cubicBezTo>
                    <a:pt x="1598" y="365"/>
                    <a:pt x="1233" y="0"/>
                    <a:pt x="799"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13"/>
            <p:cNvSpPr/>
            <p:nvPr/>
          </p:nvSpPr>
          <p:spPr>
            <a:xfrm>
              <a:off x="1714900" y="4922900"/>
              <a:ext cx="164375" cy="388050"/>
            </a:xfrm>
            <a:custGeom>
              <a:avLst/>
              <a:gdLst/>
              <a:ahLst/>
              <a:cxnLst/>
              <a:rect l="l" t="t" r="r" b="b"/>
              <a:pathLst>
                <a:path w="6575" h="15522" fill="none" extrusionOk="0">
                  <a:moveTo>
                    <a:pt x="6575" y="15521"/>
                  </a:moveTo>
                  <a:lnTo>
                    <a:pt x="6575" y="6574"/>
                  </a:lnTo>
                  <a:lnTo>
                    <a:pt x="1"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13"/>
            <p:cNvSpPr/>
            <p:nvPr/>
          </p:nvSpPr>
          <p:spPr>
            <a:xfrm>
              <a:off x="1693800" y="4903475"/>
              <a:ext cx="43950" cy="40275"/>
            </a:xfrm>
            <a:custGeom>
              <a:avLst/>
              <a:gdLst/>
              <a:ahLst/>
              <a:cxnLst/>
              <a:rect l="l" t="t" r="r" b="b"/>
              <a:pathLst>
                <a:path w="1758" h="1611" extrusionOk="0">
                  <a:moveTo>
                    <a:pt x="868" y="1"/>
                  </a:moveTo>
                  <a:cubicBezTo>
                    <a:pt x="662" y="1"/>
                    <a:pt x="457" y="92"/>
                    <a:pt x="297" y="252"/>
                  </a:cubicBezTo>
                  <a:cubicBezTo>
                    <a:pt x="0" y="549"/>
                    <a:pt x="0" y="1074"/>
                    <a:pt x="297" y="1370"/>
                  </a:cubicBezTo>
                  <a:cubicBezTo>
                    <a:pt x="457" y="1530"/>
                    <a:pt x="662" y="1610"/>
                    <a:pt x="868" y="1610"/>
                  </a:cubicBezTo>
                  <a:cubicBezTo>
                    <a:pt x="1073" y="1610"/>
                    <a:pt x="1279" y="1530"/>
                    <a:pt x="1438" y="1370"/>
                  </a:cubicBezTo>
                  <a:cubicBezTo>
                    <a:pt x="1758" y="1074"/>
                    <a:pt x="1758" y="549"/>
                    <a:pt x="1438" y="252"/>
                  </a:cubicBezTo>
                  <a:cubicBezTo>
                    <a:pt x="1279" y="92"/>
                    <a:pt x="1073" y="1"/>
                    <a:pt x="868"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65" name="Google Shape;1065;p13"/>
          <p:cNvSpPr txBox="1">
            <a:spLocks noGrp="1"/>
          </p:cNvSpPr>
          <p:nvPr>
            <p:ph type="title"/>
          </p:nvPr>
        </p:nvSpPr>
        <p:spPr>
          <a:xfrm>
            <a:off x="720000" y="461875"/>
            <a:ext cx="7704000" cy="488400"/>
          </a:xfrm>
          <a:prstGeom prst="rect">
            <a:avLst/>
          </a:prstGeom>
        </p:spPr>
        <p:txBody>
          <a:bodyPr spcFirstLastPara="1" wrap="square" lIns="0" tIns="0" rIns="0" bIns="0" anchor="t" anchorCtr="0">
            <a:noAutofit/>
          </a:bodyPr>
          <a:lstStyle>
            <a:lvl1pPr lvl="0" rtl="0">
              <a:spcBef>
                <a:spcPts val="0"/>
              </a:spcBef>
              <a:spcAft>
                <a:spcPts val="0"/>
              </a:spcAft>
              <a:buSzPts val="3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066" name="Google Shape;1066;p13"/>
          <p:cNvSpPr txBox="1">
            <a:spLocks noGrp="1"/>
          </p:cNvSpPr>
          <p:nvPr>
            <p:ph type="subTitle" idx="1"/>
          </p:nvPr>
        </p:nvSpPr>
        <p:spPr>
          <a:xfrm>
            <a:off x="719988" y="3728592"/>
            <a:ext cx="1751700" cy="645300"/>
          </a:xfrm>
          <a:prstGeom prst="rect">
            <a:avLst/>
          </a:prstGeom>
        </p:spPr>
        <p:txBody>
          <a:bodyPr spcFirstLastPara="1" wrap="square" lIns="0" tIns="0" rIns="0" bIns="0" anchor="ctr" anchorCtr="0">
            <a:noAutofit/>
          </a:bodyPr>
          <a:lstStyle>
            <a:lvl1pPr lvl="0"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1067" name="Google Shape;1067;p13"/>
          <p:cNvSpPr txBox="1">
            <a:spLocks noGrp="1"/>
          </p:cNvSpPr>
          <p:nvPr>
            <p:ph type="title" idx="2"/>
          </p:nvPr>
        </p:nvSpPr>
        <p:spPr>
          <a:xfrm>
            <a:off x="720000" y="2868050"/>
            <a:ext cx="1466700" cy="645300"/>
          </a:xfrm>
          <a:prstGeom prst="rect">
            <a:avLst/>
          </a:prstGeom>
        </p:spPr>
        <p:txBody>
          <a:bodyPr spcFirstLastPara="1" wrap="square" lIns="0" tIns="0" rIns="0" bIns="0" anchor="ctr" anchorCtr="0">
            <a:noAutofit/>
          </a:bodyPr>
          <a:lstStyle>
            <a:lvl1pPr lvl="0" algn="l"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068" name="Google Shape;1068;p13"/>
          <p:cNvSpPr txBox="1">
            <a:spLocks noGrp="1"/>
          </p:cNvSpPr>
          <p:nvPr>
            <p:ph type="title" idx="3" hasCustomPrompt="1"/>
          </p:nvPr>
        </p:nvSpPr>
        <p:spPr>
          <a:xfrm>
            <a:off x="878350" y="1766925"/>
            <a:ext cx="584700" cy="585300"/>
          </a:xfrm>
          <a:prstGeom prst="rect">
            <a:avLst/>
          </a:prstGeom>
        </p:spPr>
        <p:txBody>
          <a:bodyPr spcFirstLastPara="1" wrap="square" lIns="0" tIns="0" rIns="0" bIns="0" anchor="ctr" anchorCtr="0">
            <a:noAutofit/>
          </a:bodyPr>
          <a:lstStyle>
            <a:lvl1pPr lvl="0" algn="ctr" rtl="0">
              <a:spcBef>
                <a:spcPts val="0"/>
              </a:spcBef>
              <a:spcAft>
                <a:spcPts val="0"/>
              </a:spcAft>
              <a:buSzPts val="3000"/>
              <a:buNone/>
              <a:defRPr>
                <a:solidFill>
                  <a:schemeClr val="dk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069" name="Google Shape;1069;p13"/>
          <p:cNvSpPr txBox="1">
            <a:spLocks noGrp="1"/>
          </p:cNvSpPr>
          <p:nvPr>
            <p:ph type="subTitle" idx="4"/>
          </p:nvPr>
        </p:nvSpPr>
        <p:spPr>
          <a:xfrm>
            <a:off x="3666713" y="3728575"/>
            <a:ext cx="1751700" cy="645300"/>
          </a:xfrm>
          <a:prstGeom prst="rect">
            <a:avLst/>
          </a:prstGeom>
        </p:spPr>
        <p:txBody>
          <a:bodyPr spcFirstLastPara="1" wrap="square" lIns="0" tIns="0" rIns="0" bIns="0" anchor="ctr" anchorCtr="0">
            <a:noAutofit/>
          </a:bodyPr>
          <a:lstStyle>
            <a:lvl1pPr lvl="0"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1070" name="Google Shape;1070;p13"/>
          <p:cNvSpPr txBox="1">
            <a:spLocks noGrp="1"/>
          </p:cNvSpPr>
          <p:nvPr>
            <p:ph type="title" idx="5"/>
          </p:nvPr>
        </p:nvSpPr>
        <p:spPr>
          <a:xfrm>
            <a:off x="3666725" y="2868050"/>
            <a:ext cx="1422000" cy="645300"/>
          </a:xfrm>
          <a:prstGeom prst="rect">
            <a:avLst/>
          </a:prstGeom>
        </p:spPr>
        <p:txBody>
          <a:bodyPr spcFirstLastPara="1" wrap="square" lIns="0" tIns="0" rIns="0" bIns="0" anchor="ctr" anchorCtr="0">
            <a:noAutofit/>
          </a:bodyPr>
          <a:lstStyle>
            <a:lvl1pPr lvl="0" algn="l"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071" name="Google Shape;1071;p13"/>
          <p:cNvSpPr txBox="1">
            <a:spLocks noGrp="1"/>
          </p:cNvSpPr>
          <p:nvPr>
            <p:ph type="title" idx="6" hasCustomPrompt="1"/>
          </p:nvPr>
        </p:nvSpPr>
        <p:spPr>
          <a:xfrm>
            <a:off x="3828350" y="1766950"/>
            <a:ext cx="584700" cy="585300"/>
          </a:xfrm>
          <a:prstGeom prst="rect">
            <a:avLst/>
          </a:prstGeom>
        </p:spPr>
        <p:txBody>
          <a:bodyPr spcFirstLastPara="1" wrap="square" lIns="0" tIns="0" rIns="0" bIns="0" anchor="ctr" anchorCtr="0">
            <a:noAutofit/>
          </a:bodyPr>
          <a:lstStyle>
            <a:lvl1pPr lvl="0" algn="ctr" rtl="0">
              <a:spcBef>
                <a:spcPts val="0"/>
              </a:spcBef>
              <a:spcAft>
                <a:spcPts val="0"/>
              </a:spcAft>
              <a:buSzPts val="3000"/>
              <a:buNone/>
              <a:defRPr>
                <a:solidFill>
                  <a:schemeClr val="dk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072" name="Google Shape;1072;p13"/>
          <p:cNvSpPr txBox="1">
            <a:spLocks noGrp="1"/>
          </p:cNvSpPr>
          <p:nvPr>
            <p:ph type="subTitle" idx="7"/>
          </p:nvPr>
        </p:nvSpPr>
        <p:spPr>
          <a:xfrm>
            <a:off x="6672288" y="3728575"/>
            <a:ext cx="1751700" cy="645300"/>
          </a:xfrm>
          <a:prstGeom prst="rect">
            <a:avLst/>
          </a:prstGeom>
        </p:spPr>
        <p:txBody>
          <a:bodyPr spcFirstLastPara="1" wrap="square" lIns="0" tIns="0" rIns="0" bIns="0" anchor="ctr" anchorCtr="0">
            <a:noAutofit/>
          </a:bodyPr>
          <a:lstStyle>
            <a:lvl1pPr lvl="0"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1073" name="Google Shape;1073;p13"/>
          <p:cNvSpPr txBox="1">
            <a:spLocks noGrp="1"/>
          </p:cNvSpPr>
          <p:nvPr>
            <p:ph type="title" idx="8"/>
          </p:nvPr>
        </p:nvSpPr>
        <p:spPr>
          <a:xfrm>
            <a:off x="6672300" y="2868050"/>
            <a:ext cx="1368300" cy="645300"/>
          </a:xfrm>
          <a:prstGeom prst="rect">
            <a:avLst/>
          </a:prstGeom>
        </p:spPr>
        <p:txBody>
          <a:bodyPr spcFirstLastPara="1" wrap="square" lIns="0" tIns="0" rIns="0" bIns="0" anchor="ctr" anchorCtr="0">
            <a:noAutofit/>
          </a:bodyPr>
          <a:lstStyle>
            <a:lvl1pPr lvl="0" algn="l"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074" name="Google Shape;1074;p13"/>
          <p:cNvSpPr txBox="1">
            <a:spLocks noGrp="1"/>
          </p:cNvSpPr>
          <p:nvPr>
            <p:ph type="title" idx="9" hasCustomPrompt="1"/>
          </p:nvPr>
        </p:nvSpPr>
        <p:spPr>
          <a:xfrm>
            <a:off x="6832500" y="1766950"/>
            <a:ext cx="584700" cy="585300"/>
          </a:xfrm>
          <a:prstGeom prst="rect">
            <a:avLst/>
          </a:prstGeom>
        </p:spPr>
        <p:txBody>
          <a:bodyPr spcFirstLastPara="1" wrap="square" lIns="0" tIns="0" rIns="0" bIns="0" anchor="ctr" anchorCtr="0">
            <a:noAutofit/>
          </a:bodyPr>
          <a:lstStyle>
            <a:lvl1pPr lvl="0" algn="ctr" rtl="0">
              <a:spcBef>
                <a:spcPts val="0"/>
              </a:spcBef>
              <a:spcAft>
                <a:spcPts val="0"/>
              </a:spcAft>
              <a:buSzPts val="3000"/>
              <a:buNone/>
              <a:defRPr>
                <a:solidFill>
                  <a:schemeClr val="dk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075" name="Google Shape;1075;p13"/>
          <p:cNvSpPr/>
          <p:nvPr/>
        </p:nvSpPr>
        <p:spPr>
          <a:xfrm rot="5400000">
            <a:off x="500408" y="-71091"/>
            <a:ext cx="148483" cy="290677"/>
          </a:xfrm>
          <a:custGeom>
            <a:avLst/>
            <a:gdLst/>
            <a:ahLst/>
            <a:cxnLst/>
            <a:rect l="l" t="t" r="r" b="b"/>
            <a:pathLst>
              <a:path w="1204" h="2357" fill="none" extrusionOk="0">
                <a:moveTo>
                  <a:pt x="0" y="0"/>
                </a:moveTo>
                <a:lnTo>
                  <a:pt x="1203"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13"/>
          <p:cNvSpPr/>
          <p:nvPr/>
        </p:nvSpPr>
        <p:spPr>
          <a:xfrm rot="5400000">
            <a:off x="501950" y="75727"/>
            <a:ext cx="145400" cy="290677"/>
          </a:xfrm>
          <a:custGeom>
            <a:avLst/>
            <a:gdLst/>
            <a:ahLst/>
            <a:cxnLst/>
            <a:rect l="l" t="t" r="r" b="b"/>
            <a:pathLst>
              <a:path w="1179" h="2357" fill="none" extrusionOk="0">
                <a:moveTo>
                  <a:pt x="0" y="0"/>
                </a:moveTo>
                <a:lnTo>
                  <a:pt x="1178"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13"/>
          <p:cNvSpPr/>
          <p:nvPr/>
        </p:nvSpPr>
        <p:spPr>
          <a:xfrm rot="5400000">
            <a:off x="500408" y="222546"/>
            <a:ext cx="148483" cy="290677"/>
          </a:xfrm>
          <a:custGeom>
            <a:avLst/>
            <a:gdLst/>
            <a:ahLst/>
            <a:cxnLst/>
            <a:rect l="l" t="t" r="r" b="b"/>
            <a:pathLst>
              <a:path w="1204" h="2357" fill="none" extrusionOk="0">
                <a:moveTo>
                  <a:pt x="0" y="0"/>
                </a:moveTo>
                <a:lnTo>
                  <a:pt x="1203"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13"/>
          <p:cNvSpPr/>
          <p:nvPr/>
        </p:nvSpPr>
        <p:spPr>
          <a:xfrm rot="5400000">
            <a:off x="501950" y="369365"/>
            <a:ext cx="145400" cy="290677"/>
          </a:xfrm>
          <a:custGeom>
            <a:avLst/>
            <a:gdLst/>
            <a:ahLst/>
            <a:cxnLst/>
            <a:rect l="l" t="t" r="r" b="b"/>
            <a:pathLst>
              <a:path w="1179" h="2357" fill="none" extrusionOk="0">
                <a:moveTo>
                  <a:pt x="0" y="0"/>
                </a:moveTo>
                <a:lnTo>
                  <a:pt x="1178"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13"/>
          <p:cNvSpPr/>
          <p:nvPr/>
        </p:nvSpPr>
        <p:spPr>
          <a:xfrm rot="5400000">
            <a:off x="500408" y="516183"/>
            <a:ext cx="148483" cy="290677"/>
          </a:xfrm>
          <a:custGeom>
            <a:avLst/>
            <a:gdLst/>
            <a:ahLst/>
            <a:cxnLst/>
            <a:rect l="l" t="t" r="r" b="b"/>
            <a:pathLst>
              <a:path w="1204" h="2357" fill="none" extrusionOk="0">
                <a:moveTo>
                  <a:pt x="0" y="0"/>
                </a:moveTo>
                <a:lnTo>
                  <a:pt x="1203"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13"/>
          <p:cNvSpPr/>
          <p:nvPr/>
        </p:nvSpPr>
        <p:spPr>
          <a:xfrm rot="5400000">
            <a:off x="501950" y="663002"/>
            <a:ext cx="145400" cy="290677"/>
          </a:xfrm>
          <a:custGeom>
            <a:avLst/>
            <a:gdLst/>
            <a:ahLst/>
            <a:cxnLst/>
            <a:rect l="l" t="t" r="r" b="b"/>
            <a:pathLst>
              <a:path w="1179" h="2357" fill="none" extrusionOk="0">
                <a:moveTo>
                  <a:pt x="0" y="0"/>
                </a:moveTo>
                <a:lnTo>
                  <a:pt x="1178"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hanks">
  <p:cSld name="CUSTOM_6">
    <p:spTree>
      <p:nvGrpSpPr>
        <p:cNvPr id="1" name="Shape 1709"/>
        <p:cNvGrpSpPr/>
        <p:nvPr/>
      </p:nvGrpSpPr>
      <p:grpSpPr>
        <a:xfrm>
          <a:off x="0" y="0"/>
          <a:ext cx="0" cy="0"/>
          <a:chOff x="0" y="0"/>
          <a:chExt cx="0" cy="0"/>
        </a:xfrm>
      </p:grpSpPr>
      <p:grpSp>
        <p:nvGrpSpPr>
          <p:cNvPr id="1710" name="Google Shape;1710;p20"/>
          <p:cNvGrpSpPr/>
          <p:nvPr/>
        </p:nvGrpSpPr>
        <p:grpSpPr>
          <a:xfrm>
            <a:off x="730476" y="4569012"/>
            <a:ext cx="1602149" cy="244468"/>
            <a:chOff x="1675453" y="-1233273"/>
            <a:chExt cx="1032712" cy="157579"/>
          </a:xfrm>
        </p:grpSpPr>
        <p:sp>
          <p:nvSpPr>
            <p:cNvPr id="1711" name="Google Shape;1711;p20"/>
            <p:cNvSpPr/>
            <p:nvPr/>
          </p:nvSpPr>
          <p:spPr>
            <a:xfrm flipH="1">
              <a:off x="2562766" y="-1233273"/>
              <a:ext cx="145399" cy="157579"/>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20"/>
            <p:cNvSpPr/>
            <p:nvPr/>
          </p:nvSpPr>
          <p:spPr>
            <a:xfrm flipH="1">
              <a:off x="2473573" y="-1233273"/>
              <a:ext cx="145982" cy="157579"/>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20"/>
            <p:cNvSpPr/>
            <p:nvPr/>
          </p:nvSpPr>
          <p:spPr>
            <a:xfrm flipH="1">
              <a:off x="2384964" y="-1233273"/>
              <a:ext cx="145982" cy="157579"/>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20"/>
            <p:cNvSpPr/>
            <p:nvPr/>
          </p:nvSpPr>
          <p:spPr>
            <a:xfrm flipH="1">
              <a:off x="2296354" y="-1233273"/>
              <a:ext cx="145982" cy="157579"/>
            </a:xfrm>
            <a:custGeom>
              <a:avLst/>
              <a:gdLst/>
              <a:ahLst/>
              <a:cxnLst/>
              <a:rect l="l" t="t" r="r" b="b"/>
              <a:pathLst>
                <a:path w="5753" h="6210" extrusionOk="0">
                  <a:moveTo>
                    <a:pt x="1" y="1"/>
                  </a:moveTo>
                  <a:lnTo>
                    <a:pt x="3516" y="3265"/>
                  </a:lnTo>
                  <a:lnTo>
                    <a:pt x="366"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20"/>
            <p:cNvSpPr/>
            <p:nvPr/>
          </p:nvSpPr>
          <p:spPr>
            <a:xfrm flipH="1">
              <a:off x="2207719" y="-1233273"/>
              <a:ext cx="145982" cy="157579"/>
            </a:xfrm>
            <a:custGeom>
              <a:avLst/>
              <a:gdLst/>
              <a:ahLst/>
              <a:cxnLst/>
              <a:rect l="l" t="t" r="r" b="b"/>
              <a:pathLst>
                <a:path w="5753" h="6210" extrusionOk="0">
                  <a:moveTo>
                    <a:pt x="0" y="1"/>
                  </a:moveTo>
                  <a:lnTo>
                    <a:pt x="3515"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20"/>
            <p:cNvSpPr/>
            <p:nvPr/>
          </p:nvSpPr>
          <p:spPr>
            <a:xfrm flipH="1">
              <a:off x="2119110" y="-1233273"/>
              <a:ext cx="145982" cy="157579"/>
            </a:xfrm>
            <a:custGeom>
              <a:avLst/>
              <a:gdLst/>
              <a:ahLst/>
              <a:cxnLst/>
              <a:rect l="l" t="t" r="r" b="b"/>
              <a:pathLst>
                <a:path w="5753" h="6210" extrusionOk="0">
                  <a:moveTo>
                    <a:pt x="0" y="1"/>
                  </a:moveTo>
                  <a:lnTo>
                    <a:pt x="3516"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20"/>
            <p:cNvSpPr/>
            <p:nvPr/>
          </p:nvSpPr>
          <p:spPr>
            <a:xfrm flipH="1">
              <a:off x="2030500" y="-1233273"/>
              <a:ext cx="145982" cy="157579"/>
            </a:xfrm>
            <a:custGeom>
              <a:avLst/>
              <a:gdLst/>
              <a:ahLst/>
              <a:cxnLst/>
              <a:rect l="l" t="t" r="r" b="b"/>
              <a:pathLst>
                <a:path w="5753" h="6210" extrusionOk="0">
                  <a:moveTo>
                    <a:pt x="1" y="1"/>
                  </a:moveTo>
                  <a:lnTo>
                    <a:pt x="3516" y="3265"/>
                  </a:lnTo>
                  <a:lnTo>
                    <a:pt x="389"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20"/>
            <p:cNvSpPr/>
            <p:nvPr/>
          </p:nvSpPr>
          <p:spPr>
            <a:xfrm flipH="1">
              <a:off x="1941891" y="-1233273"/>
              <a:ext cx="145399" cy="157579"/>
            </a:xfrm>
            <a:custGeom>
              <a:avLst/>
              <a:gdLst/>
              <a:ahLst/>
              <a:cxnLst/>
              <a:rect l="l" t="t" r="r" b="b"/>
              <a:pathLst>
                <a:path w="5730" h="6210" extrusionOk="0">
                  <a:moveTo>
                    <a:pt x="1" y="1"/>
                  </a:moveTo>
                  <a:lnTo>
                    <a:pt x="3493" y="3265"/>
                  </a:lnTo>
                  <a:lnTo>
                    <a:pt x="366" y="6209"/>
                  </a:lnTo>
                  <a:lnTo>
                    <a:pt x="2603" y="6209"/>
                  </a:lnTo>
                  <a:lnTo>
                    <a:pt x="5730"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20"/>
            <p:cNvSpPr/>
            <p:nvPr/>
          </p:nvSpPr>
          <p:spPr>
            <a:xfrm flipH="1">
              <a:off x="1853256" y="-1233273"/>
              <a:ext cx="145399" cy="157579"/>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20"/>
            <p:cNvSpPr/>
            <p:nvPr/>
          </p:nvSpPr>
          <p:spPr>
            <a:xfrm flipH="1">
              <a:off x="1764063" y="-1233273"/>
              <a:ext cx="145982" cy="157579"/>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20"/>
            <p:cNvSpPr/>
            <p:nvPr/>
          </p:nvSpPr>
          <p:spPr>
            <a:xfrm flipH="1">
              <a:off x="1675453" y="-1233273"/>
              <a:ext cx="145982" cy="157579"/>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22" name="Google Shape;1722;p20"/>
          <p:cNvGrpSpPr/>
          <p:nvPr/>
        </p:nvGrpSpPr>
        <p:grpSpPr>
          <a:xfrm>
            <a:off x="8488400" y="2728975"/>
            <a:ext cx="1552150" cy="3475150"/>
            <a:chOff x="327125" y="2375600"/>
            <a:chExt cx="1552150" cy="3475150"/>
          </a:xfrm>
        </p:grpSpPr>
        <p:sp>
          <p:nvSpPr>
            <p:cNvPr id="1723" name="Google Shape;1723;p20"/>
            <p:cNvSpPr/>
            <p:nvPr/>
          </p:nvSpPr>
          <p:spPr>
            <a:xfrm>
              <a:off x="531425" y="2394425"/>
              <a:ext cx="115850" cy="3456325"/>
            </a:xfrm>
            <a:custGeom>
              <a:avLst/>
              <a:gdLst/>
              <a:ahLst/>
              <a:cxnLst/>
              <a:rect l="l" t="t" r="r" b="b"/>
              <a:pathLst>
                <a:path w="4634" h="138253" fill="none" extrusionOk="0">
                  <a:moveTo>
                    <a:pt x="3150" y="138253"/>
                  </a:moveTo>
                  <a:lnTo>
                    <a:pt x="3150" y="54872"/>
                  </a:lnTo>
                  <a:lnTo>
                    <a:pt x="0" y="51722"/>
                  </a:lnTo>
                  <a:lnTo>
                    <a:pt x="0" y="28714"/>
                  </a:lnTo>
                  <a:lnTo>
                    <a:pt x="4634" y="24058"/>
                  </a:lnTo>
                  <a:lnTo>
                    <a:pt x="4634"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20"/>
            <p:cNvSpPr/>
            <p:nvPr/>
          </p:nvSpPr>
          <p:spPr>
            <a:xfrm>
              <a:off x="627275" y="2375600"/>
              <a:ext cx="39975" cy="39950"/>
            </a:xfrm>
            <a:custGeom>
              <a:avLst/>
              <a:gdLst/>
              <a:ahLst/>
              <a:cxnLst/>
              <a:rect l="l" t="t" r="r" b="b"/>
              <a:pathLst>
                <a:path w="1599" h="1598" extrusionOk="0">
                  <a:moveTo>
                    <a:pt x="800" y="0"/>
                  </a:moveTo>
                  <a:cubicBezTo>
                    <a:pt x="366" y="0"/>
                    <a:pt x="1" y="365"/>
                    <a:pt x="1" y="799"/>
                  </a:cubicBezTo>
                  <a:cubicBezTo>
                    <a:pt x="1" y="1233"/>
                    <a:pt x="366" y="1598"/>
                    <a:pt x="800" y="1598"/>
                  </a:cubicBezTo>
                  <a:cubicBezTo>
                    <a:pt x="1256" y="1598"/>
                    <a:pt x="1599" y="1233"/>
                    <a:pt x="1599" y="799"/>
                  </a:cubicBezTo>
                  <a:cubicBezTo>
                    <a:pt x="1599" y="365"/>
                    <a:pt x="1256" y="0"/>
                    <a:pt x="800"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20"/>
            <p:cNvSpPr/>
            <p:nvPr/>
          </p:nvSpPr>
          <p:spPr>
            <a:xfrm>
              <a:off x="347100" y="2923975"/>
              <a:ext cx="112450" cy="2344175"/>
            </a:xfrm>
            <a:custGeom>
              <a:avLst/>
              <a:gdLst/>
              <a:ahLst/>
              <a:cxnLst/>
              <a:rect l="l" t="t" r="r" b="b"/>
              <a:pathLst>
                <a:path w="4498" h="93767" fill="none" extrusionOk="0">
                  <a:moveTo>
                    <a:pt x="4497" y="93766"/>
                  </a:moveTo>
                  <a:lnTo>
                    <a:pt x="4497" y="50855"/>
                  </a:lnTo>
                  <a:lnTo>
                    <a:pt x="1" y="46358"/>
                  </a:lnTo>
                  <a:lnTo>
                    <a:pt x="1" y="0"/>
                  </a:lnTo>
                </a:path>
              </a:pathLst>
            </a:custGeom>
            <a:solidFill>
              <a:schemeClr val="accent1"/>
            </a:solidFill>
            <a:ln w="13125" cap="flat" cmpd="sng">
              <a:solidFill>
                <a:schemeClr val="accent1"/>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20"/>
            <p:cNvSpPr/>
            <p:nvPr/>
          </p:nvSpPr>
          <p:spPr>
            <a:xfrm>
              <a:off x="327125" y="2904575"/>
              <a:ext cx="39975" cy="39950"/>
            </a:xfrm>
            <a:custGeom>
              <a:avLst/>
              <a:gdLst/>
              <a:ahLst/>
              <a:cxnLst/>
              <a:rect l="l" t="t" r="r" b="b"/>
              <a:pathLst>
                <a:path w="1599" h="1598" extrusionOk="0">
                  <a:moveTo>
                    <a:pt x="800" y="0"/>
                  </a:moveTo>
                  <a:cubicBezTo>
                    <a:pt x="366" y="0"/>
                    <a:pt x="1" y="365"/>
                    <a:pt x="1" y="799"/>
                  </a:cubicBezTo>
                  <a:cubicBezTo>
                    <a:pt x="1" y="1255"/>
                    <a:pt x="366" y="1598"/>
                    <a:pt x="800" y="1598"/>
                  </a:cubicBezTo>
                  <a:cubicBezTo>
                    <a:pt x="1233" y="1598"/>
                    <a:pt x="1599" y="1255"/>
                    <a:pt x="1599" y="799"/>
                  </a:cubicBezTo>
                  <a:cubicBezTo>
                    <a:pt x="1599" y="365"/>
                    <a:pt x="1233" y="0"/>
                    <a:pt x="800"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20"/>
            <p:cNvSpPr/>
            <p:nvPr/>
          </p:nvSpPr>
          <p:spPr>
            <a:xfrm>
              <a:off x="347100" y="2676875"/>
              <a:ext cx="192900" cy="374375"/>
            </a:xfrm>
            <a:custGeom>
              <a:avLst/>
              <a:gdLst/>
              <a:ahLst/>
              <a:cxnLst/>
              <a:rect l="l" t="t" r="r" b="b"/>
              <a:pathLst>
                <a:path w="7716" h="14975" fill="none" extrusionOk="0">
                  <a:moveTo>
                    <a:pt x="1" y="14974"/>
                  </a:moveTo>
                  <a:lnTo>
                    <a:pt x="7716" y="7259"/>
                  </a:lnTo>
                  <a:lnTo>
                    <a:pt x="7716" y="1"/>
                  </a:lnTo>
                </a:path>
              </a:pathLst>
            </a:custGeom>
            <a:solidFill>
              <a:schemeClr val="accent1"/>
            </a:solidFill>
            <a:ln w="13125" cap="flat" cmpd="sng">
              <a:solidFill>
                <a:schemeClr val="accent1"/>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20"/>
            <p:cNvSpPr/>
            <p:nvPr/>
          </p:nvSpPr>
          <p:spPr>
            <a:xfrm>
              <a:off x="520000" y="2658050"/>
              <a:ext cx="39975" cy="39975"/>
            </a:xfrm>
            <a:custGeom>
              <a:avLst/>
              <a:gdLst/>
              <a:ahLst/>
              <a:cxnLst/>
              <a:rect l="l" t="t" r="r" b="b"/>
              <a:pathLst>
                <a:path w="1599" h="1599" extrusionOk="0">
                  <a:moveTo>
                    <a:pt x="800" y="1"/>
                  </a:moveTo>
                  <a:cubicBezTo>
                    <a:pt x="366" y="1"/>
                    <a:pt x="1" y="366"/>
                    <a:pt x="1" y="799"/>
                  </a:cubicBezTo>
                  <a:cubicBezTo>
                    <a:pt x="1" y="1233"/>
                    <a:pt x="366" y="1598"/>
                    <a:pt x="800" y="1598"/>
                  </a:cubicBezTo>
                  <a:cubicBezTo>
                    <a:pt x="1233" y="1598"/>
                    <a:pt x="1598" y="1233"/>
                    <a:pt x="1598" y="799"/>
                  </a:cubicBezTo>
                  <a:cubicBezTo>
                    <a:pt x="1598" y="366"/>
                    <a:pt x="1233" y="1"/>
                    <a:pt x="80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20"/>
            <p:cNvSpPr/>
            <p:nvPr/>
          </p:nvSpPr>
          <p:spPr>
            <a:xfrm>
              <a:off x="347100" y="4357400"/>
              <a:ext cx="25" cy="971225"/>
            </a:xfrm>
            <a:custGeom>
              <a:avLst/>
              <a:gdLst/>
              <a:ahLst/>
              <a:cxnLst/>
              <a:rect l="l" t="t" r="r" b="b"/>
              <a:pathLst>
                <a:path w="1" h="38849" fill="none" extrusionOk="0">
                  <a:moveTo>
                    <a:pt x="1" y="38849"/>
                  </a:moveTo>
                  <a:lnTo>
                    <a:pt x="1"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20"/>
            <p:cNvSpPr/>
            <p:nvPr/>
          </p:nvSpPr>
          <p:spPr>
            <a:xfrm>
              <a:off x="327125" y="4338550"/>
              <a:ext cx="39975" cy="39975"/>
            </a:xfrm>
            <a:custGeom>
              <a:avLst/>
              <a:gdLst/>
              <a:ahLst/>
              <a:cxnLst/>
              <a:rect l="l" t="t" r="r" b="b"/>
              <a:pathLst>
                <a:path w="1599" h="1599" extrusionOk="0">
                  <a:moveTo>
                    <a:pt x="800" y="1"/>
                  </a:moveTo>
                  <a:cubicBezTo>
                    <a:pt x="366" y="1"/>
                    <a:pt x="1" y="343"/>
                    <a:pt x="1" y="800"/>
                  </a:cubicBezTo>
                  <a:cubicBezTo>
                    <a:pt x="1" y="1234"/>
                    <a:pt x="366" y="1599"/>
                    <a:pt x="800" y="1599"/>
                  </a:cubicBezTo>
                  <a:cubicBezTo>
                    <a:pt x="1233" y="1599"/>
                    <a:pt x="1599" y="1234"/>
                    <a:pt x="1599" y="800"/>
                  </a:cubicBezTo>
                  <a:cubicBezTo>
                    <a:pt x="1599" y="343"/>
                    <a:pt x="1233" y="1"/>
                    <a:pt x="800"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20"/>
            <p:cNvSpPr/>
            <p:nvPr/>
          </p:nvSpPr>
          <p:spPr>
            <a:xfrm>
              <a:off x="690625" y="3227550"/>
              <a:ext cx="172925" cy="2083400"/>
            </a:xfrm>
            <a:custGeom>
              <a:avLst/>
              <a:gdLst/>
              <a:ahLst/>
              <a:cxnLst/>
              <a:rect l="l" t="t" r="r" b="b"/>
              <a:pathLst>
                <a:path w="6917" h="83336" fill="none" extrusionOk="0">
                  <a:moveTo>
                    <a:pt x="6917" y="83335"/>
                  </a:moveTo>
                  <a:lnTo>
                    <a:pt x="0" y="76396"/>
                  </a:lnTo>
                  <a:lnTo>
                    <a:pt x="0" y="15841"/>
                  </a:lnTo>
                  <a:lnTo>
                    <a:pt x="4954" y="10865"/>
                  </a:lnTo>
                  <a:lnTo>
                    <a:pt x="4954"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20"/>
            <p:cNvSpPr/>
            <p:nvPr/>
          </p:nvSpPr>
          <p:spPr>
            <a:xfrm>
              <a:off x="794475" y="3208700"/>
              <a:ext cx="39975" cy="39975"/>
            </a:xfrm>
            <a:custGeom>
              <a:avLst/>
              <a:gdLst/>
              <a:ahLst/>
              <a:cxnLst/>
              <a:rect l="l" t="t" r="r" b="b"/>
              <a:pathLst>
                <a:path w="1599" h="1599" extrusionOk="0">
                  <a:moveTo>
                    <a:pt x="800" y="1"/>
                  </a:moveTo>
                  <a:cubicBezTo>
                    <a:pt x="366" y="1"/>
                    <a:pt x="1" y="343"/>
                    <a:pt x="1" y="800"/>
                  </a:cubicBezTo>
                  <a:cubicBezTo>
                    <a:pt x="1" y="1234"/>
                    <a:pt x="366" y="1599"/>
                    <a:pt x="800" y="1599"/>
                  </a:cubicBezTo>
                  <a:cubicBezTo>
                    <a:pt x="1256" y="1599"/>
                    <a:pt x="1598" y="1234"/>
                    <a:pt x="1598" y="800"/>
                  </a:cubicBezTo>
                  <a:cubicBezTo>
                    <a:pt x="1598" y="343"/>
                    <a:pt x="1256" y="1"/>
                    <a:pt x="800"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20"/>
            <p:cNvSpPr/>
            <p:nvPr/>
          </p:nvSpPr>
          <p:spPr>
            <a:xfrm>
              <a:off x="776800" y="3899750"/>
              <a:ext cx="25" cy="1084800"/>
            </a:xfrm>
            <a:custGeom>
              <a:avLst/>
              <a:gdLst/>
              <a:ahLst/>
              <a:cxnLst/>
              <a:rect l="l" t="t" r="r" b="b"/>
              <a:pathLst>
                <a:path w="1" h="43392" fill="none" extrusionOk="0">
                  <a:moveTo>
                    <a:pt x="0" y="43391"/>
                  </a:moveTo>
                  <a:lnTo>
                    <a:pt x="0"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20"/>
            <p:cNvSpPr/>
            <p:nvPr/>
          </p:nvSpPr>
          <p:spPr>
            <a:xfrm>
              <a:off x="756825" y="4963400"/>
              <a:ext cx="40525" cy="39975"/>
            </a:xfrm>
            <a:custGeom>
              <a:avLst/>
              <a:gdLst/>
              <a:ahLst/>
              <a:cxnLst/>
              <a:rect l="l" t="t" r="r" b="b"/>
              <a:pathLst>
                <a:path w="1621" h="1599" extrusionOk="0">
                  <a:moveTo>
                    <a:pt x="799" y="1"/>
                  </a:moveTo>
                  <a:cubicBezTo>
                    <a:pt x="365" y="1"/>
                    <a:pt x="0" y="366"/>
                    <a:pt x="0" y="800"/>
                  </a:cubicBezTo>
                  <a:cubicBezTo>
                    <a:pt x="0" y="1233"/>
                    <a:pt x="365" y="1598"/>
                    <a:pt x="799" y="1598"/>
                  </a:cubicBezTo>
                  <a:cubicBezTo>
                    <a:pt x="1256" y="1598"/>
                    <a:pt x="1621" y="1233"/>
                    <a:pt x="1621" y="800"/>
                  </a:cubicBezTo>
                  <a:cubicBezTo>
                    <a:pt x="1621" y="366"/>
                    <a:pt x="1256" y="1"/>
                    <a:pt x="799"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20"/>
            <p:cNvSpPr/>
            <p:nvPr/>
          </p:nvSpPr>
          <p:spPr>
            <a:xfrm>
              <a:off x="756825" y="3880925"/>
              <a:ext cx="40525" cy="39950"/>
            </a:xfrm>
            <a:custGeom>
              <a:avLst/>
              <a:gdLst/>
              <a:ahLst/>
              <a:cxnLst/>
              <a:rect l="l" t="t" r="r" b="b"/>
              <a:pathLst>
                <a:path w="1621" h="1598" extrusionOk="0">
                  <a:moveTo>
                    <a:pt x="799" y="0"/>
                  </a:moveTo>
                  <a:cubicBezTo>
                    <a:pt x="365" y="0"/>
                    <a:pt x="0" y="342"/>
                    <a:pt x="0" y="799"/>
                  </a:cubicBezTo>
                  <a:cubicBezTo>
                    <a:pt x="0" y="1233"/>
                    <a:pt x="365" y="1598"/>
                    <a:pt x="799" y="1598"/>
                  </a:cubicBezTo>
                  <a:cubicBezTo>
                    <a:pt x="1256" y="1598"/>
                    <a:pt x="1621" y="1233"/>
                    <a:pt x="1621" y="799"/>
                  </a:cubicBezTo>
                  <a:cubicBezTo>
                    <a:pt x="1621" y="342"/>
                    <a:pt x="1256" y="0"/>
                    <a:pt x="799"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20"/>
            <p:cNvSpPr/>
            <p:nvPr/>
          </p:nvSpPr>
          <p:spPr>
            <a:xfrm>
              <a:off x="861250" y="3692600"/>
              <a:ext cx="445675" cy="1618350"/>
            </a:xfrm>
            <a:custGeom>
              <a:avLst/>
              <a:gdLst/>
              <a:ahLst/>
              <a:cxnLst/>
              <a:rect l="l" t="t" r="r" b="b"/>
              <a:pathLst>
                <a:path w="17827" h="64734" fill="none" extrusionOk="0">
                  <a:moveTo>
                    <a:pt x="17827" y="64733"/>
                  </a:moveTo>
                  <a:lnTo>
                    <a:pt x="4314" y="51221"/>
                  </a:lnTo>
                  <a:lnTo>
                    <a:pt x="4314" y="28258"/>
                  </a:lnTo>
                  <a:lnTo>
                    <a:pt x="0" y="23944"/>
                  </a:lnTo>
                  <a:lnTo>
                    <a:pt x="0" y="1"/>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20"/>
            <p:cNvSpPr/>
            <p:nvPr/>
          </p:nvSpPr>
          <p:spPr>
            <a:xfrm>
              <a:off x="841275" y="3673200"/>
              <a:ext cx="39975" cy="40550"/>
            </a:xfrm>
            <a:custGeom>
              <a:avLst/>
              <a:gdLst/>
              <a:ahLst/>
              <a:cxnLst/>
              <a:rect l="l" t="t" r="r" b="b"/>
              <a:pathLst>
                <a:path w="1599" h="1622" extrusionOk="0">
                  <a:moveTo>
                    <a:pt x="799" y="1"/>
                  </a:moveTo>
                  <a:cubicBezTo>
                    <a:pt x="343" y="1"/>
                    <a:pt x="0" y="366"/>
                    <a:pt x="0" y="800"/>
                  </a:cubicBezTo>
                  <a:cubicBezTo>
                    <a:pt x="0" y="1256"/>
                    <a:pt x="343" y="1621"/>
                    <a:pt x="799" y="1621"/>
                  </a:cubicBezTo>
                  <a:cubicBezTo>
                    <a:pt x="1233" y="1621"/>
                    <a:pt x="1598" y="1256"/>
                    <a:pt x="1598" y="800"/>
                  </a:cubicBezTo>
                  <a:cubicBezTo>
                    <a:pt x="1598" y="366"/>
                    <a:pt x="1233" y="1"/>
                    <a:pt x="799"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20"/>
            <p:cNvSpPr/>
            <p:nvPr/>
          </p:nvSpPr>
          <p:spPr>
            <a:xfrm>
              <a:off x="969100" y="4182200"/>
              <a:ext cx="174625" cy="556975"/>
            </a:xfrm>
            <a:custGeom>
              <a:avLst/>
              <a:gdLst/>
              <a:ahLst/>
              <a:cxnLst/>
              <a:rect l="l" t="t" r="r" b="b"/>
              <a:pathLst>
                <a:path w="6985" h="22279" fill="none" extrusionOk="0">
                  <a:moveTo>
                    <a:pt x="0" y="22278"/>
                  </a:moveTo>
                  <a:lnTo>
                    <a:pt x="6985" y="15294"/>
                  </a:lnTo>
                  <a:lnTo>
                    <a:pt x="6985" y="1"/>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20"/>
            <p:cNvSpPr/>
            <p:nvPr/>
          </p:nvSpPr>
          <p:spPr>
            <a:xfrm>
              <a:off x="1123725" y="4163375"/>
              <a:ext cx="39975" cy="39975"/>
            </a:xfrm>
            <a:custGeom>
              <a:avLst/>
              <a:gdLst/>
              <a:ahLst/>
              <a:cxnLst/>
              <a:rect l="l" t="t" r="r" b="b"/>
              <a:pathLst>
                <a:path w="1599" h="1599" extrusionOk="0">
                  <a:moveTo>
                    <a:pt x="800" y="1"/>
                  </a:moveTo>
                  <a:cubicBezTo>
                    <a:pt x="343" y="1"/>
                    <a:pt x="1" y="343"/>
                    <a:pt x="1" y="799"/>
                  </a:cubicBezTo>
                  <a:cubicBezTo>
                    <a:pt x="1" y="1233"/>
                    <a:pt x="343" y="1598"/>
                    <a:pt x="800" y="1598"/>
                  </a:cubicBezTo>
                  <a:cubicBezTo>
                    <a:pt x="1233" y="1598"/>
                    <a:pt x="1599" y="1233"/>
                    <a:pt x="1599" y="799"/>
                  </a:cubicBezTo>
                  <a:cubicBezTo>
                    <a:pt x="1599" y="343"/>
                    <a:pt x="1233" y="1"/>
                    <a:pt x="800"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20"/>
            <p:cNvSpPr/>
            <p:nvPr/>
          </p:nvSpPr>
          <p:spPr>
            <a:xfrm>
              <a:off x="1393075" y="4882950"/>
              <a:ext cx="25" cy="428000"/>
            </a:xfrm>
            <a:custGeom>
              <a:avLst/>
              <a:gdLst/>
              <a:ahLst/>
              <a:cxnLst/>
              <a:rect l="l" t="t" r="r" b="b"/>
              <a:pathLst>
                <a:path w="1" h="17120" fill="none" extrusionOk="0">
                  <a:moveTo>
                    <a:pt x="0" y="17119"/>
                  </a:moveTo>
                  <a:lnTo>
                    <a:pt x="0"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20"/>
            <p:cNvSpPr/>
            <p:nvPr/>
          </p:nvSpPr>
          <p:spPr>
            <a:xfrm>
              <a:off x="1373100" y="4864125"/>
              <a:ext cx="39975" cy="39950"/>
            </a:xfrm>
            <a:custGeom>
              <a:avLst/>
              <a:gdLst/>
              <a:ahLst/>
              <a:cxnLst/>
              <a:rect l="l" t="t" r="r" b="b"/>
              <a:pathLst>
                <a:path w="1599" h="1598" extrusionOk="0">
                  <a:moveTo>
                    <a:pt x="799" y="0"/>
                  </a:moveTo>
                  <a:cubicBezTo>
                    <a:pt x="343" y="0"/>
                    <a:pt x="1" y="365"/>
                    <a:pt x="1" y="799"/>
                  </a:cubicBezTo>
                  <a:cubicBezTo>
                    <a:pt x="1" y="1233"/>
                    <a:pt x="343" y="1598"/>
                    <a:pt x="799" y="1598"/>
                  </a:cubicBezTo>
                  <a:cubicBezTo>
                    <a:pt x="1233" y="1598"/>
                    <a:pt x="1598" y="1233"/>
                    <a:pt x="1598" y="799"/>
                  </a:cubicBezTo>
                  <a:cubicBezTo>
                    <a:pt x="1598" y="365"/>
                    <a:pt x="1233" y="0"/>
                    <a:pt x="799"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20"/>
            <p:cNvSpPr/>
            <p:nvPr/>
          </p:nvSpPr>
          <p:spPr>
            <a:xfrm>
              <a:off x="1714900" y="4922900"/>
              <a:ext cx="164375" cy="388050"/>
            </a:xfrm>
            <a:custGeom>
              <a:avLst/>
              <a:gdLst/>
              <a:ahLst/>
              <a:cxnLst/>
              <a:rect l="l" t="t" r="r" b="b"/>
              <a:pathLst>
                <a:path w="6575" h="15522" fill="none" extrusionOk="0">
                  <a:moveTo>
                    <a:pt x="6575" y="15521"/>
                  </a:moveTo>
                  <a:lnTo>
                    <a:pt x="6575" y="6574"/>
                  </a:lnTo>
                  <a:lnTo>
                    <a:pt x="1"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20"/>
            <p:cNvSpPr/>
            <p:nvPr/>
          </p:nvSpPr>
          <p:spPr>
            <a:xfrm>
              <a:off x="1693800" y="4903475"/>
              <a:ext cx="43950" cy="40275"/>
            </a:xfrm>
            <a:custGeom>
              <a:avLst/>
              <a:gdLst/>
              <a:ahLst/>
              <a:cxnLst/>
              <a:rect l="l" t="t" r="r" b="b"/>
              <a:pathLst>
                <a:path w="1758" h="1611" extrusionOk="0">
                  <a:moveTo>
                    <a:pt x="868" y="1"/>
                  </a:moveTo>
                  <a:cubicBezTo>
                    <a:pt x="662" y="1"/>
                    <a:pt x="457" y="92"/>
                    <a:pt x="297" y="252"/>
                  </a:cubicBezTo>
                  <a:cubicBezTo>
                    <a:pt x="0" y="549"/>
                    <a:pt x="0" y="1074"/>
                    <a:pt x="297" y="1370"/>
                  </a:cubicBezTo>
                  <a:cubicBezTo>
                    <a:pt x="457" y="1530"/>
                    <a:pt x="662" y="1610"/>
                    <a:pt x="868" y="1610"/>
                  </a:cubicBezTo>
                  <a:cubicBezTo>
                    <a:pt x="1073" y="1610"/>
                    <a:pt x="1279" y="1530"/>
                    <a:pt x="1438" y="1370"/>
                  </a:cubicBezTo>
                  <a:cubicBezTo>
                    <a:pt x="1758" y="1074"/>
                    <a:pt x="1758" y="549"/>
                    <a:pt x="1438" y="252"/>
                  </a:cubicBezTo>
                  <a:cubicBezTo>
                    <a:pt x="1279" y="92"/>
                    <a:pt x="1073" y="1"/>
                    <a:pt x="868"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44" name="Google Shape;1744;p20"/>
          <p:cNvGrpSpPr/>
          <p:nvPr/>
        </p:nvGrpSpPr>
        <p:grpSpPr>
          <a:xfrm>
            <a:off x="-364925" y="-2353500"/>
            <a:ext cx="9644000" cy="3383025"/>
            <a:chOff x="-364925" y="-2353500"/>
            <a:chExt cx="9644000" cy="3383025"/>
          </a:xfrm>
        </p:grpSpPr>
        <p:grpSp>
          <p:nvGrpSpPr>
            <p:cNvPr id="1745" name="Google Shape;1745;p20"/>
            <p:cNvGrpSpPr/>
            <p:nvPr/>
          </p:nvGrpSpPr>
          <p:grpSpPr>
            <a:xfrm>
              <a:off x="-364925" y="-2353500"/>
              <a:ext cx="9644000" cy="3383025"/>
              <a:chOff x="-364925" y="-1720950"/>
              <a:chExt cx="9644000" cy="3383025"/>
            </a:xfrm>
          </p:grpSpPr>
          <p:grpSp>
            <p:nvGrpSpPr>
              <p:cNvPr id="1746" name="Google Shape;1746;p20"/>
              <p:cNvGrpSpPr/>
              <p:nvPr/>
            </p:nvGrpSpPr>
            <p:grpSpPr>
              <a:xfrm flipH="1">
                <a:off x="-364925" y="-1720950"/>
                <a:ext cx="8364453" cy="3383025"/>
                <a:chOff x="-572625" y="294775"/>
                <a:chExt cx="8364453" cy="3383025"/>
              </a:xfrm>
            </p:grpSpPr>
            <p:sp>
              <p:nvSpPr>
                <p:cNvPr id="1747" name="Google Shape;1747;p20"/>
                <p:cNvSpPr/>
                <p:nvPr/>
              </p:nvSpPr>
              <p:spPr>
                <a:xfrm>
                  <a:off x="1686375" y="607200"/>
                  <a:ext cx="142125" cy="129550"/>
                </a:xfrm>
                <a:custGeom>
                  <a:avLst/>
                  <a:gdLst/>
                  <a:ahLst/>
                  <a:cxnLst/>
                  <a:rect l="l" t="t" r="r" b="b"/>
                  <a:pathLst>
                    <a:path w="5685" h="5182" extrusionOk="0">
                      <a:moveTo>
                        <a:pt x="2834" y="1"/>
                      </a:moveTo>
                      <a:cubicBezTo>
                        <a:pt x="2169" y="1"/>
                        <a:pt x="1507" y="252"/>
                        <a:pt x="1005" y="754"/>
                      </a:cubicBezTo>
                      <a:cubicBezTo>
                        <a:pt x="1" y="1781"/>
                        <a:pt x="1" y="3402"/>
                        <a:pt x="1005" y="4429"/>
                      </a:cubicBezTo>
                      <a:cubicBezTo>
                        <a:pt x="1507" y="4931"/>
                        <a:pt x="2169" y="5182"/>
                        <a:pt x="2834" y="5182"/>
                      </a:cubicBezTo>
                      <a:cubicBezTo>
                        <a:pt x="3499" y="5182"/>
                        <a:pt x="4166" y="4931"/>
                        <a:pt x="4680" y="4429"/>
                      </a:cubicBezTo>
                      <a:cubicBezTo>
                        <a:pt x="5684" y="3402"/>
                        <a:pt x="5684" y="1781"/>
                        <a:pt x="4680" y="754"/>
                      </a:cubicBezTo>
                      <a:cubicBezTo>
                        <a:pt x="4166" y="252"/>
                        <a:pt x="3499" y="1"/>
                        <a:pt x="28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20"/>
                <p:cNvSpPr/>
                <p:nvPr/>
              </p:nvSpPr>
              <p:spPr>
                <a:xfrm>
                  <a:off x="6609800" y="3191600"/>
                  <a:ext cx="148950" cy="93025"/>
                </a:xfrm>
                <a:custGeom>
                  <a:avLst/>
                  <a:gdLst/>
                  <a:ahLst/>
                  <a:cxnLst/>
                  <a:rect l="l" t="t" r="r" b="b"/>
                  <a:pathLst>
                    <a:path w="5958" h="3721" extrusionOk="0">
                      <a:moveTo>
                        <a:pt x="0" y="0"/>
                      </a:moveTo>
                      <a:lnTo>
                        <a:pt x="3584" y="3721"/>
                      </a:lnTo>
                      <a:lnTo>
                        <a:pt x="5958" y="3721"/>
                      </a:lnTo>
                      <a:lnTo>
                        <a:pt x="23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20"/>
                <p:cNvSpPr/>
                <p:nvPr/>
              </p:nvSpPr>
              <p:spPr>
                <a:xfrm>
                  <a:off x="6721650" y="3191600"/>
                  <a:ext cx="149525" cy="93025"/>
                </a:xfrm>
                <a:custGeom>
                  <a:avLst/>
                  <a:gdLst/>
                  <a:ahLst/>
                  <a:cxnLst/>
                  <a:rect l="l" t="t" r="r" b="b"/>
                  <a:pathLst>
                    <a:path w="5981" h="3721" extrusionOk="0">
                      <a:moveTo>
                        <a:pt x="0" y="0"/>
                      </a:moveTo>
                      <a:lnTo>
                        <a:pt x="3584" y="3721"/>
                      </a:lnTo>
                      <a:lnTo>
                        <a:pt x="5980" y="3721"/>
                      </a:lnTo>
                      <a:lnTo>
                        <a:pt x="23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20"/>
                <p:cNvSpPr/>
                <p:nvPr/>
              </p:nvSpPr>
              <p:spPr>
                <a:xfrm>
                  <a:off x="6834050" y="3191600"/>
                  <a:ext cx="148975" cy="93025"/>
                </a:xfrm>
                <a:custGeom>
                  <a:avLst/>
                  <a:gdLst/>
                  <a:ahLst/>
                  <a:cxnLst/>
                  <a:rect l="l" t="t" r="r" b="b"/>
                  <a:pathLst>
                    <a:path w="5959" h="3721" extrusionOk="0">
                      <a:moveTo>
                        <a:pt x="1" y="0"/>
                      </a:moveTo>
                      <a:lnTo>
                        <a:pt x="3584" y="3721"/>
                      </a:lnTo>
                      <a:lnTo>
                        <a:pt x="5958" y="3721"/>
                      </a:lnTo>
                      <a:lnTo>
                        <a:pt x="237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20"/>
                <p:cNvSpPr/>
                <p:nvPr/>
              </p:nvSpPr>
              <p:spPr>
                <a:xfrm>
                  <a:off x="6945900" y="3191600"/>
                  <a:ext cx="148950" cy="93025"/>
                </a:xfrm>
                <a:custGeom>
                  <a:avLst/>
                  <a:gdLst/>
                  <a:ahLst/>
                  <a:cxnLst/>
                  <a:rect l="l" t="t" r="r" b="b"/>
                  <a:pathLst>
                    <a:path w="5958" h="3721" extrusionOk="0">
                      <a:moveTo>
                        <a:pt x="0" y="0"/>
                      </a:moveTo>
                      <a:lnTo>
                        <a:pt x="3584" y="3721"/>
                      </a:lnTo>
                      <a:lnTo>
                        <a:pt x="5958" y="3721"/>
                      </a:lnTo>
                      <a:lnTo>
                        <a:pt x="23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20"/>
                <p:cNvSpPr/>
                <p:nvPr/>
              </p:nvSpPr>
              <p:spPr>
                <a:xfrm>
                  <a:off x="7057750" y="3191600"/>
                  <a:ext cx="149525" cy="93025"/>
                </a:xfrm>
                <a:custGeom>
                  <a:avLst/>
                  <a:gdLst/>
                  <a:ahLst/>
                  <a:cxnLst/>
                  <a:rect l="l" t="t" r="r" b="b"/>
                  <a:pathLst>
                    <a:path w="5981" h="3721" extrusionOk="0">
                      <a:moveTo>
                        <a:pt x="0" y="0"/>
                      </a:moveTo>
                      <a:lnTo>
                        <a:pt x="3607" y="3721"/>
                      </a:lnTo>
                      <a:lnTo>
                        <a:pt x="5980" y="3721"/>
                      </a:lnTo>
                      <a:lnTo>
                        <a:pt x="239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20"/>
                <p:cNvSpPr/>
                <p:nvPr/>
              </p:nvSpPr>
              <p:spPr>
                <a:xfrm>
                  <a:off x="7170150" y="3191600"/>
                  <a:ext cx="148975" cy="93025"/>
                </a:xfrm>
                <a:custGeom>
                  <a:avLst/>
                  <a:gdLst/>
                  <a:ahLst/>
                  <a:cxnLst/>
                  <a:rect l="l" t="t" r="r" b="b"/>
                  <a:pathLst>
                    <a:path w="5959" h="3721" extrusionOk="0">
                      <a:moveTo>
                        <a:pt x="1" y="0"/>
                      </a:moveTo>
                      <a:lnTo>
                        <a:pt x="3584" y="3721"/>
                      </a:lnTo>
                      <a:lnTo>
                        <a:pt x="5958" y="3721"/>
                      </a:lnTo>
                      <a:lnTo>
                        <a:pt x="237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20"/>
                <p:cNvSpPr/>
                <p:nvPr/>
              </p:nvSpPr>
              <p:spPr>
                <a:xfrm>
                  <a:off x="7282000" y="3191600"/>
                  <a:ext cx="149525" cy="93025"/>
                </a:xfrm>
                <a:custGeom>
                  <a:avLst/>
                  <a:gdLst/>
                  <a:ahLst/>
                  <a:cxnLst/>
                  <a:rect l="l" t="t" r="r" b="b"/>
                  <a:pathLst>
                    <a:path w="5981" h="3721" extrusionOk="0">
                      <a:moveTo>
                        <a:pt x="1" y="0"/>
                      </a:moveTo>
                      <a:lnTo>
                        <a:pt x="3584" y="3721"/>
                      </a:lnTo>
                      <a:lnTo>
                        <a:pt x="5981" y="3721"/>
                      </a:lnTo>
                      <a:lnTo>
                        <a:pt x="23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20"/>
                <p:cNvSpPr/>
                <p:nvPr/>
              </p:nvSpPr>
              <p:spPr>
                <a:xfrm>
                  <a:off x="2406525" y="1218350"/>
                  <a:ext cx="5385303" cy="1110475"/>
                </a:xfrm>
                <a:custGeom>
                  <a:avLst/>
                  <a:gdLst/>
                  <a:ahLst/>
                  <a:cxnLst/>
                  <a:rect l="l" t="t" r="r" b="b"/>
                  <a:pathLst>
                    <a:path w="206136" h="44419" extrusionOk="0">
                      <a:moveTo>
                        <a:pt x="183" y="0"/>
                      </a:moveTo>
                      <a:cubicBezTo>
                        <a:pt x="91" y="0"/>
                        <a:pt x="0" y="92"/>
                        <a:pt x="0" y="206"/>
                      </a:cubicBezTo>
                      <a:cubicBezTo>
                        <a:pt x="0" y="297"/>
                        <a:pt x="91" y="388"/>
                        <a:pt x="183" y="388"/>
                      </a:cubicBezTo>
                      <a:lnTo>
                        <a:pt x="31887" y="388"/>
                      </a:lnTo>
                      <a:lnTo>
                        <a:pt x="54507" y="23031"/>
                      </a:lnTo>
                      <a:lnTo>
                        <a:pt x="101870" y="23031"/>
                      </a:lnTo>
                      <a:lnTo>
                        <a:pt x="123257" y="44418"/>
                      </a:lnTo>
                      <a:lnTo>
                        <a:pt x="205930" y="44418"/>
                      </a:lnTo>
                      <a:cubicBezTo>
                        <a:pt x="206044" y="44418"/>
                        <a:pt x="206136" y="44327"/>
                        <a:pt x="206136" y="44213"/>
                      </a:cubicBezTo>
                      <a:cubicBezTo>
                        <a:pt x="206136" y="44122"/>
                        <a:pt x="206044" y="44030"/>
                        <a:pt x="205930" y="44030"/>
                      </a:cubicBezTo>
                      <a:lnTo>
                        <a:pt x="123417" y="44030"/>
                      </a:lnTo>
                      <a:lnTo>
                        <a:pt x="102029" y="22643"/>
                      </a:lnTo>
                      <a:lnTo>
                        <a:pt x="54667" y="22643"/>
                      </a:lnTo>
                      <a:lnTo>
                        <a:pt x="3202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20"/>
                <p:cNvSpPr/>
                <p:nvPr/>
              </p:nvSpPr>
              <p:spPr>
                <a:xfrm>
                  <a:off x="987925" y="355975"/>
                  <a:ext cx="6210225" cy="1468400"/>
                </a:xfrm>
                <a:custGeom>
                  <a:avLst/>
                  <a:gdLst/>
                  <a:ahLst/>
                  <a:cxnLst/>
                  <a:rect l="l" t="t" r="r" b="b"/>
                  <a:pathLst>
                    <a:path w="248409" h="58736" extrusionOk="0">
                      <a:moveTo>
                        <a:pt x="248203" y="1"/>
                      </a:moveTo>
                      <a:cubicBezTo>
                        <a:pt x="248151" y="1"/>
                        <a:pt x="248100" y="18"/>
                        <a:pt x="248066" y="52"/>
                      </a:cubicBezTo>
                      <a:lnTo>
                        <a:pt x="196663" y="51455"/>
                      </a:lnTo>
                      <a:lnTo>
                        <a:pt x="175778" y="51455"/>
                      </a:lnTo>
                      <a:lnTo>
                        <a:pt x="155760" y="31460"/>
                      </a:lnTo>
                      <a:lnTo>
                        <a:pt x="121112" y="31460"/>
                      </a:lnTo>
                      <a:lnTo>
                        <a:pt x="94200" y="58371"/>
                      </a:lnTo>
                      <a:lnTo>
                        <a:pt x="183" y="58371"/>
                      </a:lnTo>
                      <a:cubicBezTo>
                        <a:pt x="92" y="58371"/>
                        <a:pt x="0" y="58439"/>
                        <a:pt x="0" y="58553"/>
                      </a:cubicBezTo>
                      <a:cubicBezTo>
                        <a:pt x="0" y="58645"/>
                        <a:pt x="92" y="58736"/>
                        <a:pt x="183" y="58736"/>
                      </a:cubicBezTo>
                      <a:lnTo>
                        <a:pt x="94360" y="58736"/>
                      </a:lnTo>
                      <a:lnTo>
                        <a:pt x="121248" y="31848"/>
                      </a:lnTo>
                      <a:lnTo>
                        <a:pt x="155623" y="31848"/>
                      </a:lnTo>
                      <a:lnTo>
                        <a:pt x="175618" y="51843"/>
                      </a:lnTo>
                      <a:lnTo>
                        <a:pt x="196823" y="51843"/>
                      </a:lnTo>
                      <a:lnTo>
                        <a:pt x="248340" y="326"/>
                      </a:lnTo>
                      <a:cubicBezTo>
                        <a:pt x="248408" y="235"/>
                        <a:pt x="248408" y="121"/>
                        <a:pt x="248340" y="52"/>
                      </a:cubicBezTo>
                      <a:cubicBezTo>
                        <a:pt x="248306" y="18"/>
                        <a:pt x="248254" y="1"/>
                        <a:pt x="2482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20"/>
                <p:cNvSpPr/>
                <p:nvPr/>
              </p:nvSpPr>
              <p:spPr>
                <a:xfrm>
                  <a:off x="1265250" y="1389550"/>
                  <a:ext cx="6299250" cy="1955000"/>
                </a:xfrm>
                <a:custGeom>
                  <a:avLst/>
                  <a:gdLst/>
                  <a:ahLst/>
                  <a:cxnLst/>
                  <a:rect l="l" t="t" r="r" b="b"/>
                  <a:pathLst>
                    <a:path w="251970" h="78200" extrusionOk="0">
                      <a:moveTo>
                        <a:pt x="389" y="0"/>
                      </a:moveTo>
                      <a:cubicBezTo>
                        <a:pt x="160" y="0"/>
                        <a:pt x="1" y="183"/>
                        <a:pt x="1" y="388"/>
                      </a:cubicBezTo>
                      <a:cubicBezTo>
                        <a:pt x="1" y="593"/>
                        <a:pt x="160" y="776"/>
                        <a:pt x="389" y="776"/>
                      </a:cubicBezTo>
                      <a:lnTo>
                        <a:pt x="66217" y="776"/>
                      </a:lnTo>
                      <a:lnTo>
                        <a:pt x="89179" y="23738"/>
                      </a:lnTo>
                      <a:lnTo>
                        <a:pt x="125197" y="23738"/>
                      </a:lnTo>
                      <a:lnTo>
                        <a:pt x="179659" y="78199"/>
                      </a:lnTo>
                      <a:lnTo>
                        <a:pt x="251581" y="78199"/>
                      </a:lnTo>
                      <a:cubicBezTo>
                        <a:pt x="251787" y="78199"/>
                        <a:pt x="251969" y="78040"/>
                        <a:pt x="251969" y="77834"/>
                      </a:cubicBezTo>
                      <a:cubicBezTo>
                        <a:pt x="251969" y="77606"/>
                        <a:pt x="251787" y="77446"/>
                        <a:pt x="251581" y="77446"/>
                      </a:cubicBezTo>
                      <a:lnTo>
                        <a:pt x="179978" y="77446"/>
                      </a:lnTo>
                      <a:lnTo>
                        <a:pt x="125517" y="22962"/>
                      </a:lnTo>
                      <a:lnTo>
                        <a:pt x="89499" y="22962"/>
                      </a:lnTo>
                      <a:lnTo>
                        <a:pt x="665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20"/>
                <p:cNvSpPr/>
                <p:nvPr/>
              </p:nvSpPr>
              <p:spPr>
                <a:xfrm>
                  <a:off x="1631600" y="1974425"/>
                  <a:ext cx="6160000" cy="1095650"/>
                </a:xfrm>
                <a:custGeom>
                  <a:avLst/>
                  <a:gdLst/>
                  <a:ahLst/>
                  <a:cxnLst/>
                  <a:rect l="l" t="t" r="r" b="b"/>
                  <a:pathLst>
                    <a:path w="246400" h="43826" extrusionOk="0">
                      <a:moveTo>
                        <a:pt x="183" y="1"/>
                      </a:moveTo>
                      <a:cubicBezTo>
                        <a:pt x="69" y="1"/>
                        <a:pt x="0" y="92"/>
                        <a:pt x="0" y="206"/>
                      </a:cubicBezTo>
                      <a:cubicBezTo>
                        <a:pt x="0" y="298"/>
                        <a:pt x="69" y="389"/>
                        <a:pt x="183" y="389"/>
                      </a:cubicBezTo>
                      <a:lnTo>
                        <a:pt x="61286" y="389"/>
                      </a:lnTo>
                      <a:lnTo>
                        <a:pt x="104723" y="43825"/>
                      </a:lnTo>
                      <a:lnTo>
                        <a:pt x="165210" y="43825"/>
                      </a:lnTo>
                      <a:lnTo>
                        <a:pt x="207414" y="1599"/>
                      </a:lnTo>
                      <a:lnTo>
                        <a:pt x="246217" y="1599"/>
                      </a:lnTo>
                      <a:cubicBezTo>
                        <a:pt x="246308" y="1599"/>
                        <a:pt x="246400" y="1507"/>
                        <a:pt x="246400" y="1416"/>
                      </a:cubicBezTo>
                      <a:cubicBezTo>
                        <a:pt x="246400" y="1302"/>
                        <a:pt x="246308" y="1233"/>
                        <a:pt x="246217" y="1233"/>
                      </a:cubicBezTo>
                      <a:lnTo>
                        <a:pt x="207254" y="1233"/>
                      </a:lnTo>
                      <a:lnTo>
                        <a:pt x="165050" y="43437"/>
                      </a:lnTo>
                      <a:lnTo>
                        <a:pt x="104883" y="43437"/>
                      </a:lnTo>
                      <a:lnTo>
                        <a:pt x="614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20"/>
                <p:cNvSpPr/>
                <p:nvPr/>
              </p:nvSpPr>
              <p:spPr>
                <a:xfrm>
                  <a:off x="1978550" y="331575"/>
                  <a:ext cx="4691750" cy="1289675"/>
                </a:xfrm>
                <a:custGeom>
                  <a:avLst/>
                  <a:gdLst/>
                  <a:ahLst/>
                  <a:cxnLst/>
                  <a:rect l="l" t="t" r="r" b="b"/>
                  <a:pathLst>
                    <a:path w="187670" h="51587" extrusionOk="0">
                      <a:moveTo>
                        <a:pt x="187453" y="1"/>
                      </a:moveTo>
                      <a:cubicBezTo>
                        <a:pt x="187407" y="1"/>
                        <a:pt x="187362" y="24"/>
                        <a:pt x="187327" y="69"/>
                      </a:cubicBezTo>
                      <a:lnTo>
                        <a:pt x="143594" y="43780"/>
                      </a:lnTo>
                      <a:lnTo>
                        <a:pt x="103992" y="43780"/>
                      </a:lnTo>
                      <a:lnTo>
                        <a:pt x="87444" y="27232"/>
                      </a:lnTo>
                      <a:lnTo>
                        <a:pt x="46838" y="27232"/>
                      </a:lnTo>
                      <a:lnTo>
                        <a:pt x="22871" y="51198"/>
                      </a:lnTo>
                      <a:lnTo>
                        <a:pt x="183" y="51198"/>
                      </a:lnTo>
                      <a:cubicBezTo>
                        <a:pt x="91" y="51198"/>
                        <a:pt x="0" y="51289"/>
                        <a:pt x="0" y="51403"/>
                      </a:cubicBezTo>
                      <a:cubicBezTo>
                        <a:pt x="0" y="51495"/>
                        <a:pt x="91" y="51586"/>
                        <a:pt x="183" y="51586"/>
                      </a:cubicBezTo>
                      <a:lnTo>
                        <a:pt x="23031" y="51586"/>
                      </a:lnTo>
                      <a:lnTo>
                        <a:pt x="46997" y="27620"/>
                      </a:lnTo>
                      <a:lnTo>
                        <a:pt x="87284" y="27620"/>
                      </a:lnTo>
                      <a:lnTo>
                        <a:pt x="103833" y="44168"/>
                      </a:lnTo>
                      <a:lnTo>
                        <a:pt x="143754" y="44168"/>
                      </a:lnTo>
                      <a:lnTo>
                        <a:pt x="187579" y="321"/>
                      </a:lnTo>
                      <a:cubicBezTo>
                        <a:pt x="187670" y="252"/>
                        <a:pt x="187670" y="138"/>
                        <a:pt x="187579" y="69"/>
                      </a:cubicBezTo>
                      <a:cubicBezTo>
                        <a:pt x="187544" y="24"/>
                        <a:pt x="187499" y="1"/>
                        <a:pt x="1874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20"/>
                <p:cNvSpPr/>
                <p:nvPr/>
              </p:nvSpPr>
              <p:spPr>
                <a:xfrm>
                  <a:off x="937150" y="2104550"/>
                  <a:ext cx="6622775" cy="1510475"/>
                </a:xfrm>
                <a:custGeom>
                  <a:avLst/>
                  <a:gdLst/>
                  <a:ahLst/>
                  <a:cxnLst/>
                  <a:rect l="l" t="t" r="r" b="b"/>
                  <a:pathLst>
                    <a:path w="264911" h="60419" extrusionOk="0">
                      <a:moveTo>
                        <a:pt x="183" y="0"/>
                      </a:moveTo>
                      <a:cubicBezTo>
                        <a:pt x="91" y="0"/>
                        <a:pt x="0" y="69"/>
                        <a:pt x="0" y="183"/>
                      </a:cubicBezTo>
                      <a:cubicBezTo>
                        <a:pt x="0" y="297"/>
                        <a:pt x="91" y="365"/>
                        <a:pt x="183" y="365"/>
                      </a:cubicBezTo>
                      <a:lnTo>
                        <a:pt x="57177" y="365"/>
                      </a:lnTo>
                      <a:lnTo>
                        <a:pt x="70941" y="14129"/>
                      </a:lnTo>
                      <a:lnTo>
                        <a:pt x="129214" y="14129"/>
                      </a:lnTo>
                      <a:lnTo>
                        <a:pt x="175504" y="60419"/>
                      </a:lnTo>
                      <a:lnTo>
                        <a:pt x="203419" y="60419"/>
                      </a:lnTo>
                      <a:lnTo>
                        <a:pt x="232316" y="31499"/>
                      </a:lnTo>
                      <a:lnTo>
                        <a:pt x="264705" y="31499"/>
                      </a:lnTo>
                      <a:cubicBezTo>
                        <a:pt x="264819" y="31499"/>
                        <a:pt x="264911" y="31430"/>
                        <a:pt x="264911" y="31316"/>
                      </a:cubicBezTo>
                      <a:cubicBezTo>
                        <a:pt x="264911" y="31225"/>
                        <a:pt x="264819" y="31134"/>
                        <a:pt x="264705" y="31134"/>
                      </a:cubicBezTo>
                      <a:lnTo>
                        <a:pt x="232156" y="31134"/>
                      </a:lnTo>
                      <a:lnTo>
                        <a:pt x="203259" y="60031"/>
                      </a:lnTo>
                      <a:lnTo>
                        <a:pt x="175664" y="60031"/>
                      </a:lnTo>
                      <a:lnTo>
                        <a:pt x="129374" y="13764"/>
                      </a:lnTo>
                      <a:lnTo>
                        <a:pt x="71101" y="13764"/>
                      </a:lnTo>
                      <a:lnTo>
                        <a:pt x="573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20"/>
                <p:cNvSpPr/>
                <p:nvPr/>
              </p:nvSpPr>
              <p:spPr>
                <a:xfrm>
                  <a:off x="1664700" y="294775"/>
                  <a:ext cx="3135650" cy="766675"/>
                </a:xfrm>
                <a:custGeom>
                  <a:avLst/>
                  <a:gdLst/>
                  <a:ahLst/>
                  <a:cxnLst/>
                  <a:rect l="l" t="t" r="r" b="b"/>
                  <a:pathLst>
                    <a:path w="125426" h="30667" extrusionOk="0">
                      <a:moveTo>
                        <a:pt x="125014" y="1"/>
                      </a:moveTo>
                      <a:cubicBezTo>
                        <a:pt x="124917" y="1"/>
                        <a:pt x="124820" y="35"/>
                        <a:pt x="124741" y="103"/>
                      </a:cubicBezTo>
                      <a:lnTo>
                        <a:pt x="111936" y="12931"/>
                      </a:lnTo>
                      <a:lnTo>
                        <a:pt x="47020" y="12931"/>
                      </a:lnTo>
                      <a:lnTo>
                        <a:pt x="30016" y="29913"/>
                      </a:lnTo>
                      <a:lnTo>
                        <a:pt x="388" y="29913"/>
                      </a:lnTo>
                      <a:cubicBezTo>
                        <a:pt x="160" y="29913"/>
                        <a:pt x="0" y="30073"/>
                        <a:pt x="0" y="30301"/>
                      </a:cubicBezTo>
                      <a:cubicBezTo>
                        <a:pt x="0" y="30507"/>
                        <a:pt x="160" y="30666"/>
                        <a:pt x="388" y="30666"/>
                      </a:cubicBezTo>
                      <a:lnTo>
                        <a:pt x="30335" y="30666"/>
                      </a:lnTo>
                      <a:lnTo>
                        <a:pt x="47340" y="13685"/>
                      </a:lnTo>
                      <a:lnTo>
                        <a:pt x="112255" y="13685"/>
                      </a:lnTo>
                      <a:lnTo>
                        <a:pt x="125288" y="651"/>
                      </a:lnTo>
                      <a:cubicBezTo>
                        <a:pt x="125425" y="514"/>
                        <a:pt x="125425" y="263"/>
                        <a:pt x="125288" y="103"/>
                      </a:cubicBezTo>
                      <a:cubicBezTo>
                        <a:pt x="125208" y="35"/>
                        <a:pt x="125111" y="1"/>
                        <a:pt x="1250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20"/>
                <p:cNvSpPr/>
                <p:nvPr/>
              </p:nvSpPr>
              <p:spPr>
                <a:xfrm>
                  <a:off x="100600" y="2193550"/>
                  <a:ext cx="3410675" cy="530725"/>
                </a:xfrm>
                <a:custGeom>
                  <a:avLst/>
                  <a:gdLst/>
                  <a:ahLst/>
                  <a:cxnLst/>
                  <a:rect l="l" t="t" r="r" b="b"/>
                  <a:pathLst>
                    <a:path w="136427" h="21229" extrusionOk="0">
                      <a:moveTo>
                        <a:pt x="20748" y="1"/>
                      </a:moveTo>
                      <a:lnTo>
                        <a:pt x="160" y="20589"/>
                      </a:lnTo>
                      <a:cubicBezTo>
                        <a:pt x="0" y="20726"/>
                        <a:pt x="0" y="20977"/>
                        <a:pt x="160" y="21114"/>
                      </a:cubicBezTo>
                      <a:cubicBezTo>
                        <a:pt x="228" y="21205"/>
                        <a:pt x="342" y="21228"/>
                        <a:pt x="434" y="21228"/>
                      </a:cubicBezTo>
                      <a:cubicBezTo>
                        <a:pt x="525" y="21228"/>
                        <a:pt x="616" y="21205"/>
                        <a:pt x="708" y="21114"/>
                      </a:cubicBezTo>
                      <a:lnTo>
                        <a:pt x="21045" y="777"/>
                      </a:lnTo>
                      <a:lnTo>
                        <a:pt x="85390" y="777"/>
                      </a:lnTo>
                      <a:lnTo>
                        <a:pt x="103307" y="18672"/>
                      </a:lnTo>
                      <a:lnTo>
                        <a:pt x="136039" y="18672"/>
                      </a:lnTo>
                      <a:cubicBezTo>
                        <a:pt x="136267" y="18672"/>
                        <a:pt x="136427" y="18512"/>
                        <a:pt x="136427" y="18307"/>
                      </a:cubicBezTo>
                      <a:cubicBezTo>
                        <a:pt x="136427" y="18078"/>
                        <a:pt x="136267" y="17919"/>
                        <a:pt x="136039" y="17919"/>
                      </a:cubicBezTo>
                      <a:lnTo>
                        <a:pt x="103627" y="17919"/>
                      </a:lnTo>
                      <a:lnTo>
                        <a:pt x="857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20"/>
                <p:cNvSpPr/>
                <p:nvPr/>
              </p:nvSpPr>
              <p:spPr>
                <a:xfrm>
                  <a:off x="106300" y="832600"/>
                  <a:ext cx="2024625" cy="395475"/>
                </a:xfrm>
                <a:custGeom>
                  <a:avLst/>
                  <a:gdLst/>
                  <a:ahLst/>
                  <a:cxnLst/>
                  <a:rect l="l" t="t" r="r" b="b"/>
                  <a:pathLst>
                    <a:path w="80985" h="15819" extrusionOk="0">
                      <a:moveTo>
                        <a:pt x="206" y="1"/>
                      </a:moveTo>
                      <a:cubicBezTo>
                        <a:pt x="92" y="1"/>
                        <a:pt x="0" y="92"/>
                        <a:pt x="0" y="183"/>
                      </a:cubicBezTo>
                      <a:cubicBezTo>
                        <a:pt x="0" y="297"/>
                        <a:pt x="92" y="389"/>
                        <a:pt x="206" y="389"/>
                      </a:cubicBezTo>
                      <a:lnTo>
                        <a:pt x="37297" y="389"/>
                      </a:lnTo>
                      <a:lnTo>
                        <a:pt x="52750" y="15818"/>
                      </a:lnTo>
                      <a:lnTo>
                        <a:pt x="80779" y="15818"/>
                      </a:lnTo>
                      <a:cubicBezTo>
                        <a:pt x="80893" y="15818"/>
                        <a:pt x="80985" y="15727"/>
                        <a:pt x="80985" y="15636"/>
                      </a:cubicBezTo>
                      <a:cubicBezTo>
                        <a:pt x="80985" y="15522"/>
                        <a:pt x="80893" y="15430"/>
                        <a:pt x="80779" y="15430"/>
                      </a:cubicBezTo>
                      <a:lnTo>
                        <a:pt x="52909" y="15430"/>
                      </a:lnTo>
                      <a:lnTo>
                        <a:pt x="374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20"/>
                <p:cNvSpPr/>
                <p:nvPr/>
              </p:nvSpPr>
              <p:spPr>
                <a:xfrm>
                  <a:off x="24125" y="1108225"/>
                  <a:ext cx="1654850" cy="513025"/>
                </a:xfrm>
                <a:custGeom>
                  <a:avLst/>
                  <a:gdLst/>
                  <a:ahLst/>
                  <a:cxnLst/>
                  <a:rect l="l" t="t" r="r" b="b"/>
                  <a:pathLst>
                    <a:path w="66194" h="20521" extrusionOk="0">
                      <a:moveTo>
                        <a:pt x="183" y="0"/>
                      </a:moveTo>
                      <a:cubicBezTo>
                        <a:pt x="92" y="0"/>
                        <a:pt x="1" y="91"/>
                        <a:pt x="1" y="206"/>
                      </a:cubicBezTo>
                      <a:cubicBezTo>
                        <a:pt x="1" y="297"/>
                        <a:pt x="92" y="388"/>
                        <a:pt x="183" y="388"/>
                      </a:cubicBezTo>
                      <a:lnTo>
                        <a:pt x="25245" y="388"/>
                      </a:lnTo>
                      <a:lnTo>
                        <a:pt x="45377" y="20520"/>
                      </a:lnTo>
                      <a:lnTo>
                        <a:pt x="66011" y="20520"/>
                      </a:lnTo>
                      <a:cubicBezTo>
                        <a:pt x="66103" y="20520"/>
                        <a:pt x="66194" y="20429"/>
                        <a:pt x="66194" y="20337"/>
                      </a:cubicBezTo>
                      <a:cubicBezTo>
                        <a:pt x="66194" y="20223"/>
                        <a:pt x="66103" y="20132"/>
                        <a:pt x="66011" y="20132"/>
                      </a:cubicBezTo>
                      <a:lnTo>
                        <a:pt x="45537" y="20132"/>
                      </a:lnTo>
                      <a:lnTo>
                        <a:pt x="25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20"/>
                <p:cNvSpPr/>
                <p:nvPr/>
              </p:nvSpPr>
              <p:spPr>
                <a:xfrm>
                  <a:off x="24125" y="1371850"/>
                  <a:ext cx="979225" cy="451975"/>
                </a:xfrm>
                <a:custGeom>
                  <a:avLst/>
                  <a:gdLst/>
                  <a:ahLst/>
                  <a:cxnLst/>
                  <a:rect l="l" t="t" r="r" b="b"/>
                  <a:pathLst>
                    <a:path w="39169" h="18079" extrusionOk="0">
                      <a:moveTo>
                        <a:pt x="183" y="0"/>
                      </a:moveTo>
                      <a:cubicBezTo>
                        <a:pt x="92" y="0"/>
                        <a:pt x="1" y="92"/>
                        <a:pt x="1" y="206"/>
                      </a:cubicBezTo>
                      <a:cubicBezTo>
                        <a:pt x="1" y="297"/>
                        <a:pt x="92" y="388"/>
                        <a:pt x="183" y="388"/>
                      </a:cubicBezTo>
                      <a:lnTo>
                        <a:pt x="21182" y="388"/>
                      </a:lnTo>
                      <a:lnTo>
                        <a:pt x="38826" y="18010"/>
                      </a:lnTo>
                      <a:cubicBezTo>
                        <a:pt x="38849" y="18055"/>
                        <a:pt x="38895" y="18078"/>
                        <a:pt x="38940" y="18078"/>
                      </a:cubicBezTo>
                      <a:cubicBezTo>
                        <a:pt x="39009" y="18078"/>
                        <a:pt x="39055" y="18055"/>
                        <a:pt x="39077" y="18010"/>
                      </a:cubicBezTo>
                      <a:cubicBezTo>
                        <a:pt x="39169" y="17941"/>
                        <a:pt x="39169" y="17827"/>
                        <a:pt x="39077" y="17736"/>
                      </a:cubicBezTo>
                      <a:lnTo>
                        <a:pt x="213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20"/>
                <p:cNvSpPr/>
                <p:nvPr/>
              </p:nvSpPr>
              <p:spPr>
                <a:xfrm>
                  <a:off x="5585500" y="1408375"/>
                  <a:ext cx="1529900" cy="580350"/>
                </a:xfrm>
                <a:custGeom>
                  <a:avLst/>
                  <a:gdLst/>
                  <a:ahLst/>
                  <a:cxnLst/>
                  <a:rect l="l" t="t" r="r" b="b"/>
                  <a:pathLst>
                    <a:path w="61196" h="23214" extrusionOk="0">
                      <a:moveTo>
                        <a:pt x="49121" y="0"/>
                      </a:moveTo>
                      <a:lnTo>
                        <a:pt x="26661" y="22460"/>
                      </a:lnTo>
                      <a:lnTo>
                        <a:pt x="389" y="22460"/>
                      </a:lnTo>
                      <a:cubicBezTo>
                        <a:pt x="161" y="22460"/>
                        <a:pt x="1" y="22620"/>
                        <a:pt x="1" y="22848"/>
                      </a:cubicBezTo>
                      <a:cubicBezTo>
                        <a:pt x="1" y="23054"/>
                        <a:pt x="161" y="23214"/>
                        <a:pt x="389" y="23214"/>
                      </a:cubicBezTo>
                      <a:lnTo>
                        <a:pt x="26980" y="23214"/>
                      </a:lnTo>
                      <a:lnTo>
                        <a:pt x="49441" y="776"/>
                      </a:lnTo>
                      <a:lnTo>
                        <a:pt x="60808" y="776"/>
                      </a:lnTo>
                      <a:cubicBezTo>
                        <a:pt x="61013" y="776"/>
                        <a:pt x="61196" y="594"/>
                        <a:pt x="61196" y="388"/>
                      </a:cubicBezTo>
                      <a:cubicBezTo>
                        <a:pt x="61196" y="183"/>
                        <a:pt x="61013" y="0"/>
                        <a:pt x="608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20"/>
                <p:cNvSpPr/>
                <p:nvPr/>
              </p:nvSpPr>
              <p:spPr>
                <a:xfrm>
                  <a:off x="5953000" y="3543100"/>
                  <a:ext cx="134700" cy="134700"/>
                </a:xfrm>
                <a:custGeom>
                  <a:avLst/>
                  <a:gdLst/>
                  <a:ahLst/>
                  <a:cxnLst/>
                  <a:rect l="l" t="t" r="r" b="b"/>
                  <a:pathLst>
                    <a:path w="5388" h="5388" extrusionOk="0">
                      <a:moveTo>
                        <a:pt x="2694" y="366"/>
                      </a:moveTo>
                      <a:cubicBezTo>
                        <a:pt x="3972" y="366"/>
                        <a:pt x="5022" y="1416"/>
                        <a:pt x="5022" y="2694"/>
                      </a:cubicBezTo>
                      <a:cubicBezTo>
                        <a:pt x="5022" y="3949"/>
                        <a:pt x="3972" y="4999"/>
                        <a:pt x="2694" y="4999"/>
                      </a:cubicBezTo>
                      <a:cubicBezTo>
                        <a:pt x="1416" y="4999"/>
                        <a:pt x="388" y="3949"/>
                        <a:pt x="388" y="2694"/>
                      </a:cubicBezTo>
                      <a:cubicBezTo>
                        <a:pt x="388" y="1416"/>
                        <a:pt x="1416" y="366"/>
                        <a:pt x="2694" y="366"/>
                      </a:cubicBezTo>
                      <a:close/>
                      <a:moveTo>
                        <a:pt x="2694" y="1"/>
                      </a:moveTo>
                      <a:cubicBezTo>
                        <a:pt x="1210" y="1"/>
                        <a:pt x="0" y="1187"/>
                        <a:pt x="0" y="2694"/>
                      </a:cubicBezTo>
                      <a:cubicBezTo>
                        <a:pt x="0" y="4178"/>
                        <a:pt x="1210" y="5387"/>
                        <a:pt x="2694" y="5387"/>
                      </a:cubicBezTo>
                      <a:cubicBezTo>
                        <a:pt x="4177" y="5387"/>
                        <a:pt x="5387" y="4178"/>
                        <a:pt x="5387" y="2694"/>
                      </a:cubicBezTo>
                      <a:cubicBezTo>
                        <a:pt x="5387" y="1187"/>
                        <a:pt x="4177"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20"/>
                <p:cNvSpPr/>
                <p:nvPr/>
              </p:nvSpPr>
              <p:spPr>
                <a:xfrm>
                  <a:off x="5976400" y="3566500"/>
                  <a:ext cx="87900" cy="87325"/>
                </a:xfrm>
                <a:custGeom>
                  <a:avLst/>
                  <a:gdLst/>
                  <a:ahLst/>
                  <a:cxnLst/>
                  <a:rect l="l" t="t" r="r" b="b"/>
                  <a:pathLst>
                    <a:path w="3516" h="3493" extrusionOk="0">
                      <a:moveTo>
                        <a:pt x="1758" y="0"/>
                      </a:moveTo>
                      <a:cubicBezTo>
                        <a:pt x="799" y="0"/>
                        <a:pt x="0" y="776"/>
                        <a:pt x="0" y="1758"/>
                      </a:cubicBezTo>
                      <a:cubicBezTo>
                        <a:pt x="0" y="2717"/>
                        <a:pt x="799" y="3493"/>
                        <a:pt x="1758" y="3493"/>
                      </a:cubicBezTo>
                      <a:cubicBezTo>
                        <a:pt x="2739" y="3493"/>
                        <a:pt x="3515" y="2717"/>
                        <a:pt x="3515" y="1758"/>
                      </a:cubicBezTo>
                      <a:cubicBezTo>
                        <a:pt x="3515" y="776"/>
                        <a:pt x="2739"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20"/>
                <p:cNvSpPr/>
                <p:nvPr/>
              </p:nvSpPr>
              <p:spPr>
                <a:xfrm>
                  <a:off x="5421175" y="2256325"/>
                  <a:ext cx="134700" cy="134700"/>
                </a:xfrm>
                <a:custGeom>
                  <a:avLst/>
                  <a:gdLst/>
                  <a:ahLst/>
                  <a:cxnLst/>
                  <a:rect l="l" t="t" r="r" b="b"/>
                  <a:pathLst>
                    <a:path w="5388" h="5388" extrusionOk="0">
                      <a:moveTo>
                        <a:pt x="2694" y="389"/>
                      </a:moveTo>
                      <a:cubicBezTo>
                        <a:pt x="3972" y="389"/>
                        <a:pt x="4999" y="1416"/>
                        <a:pt x="4999" y="2694"/>
                      </a:cubicBezTo>
                      <a:cubicBezTo>
                        <a:pt x="4999" y="3972"/>
                        <a:pt x="3972" y="5022"/>
                        <a:pt x="2694" y="5022"/>
                      </a:cubicBezTo>
                      <a:cubicBezTo>
                        <a:pt x="1415" y="5022"/>
                        <a:pt x="365" y="3972"/>
                        <a:pt x="365" y="2694"/>
                      </a:cubicBezTo>
                      <a:cubicBezTo>
                        <a:pt x="365" y="1416"/>
                        <a:pt x="1415" y="389"/>
                        <a:pt x="2694" y="389"/>
                      </a:cubicBezTo>
                      <a:close/>
                      <a:moveTo>
                        <a:pt x="2694" y="1"/>
                      </a:moveTo>
                      <a:cubicBezTo>
                        <a:pt x="1210" y="1"/>
                        <a:pt x="0" y="1210"/>
                        <a:pt x="0" y="2694"/>
                      </a:cubicBezTo>
                      <a:cubicBezTo>
                        <a:pt x="0" y="4178"/>
                        <a:pt x="1210" y="5387"/>
                        <a:pt x="2694" y="5387"/>
                      </a:cubicBezTo>
                      <a:cubicBezTo>
                        <a:pt x="4177" y="5387"/>
                        <a:pt x="5387" y="4178"/>
                        <a:pt x="5387" y="2694"/>
                      </a:cubicBezTo>
                      <a:cubicBezTo>
                        <a:pt x="5387" y="1210"/>
                        <a:pt x="4177"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20"/>
                <p:cNvSpPr/>
                <p:nvPr/>
              </p:nvSpPr>
              <p:spPr>
                <a:xfrm>
                  <a:off x="5444575" y="2279725"/>
                  <a:ext cx="87900" cy="87900"/>
                </a:xfrm>
                <a:custGeom>
                  <a:avLst/>
                  <a:gdLst/>
                  <a:ahLst/>
                  <a:cxnLst/>
                  <a:rect l="l" t="t" r="r" b="b"/>
                  <a:pathLst>
                    <a:path w="3516" h="3516" extrusionOk="0">
                      <a:moveTo>
                        <a:pt x="1758" y="0"/>
                      </a:moveTo>
                      <a:cubicBezTo>
                        <a:pt x="776" y="0"/>
                        <a:pt x="0" y="799"/>
                        <a:pt x="0" y="1758"/>
                      </a:cubicBezTo>
                      <a:cubicBezTo>
                        <a:pt x="0" y="2739"/>
                        <a:pt x="776" y="3516"/>
                        <a:pt x="1758" y="3516"/>
                      </a:cubicBezTo>
                      <a:cubicBezTo>
                        <a:pt x="2716" y="3516"/>
                        <a:pt x="3515" y="2739"/>
                        <a:pt x="3515" y="1758"/>
                      </a:cubicBezTo>
                      <a:cubicBezTo>
                        <a:pt x="3515" y="799"/>
                        <a:pt x="2716"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20"/>
                <p:cNvSpPr/>
                <p:nvPr/>
              </p:nvSpPr>
              <p:spPr>
                <a:xfrm>
                  <a:off x="5459400" y="1912225"/>
                  <a:ext cx="134700" cy="134700"/>
                </a:xfrm>
                <a:custGeom>
                  <a:avLst/>
                  <a:gdLst/>
                  <a:ahLst/>
                  <a:cxnLst/>
                  <a:rect l="l" t="t" r="r" b="b"/>
                  <a:pathLst>
                    <a:path w="5388" h="5388" extrusionOk="0">
                      <a:moveTo>
                        <a:pt x="2694" y="366"/>
                      </a:moveTo>
                      <a:cubicBezTo>
                        <a:pt x="3972" y="366"/>
                        <a:pt x="4999" y="1416"/>
                        <a:pt x="4999" y="2694"/>
                      </a:cubicBezTo>
                      <a:cubicBezTo>
                        <a:pt x="4999" y="3973"/>
                        <a:pt x="3972" y="5000"/>
                        <a:pt x="2694" y="5000"/>
                      </a:cubicBezTo>
                      <a:cubicBezTo>
                        <a:pt x="1416" y="5000"/>
                        <a:pt x="389" y="3973"/>
                        <a:pt x="389" y="2694"/>
                      </a:cubicBezTo>
                      <a:cubicBezTo>
                        <a:pt x="389" y="1416"/>
                        <a:pt x="1416" y="366"/>
                        <a:pt x="2694" y="366"/>
                      </a:cubicBezTo>
                      <a:close/>
                      <a:moveTo>
                        <a:pt x="2694" y="1"/>
                      </a:moveTo>
                      <a:cubicBezTo>
                        <a:pt x="1210" y="1"/>
                        <a:pt x="1" y="1211"/>
                        <a:pt x="1" y="2694"/>
                      </a:cubicBezTo>
                      <a:cubicBezTo>
                        <a:pt x="1" y="4178"/>
                        <a:pt x="1210" y="5388"/>
                        <a:pt x="2694" y="5388"/>
                      </a:cubicBezTo>
                      <a:cubicBezTo>
                        <a:pt x="4178" y="5388"/>
                        <a:pt x="5387" y="4178"/>
                        <a:pt x="5387" y="2694"/>
                      </a:cubicBezTo>
                      <a:cubicBezTo>
                        <a:pt x="5387" y="1211"/>
                        <a:pt x="4178"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20"/>
                <p:cNvSpPr/>
                <p:nvPr/>
              </p:nvSpPr>
              <p:spPr>
                <a:xfrm>
                  <a:off x="5482800" y="1935625"/>
                  <a:ext cx="87900" cy="87900"/>
                </a:xfrm>
                <a:custGeom>
                  <a:avLst/>
                  <a:gdLst/>
                  <a:ahLst/>
                  <a:cxnLst/>
                  <a:rect l="l" t="t" r="r" b="b"/>
                  <a:pathLst>
                    <a:path w="3516" h="3516" extrusionOk="0">
                      <a:moveTo>
                        <a:pt x="1758" y="1"/>
                      </a:moveTo>
                      <a:cubicBezTo>
                        <a:pt x="799" y="1"/>
                        <a:pt x="0" y="777"/>
                        <a:pt x="0" y="1758"/>
                      </a:cubicBezTo>
                      <a:cubicBezTo>
                        <a:pt x="0" y="2717"/>
                        <a:pt x="799" y="3516"/>
                        <a:pt x="1758" y="3516"/>
                      </a:cubicBezTo>
                      <a:cubicBezTo>
                        <a:pt x="2739" y="3516"/>
                        <a:pt x="3515" y="2717"/>
                        <a:pt x="3515" y="1758"/>
                      </a:cubicBezTo>
                      <a:cubicBezTo>
                        <a:pt x="3515" y="777"/>
                        <a:pt x="2739"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20"/>
                <p:cNvSpPr/>
                <p:nvPr/>
              </p:nvSpPr>
              <p:spPr>
                <a:xfrm>
                  <a:off x="4736975" y="1935625"/>
                  <a:ext cx="87900" cy="87900"/>
                </a:xfrm>
                <a:custGeom>
                  <a:avLst/>
                  <a:gdLst/>
                  <a:ahLst/>
                  <a:cxnLst/>
                  <a:rect l="l" t="t" r="r" b="b"/>
                  <a:pathLst>
                    <a:path w="3516" h="3516" extrusionOk="0">
                      <a:moveTo>
                        <a:pt x="1758" y="1"/>
                      </a:moveTo>
                      <a:cubicBezTo>
                        <a:pt x="777" y="1"/>
                        <a:pt x="1" y="777"/>
                        <a:pt x="1" y="1758"/>
                      </a:cubicBezTo>
                      <a:cubicBezTo>
                        <a:pt x="1" y="2717"/>
                        <a:pt x="777" y="3516"/>
                        <a:pt x="1758" y="3516"/>
                      </a:cubicBezTo>
                      <a:cubicBezTo>
                        <a:pt x="2717" y="3516"/>
                        <a:pt x="3516" y="2717"/>
                        <a:pt x="3516" y="1758"/>
                      </a:cubicBezTo>
                      <a:cubicBezTo>
                        <a:pt x="3516" y="777"/>
                        <a:pt x="2717"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20"/>
                <p:cNvSpPr/>
                <p:nvPr/>
              </p:nvSpPr>
              <p:spPr>
                <a:xfrm>
                  <a:off x="7044625" y="2632950"/>
                  <a:ext cx="87900" cy="87325"/>
                </a:xfrm>
                <a:custGeom>
                  <a:avLst/>
                  <a:gdLst/>
                  <a:ahLst/>
                  <a:cxnLst/>
                  <a:rect l="l" t="t" r="r" b="b"/>
                  <a:pathLst>
                    <a:path w="3516" h="3493" extrusionOk="0">
                      <a:moveTo>
                        <a:pt x="1758" y="0"/>
                      </a:moveTo>
                      <a:cubicBezTo>
                        <a:pt x="799" y="0"/>
                        <a:pt x="0" y="776"/>
                        <a:pt x="0" y="1735"/>
                      </a:cubicBezTo>
                      <a:cubicBezTo>
                        <a:pt x="0" y="2716"/>
                        <a:pt x="799" y="3493"/>
                        <a:pt x="1758" y="3493"/>
                      </a:cubicBezTo>
                      <a:cubicBezTo>
                        <a:pt x="2739" y="3493"/>
                        <a:pt x="3515" y="2716"/>
                        <a:pt x="3515" y="1735"/>
                      </a:cubicBezTo>
                      <a:cubicBezTo>
                        <a:pt x="3515" y="776"/>
                        <a:pt x="2739"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20"/>
                <p:cNvSpPr/>
                <p:nvPr/>
              </p:nvSpPr>
              <p:spPr>
                <a:xfrm>
                  <a:off x="4222850" y="1085400"/>
                  <a:ext cx="134675" cy="134675"/>
                </a:xfrm>
                <a:custGeom>
                  <a:avLst/>
                  <a:gdLst/>
                  <a:ahLst/>
                  <a:cxnLst/>
                  <a:rect l="l" t="t" r="r" b="b"/>
                  <a:pathLst>
                    <a:path w="5387" h="5387" extrusionOk="0">
                      <a:moveTo>
                        <a:pt x="2694" y="388"/>
                      </a:moveTo>
                      <a:cubicBezTo>
                        <a:pt x="3972" y="388"/>
                        <a:pt x="5022" y="1415"/>
                        <a:pt x="5022" y="2694"/>
                      </a:cubicBezTo>
                      <a:cubicBezTo>
                        <a:pt x="5022" y="3972"/>
                        <a:pt x="3972" y="4999"/>
                        <a:pt x="2694" y="4999"/>
                      </a:cubicBezTo>
                      <a:cubicBezTo>
                        <a:pt x="1415" y="4999"/>
                        <a:pt x="388" y="3972"/>
                        <a:pt x="388" y="2694"/>
                      </a:cubicBezTo>
                      <a:cubicBezTo>
                        <a:pt x="388" y="1415"/>
                        <a:pt x="1415" y="388"/>
                        <a:pt x="2694" y="388"/>
                      </a:cubicBezTo>
                      <a:close/>
                      <a:moveTo>
                        <a:pt x="2694" y="0"/>
                      </a:moveTo>
                      <a:cubicBezTo>
                        <a:pt x="1210" y="0"/>
                        <a:pt x="0" y="1210"/>
                        <a:pt x="0" y="2694"/>
                      </a:cubicBezTo>
                      <a:cubicBezTo>
                        <a:pt x="0" y="4177"/>
                        <a:pt x="1210" y="5387"/>
                        <a:pt x="2694" y="5387"/>
                      </a:cubicBezTo>
                      <a:cubicBezTo>
                        <a:pt x="4177" y="5387"/>
                        <a:pt x="5387" y="4177"/>
                        <a:pt x="5387" y="2694"/>
                      </a:cubicBezTo>
                      <a:cubicBezTo>
                        <a:pt x="5387" y="1210"/>
                        <a:pt x="4177" y="0"/>
                        <a:pt x="26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20"/>
                <p:cNvSpPr/>
                <p:nvPr/>
              </p:nvSpPr>
              <p:spPr>
                <a:xfrm>
                  <a:off x="4246800" y="1108775"/>
                  <a:ext cx="87350" cy="87925"/>
                </a:xfrm>
                <a:custGeom>
                  <a:avLst/>
                  <a:gdLst/>
                  <a:ahLst/>
                  <a:cxnLst/>
                  <a:rect l="l" t="t" r="r" b="b"/>
                  <a:pathLst>
                    <a:path w="3494" h="3517" extrusionOk="0">
                      <a:moveTo>
                        <a:pt x="1736" y="1"/>
                      </a:moveTo>
                      <a:cubicBezTo>
                        <a:pt x="777" y="1"/>
                        <a:pt x="1" y="800"/>
                        <a:pt x="1" y="1759"/>
                      </a:cubicBezTo>
                      <a:cubicBezTo>
                        <a:pt x="1" y="2717"/>
                        <a:pt x="777" y="3516"/>
                        <a:pt x="1736" y="3516"/>
                      </a:cubicBezTo>
                      <a:cubicBezTo>
                        <a:pt x="2717" y="3516"/>
                        <a:pt x="3493" y="2717"/>
                        <a:pt x="3493" y="1759"/>
                      </a:cubicBezTo>
                      <a:cubicBezTo>
                        <a:pt x="3493" y="800"/>
                        <a:pt x="2717" y="1"/>
                        <a:pt x="17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20"/>
                <p:cNvSpPr/>
                <p:nvPr/>
              </p:nvSpPr>
              <p:spPr>
                <a:xfrm>
                  <a:off x="3502700" y="2585000"/>
                  <a:ext cx="134700" cy="134700"/>
                </a:xfrm>
                <a:custGeom>
                  <a:avLst/>
                  <a:gdLst/>
                  <a:ahLst/>
                  <a:cxnLst/>
                  <a:rect l="l" t="t" r="r" b="b"/>
                  <a:pathLst>
                    <a:path w="5388" h="5388" extrusionOk="0">
                      <a:moveTo>
                        <a:pt x="2694" y="389"/>
                      </a:moveTo>
                      <a:cubicBezTo>
                        <a:pt x="3972" y="389"/>
                        <a:pt x="4999" y="1416"/>
                        <a:pt x="4999" y="2694"/>
                      </a:cubicBezTo>
                      <a:cubicBezTo>
                        <a:pt x="4999" y="3973"/>
                        <a:pt x="3972" y="5000"/>
                        <a:pt x="2694" y="5000"/>
                      </a:cubicBezTo>
                      <a:cubicBezTo>
                        <a:pt x="1416" y="5000"/>
                        <a:pt x="389" y="3973"/>
                        <a:pt x="389" y="2694"/>
                      </a:cubicBezTo>
                      <a:cubicBezTo>
                        <a:pt x="389" y="1416"/>
                        <a:pt x="1416" y="389"/>
                        <a:pt x="2694" y="389"/>
                      </a:cubicBezTo>
                      <a:close/>
                      <a:moveTo>
                        <a:pt x="2694" y="1"/>
                      </a:moveTo>
                      <a:cubicBezTo>
                        <a:pt x="1210" y="1"/>
                        <a:pt x="1" y="1211"/>
                        <a:pt x="1" y="2694"/>
                      </a:cubicBezTo>
                      <a:cubicBezTo>
                        <a:pt x="1" y="4178"/>
                        <a:pt x="1210" y="5388"/>
                        <a:pt x="2694" y="5388"/>
                      </a:cubicBezTo>
                      <a:cubicBezTo>
                        <a:pt x="4178" y="5388"/>
                        <a:pt x="5387" y="4178"/>
                        <a:pt x="5387" y="2694"/>
                      </a:cubicBezTo>
                      <a:cubicBezTo>
                        <a:pt x="5387" y="1211"/>
                        <a:pt x="4178"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20"/>
                <p:cNvSpPr/>
                <p:nvPr/>
              </p:nvSpPr>
              <p:spPr>
                <a:xfrm>
                  <a:off x="3526100" y="2608400"/>
                  <a:ext cx="87900" cy="87900"/>
                </a:xfrm>
                <a:custGeom>
                  <a:avLst/>
                  <a:gdLst/>
                  <a:ahLst/>
                  <a:cxnLst/>
                  <a:rect l="l" t="t" r="r" b="b"/>
                  <a:pathLst>
                    <a:path w="3516" h="3516" extrusionOk="0">
                      <a:moveTo>
                        <a:pt x="1758" y="1"/>
                      </a:moveTo>
                      <a:cubicBezTo>
                        <a:pt x="776" y="1"/>
                        <a:pt x="0" y="777"/>
                        <a:pt x="0" y="1758"/>
                      </a:cubicBezTo>
                      <a:cubicBezTo>
                        <a:pt x="0" y="2717"/>
                        <a:pt x="776" y="3516"/>
                        <a:pt x="1758" y="3516"/>
                      </a:cubicBezTo>
                      <a:cubicBezTo>
                        <a:pt x="2717" y="3516"/>
                        <a:pt x="3516" y="2717"/>
                        <a:pt x="3516" y="1758"/>
                      </a:cubicBezTo>
                      <a:cubicBezTo>
                        <a:pt x="3516" y="777"/>
                        <a:pt x="2717"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20"/>
                <p:cNvSpPr/>
                <p:nvPr/>
              </p:nvSpPr>
              <p:spPr>
                <a:xfrm>
                  <a:off x="2281550" y="1156150"/>
                  <a:ext cx="134700" cy="134700"/>
                </a:xfrm>
                <a:custGeom>
                  <a:avLst/>
                  <a:gdLst/>
                  <a:ahLst/>
                  <a:cxnLst/>
                  <a:rect l="l" t="t" r="r" b="b"/>
                  <a:pathLst>
                    <a:path w="5388" h="5388" extrusionOk="0">
                      <a:moveTo>
                        <a:pt x="2694" y="366"/>
                      </a:moveTo>
                      <a:cubicBezTo>
                        <a:pt x="3972" y="366"/>
                        <a:pt x="4999" y="1416"/>
                        <a:pt x="4999" y="2694"/>
                      </a:cubicBezTo>
                      <a:cubicBezTo>
                        <a:pt x="4999" y="3972"/>
                        <a:pt x="3972" y="4999"/>
                        <a:pt x="2694" y="4999"/>
                      </a:cubicBezTo>
                      <a:cubicBezTo>
                        <a:pt x="1416" y="4999"/>
                        <a:pt x="366" y="3972"/>
                        <a:pt x="366" y="2694"/>
                      </a:cubicBezTo>
                      <a:cubicBezTo>
                        <a:pt x="366" y="1416"/>
                        <a:pt x="1416" y="366"/>
                        <a:pt x="2694" y="366"/>
                      </a:cubicBezTo>
                      <a:close/>
                      <a:moveTo>
                        <a:pt x="2694" y="0"/>
                      </a:moveTo>
                      <a:cubicBezTo>
                        <a:pt x="1210" y="0"/>
                        <a:pt x="0" y="1210"/>
                        <a:pt x="0" y="2694"/>
                      </a:cubicBezTo>
                      <a:cubicBezTo>
                        <a:pt x="0" y="4178"/>
                        <a:pt x="1210" y="5387"/>
                        <a:pt x="2694" y="5387"/>
                      </a:cubicBezTo>
                      <a:cubicBezTo>
                        <a:pt x="4177" y="5387"/>
                        <a:pt x="5387" y="4178"/>
                        <a:pt x="5387" y="2694"/>
                      </a:cubicBezTo>
                      <a:cubicBezTo>
                        <a:pt x="5387" y="1210"/>
                        <a:pt x="4177" y="0"/>
                        <a:pt x="26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20"/>
                <p:cNvSpPr/>
                <p:nvPr/>
              </p:nvSpPr>
              <p:spPr>
                <a:xfrm>
                  <a:off x="2304950" y="1179550"/>
                  <a:ext cx="87325" cy="87900"/>
                </a:xfrm>
                <a:custGeom>
                  <a:avLst/>
                  <a:gdLst/>
                  <a:ahLst/>
                  <a:cxnLst/>
                  <a:rect l="l" t="t" r="r" b="b"/>
                  <a:pathLst>
                    <a:path w="3493" h="3516" extrusionOk="0">
                      <a:moveTo>
                        <a:pt x="1758" y="0"/>
                      </a:moveTo>
                      <a:cubicBezTo>
                        <a:pt x="776" y="0"/>
                        <a:pt x="0" y="776"/>
                        <a:pt x="0" y="1758"/>
                      </a:cubicBezTo>
                      <a:cubicBezTo>
                        <a:pt x="0" y="2717"/>
                        <a:pt x="776" y="3515"/>
                        <a:pt x="1758" y="3515"/>
                      </a:cubicBezTo>
                      <a:cubicBezTo>
                        <a:pt x="2716" y="3515"/>
                        <a:pt x="3493" y="2717"/>
                        <a:pt x="3493" y="1758"/>
                      </a:cubicBezTo>
                      <a:cubicBezTo>
                        <a:pt x="3493" y="776"/>
                        <a:pt x="2716"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20"/>
                <p:cNvSpPr/>
                <p:nvPr/>
              </p:nvSpPr>
              <p:spPr>
                <a:xfrm>
                  <a:off x="1577950" y="1004925"/>
                  <a:ext cx="94750" cy="94750"/>
                </a:xfrm>
                <a:custGeom>
                  <a:avLst/>
                  <a:gdLst/>
                  <a:ahLst/>
                  <a:cxnLst/>
                  <a:rect l="l" t="t" r="r" b="b"/>
                  <a:pathLst>
                    <a:path w="3790" h="3790" extrusionOk="0">
                      <a:moveTo>
                        <a:pt x="1895" y="366"/>
                      </a:moveTo>
                      <a:cubicBezTo>
                        <a:pt x="2717" y="366"/>
                        <a:pt x="3402" y="1051"/>
                        <a:pt x="3402" y="1895"/>
                      </a:cubicBezTo>
                      <a:cubicBezTo>
                        <a:pt x="3402" y="2717"/>
                        <a:pt x="2717" y="3402"/>
                        <a:pt x="1895" y="3402"/>
                      </a:cubicBezTo>
                      <a:cubicBezTo>
                        <a:pt x="1051" y="3402"/>
                        <a:pt x="366" y="2717"/>
                        <a:pt x="366" y="1895"/>
                      </a:cubicBezTo>
                      <a:cubicBezTo>
                        <a:pt x="366" y="1051"/>
                        <a:pt x="1051" y="366"/>
                        <a:pt x="1895" y="366"/>
                      </a:cubicBezTo>
                      <a:close/>
                      <a:moveTo>
                        <a:pt x="1895" y="1"/>
                      </a:moveTo>
                      <a:cubicBezTo>
                        <a:pt x="845" y="1"/>
                        <a:pt x="1" y="845"/>
                        <a:pt x="1" y="1895"/>
                      </a:cubicBezTo>
                      <a:cubicBezTo>
                        <a:pt x="1" y="2922"/>
                        <a:pt x="845" y="3790"/>
                        <a:pt x="1895" y="3790"/>
                      </a:cubicBezTo>
                      <a:cubicBezTo>
                        <a:pt x="2922" y="3790"/>
                        <a:pt x="3790" y="2922"/>
                        <a:pt x="3790" y="1895"/>
                      </a:cubicBezTo>
                      <a:cubicBezTo>
                        <a:pt x="3790" y="845"/>
                        <a:pt x="2922" y="1"/>
                        <a:pt x="189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20"/>
                <p:cNvSpPr/>
                <p:nvPr/>
              </p:nvSpPr>
              <p:spPr>
                <a:xfrm>
                  <a:off x="1595075" y="1022050"/>
                  <a:ext cx="59950" cy="59950"/>
                </a:xfrm>
                <a:custGeom>
                  <a:avLst/>
                  <a:gdLst/>
                  <a:ahLst/>
                  <a:cxnLst/>
                  <a:rect l="l" t="t" r="r" b="b"/>
                  <a:pathLst>
                    <a:path w="2398" h="2398" extrusionOk="0">
                      <a:moveTo>
                        <a:pt x="1210" y="1"/>
                      </a:moveTo>
                      <a:cubicBezTo>
                        <a:pt x="548" y="1"/>
                        <a:pt x="1" y="548"/>
                        <a:pt x="1" y="1210"/>
                      </a:cubicBezTo>
                      <a:cubicBezTo>
                        <a:pt x="1" y="1872"/>
                        <a:pt x="548" y="2397"/>
                        <a:pt x="1210" y="2397"/>
                      </a:cubicBezTo>
                      <a:cubicBezTo>
                        <a:pt x="1872" y="2397"/>
                        <a:pt x="2397" y="1872"/>
                        <a:pt x="2397" y="1210"/>
                      </a:cubicBezTo>
                      <a:cubicBezTo>
                        <a:pt x="2397" y="548"/>
                        <a:pt x="1872" y="1"/>
                        <a:pt x="12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20"/>
                <p:cNvSpPr/>
                <p:nvPr/>
              </p:nvSpPr>
              <p:spPr>
                <a:xfrm>
                  <a:off x="2892125" y="1170425"/>
                  <a:ext cx="106150" cy="106150"/>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310" y="4246"/>
                        <a:pt x="4246" y="3287"/>
                        <a:pt x="4246" y="2123"/>
                      </a:cubicBezTo>
                      <a:cubicBezTo>
                        <a:pt x="4246" y="936"/>
                        <a:pt x="3310"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20"/>
                <p:cNvSpPr/>
                <p:nvPr/>
              </p:nvSpPr>
              <p:spPr>
                <a:xfrm>
                  <a:off x="7004675" y="1366150"/>
                  <a:ext cx="106150" cy="106150"/>
                </a:xfrm>
                <a:custGeom>
                  <a:avLst/>
                  <a:gdLst/>
                  <a:ahLst/>
                  <a:cxnLst/>
                  <a:rect l="l" t="t" r="r" b="b"/>
                  <a:pathLst>
                    <a:path w="4246" h="4246" extrusionOk="0">
                      <a:moveTo>
                        <a:pt x="2123" y="0"/>
                      </a:moveTo>
                      <a:cubicBezTo>
                        <a:pt x="936" y="0"/>
                        <a:pt x="0" y="959"/>
                        <a:pt x="0" y="2123"/>
                      </a:cubicBezTo>
                      <a:cubicBezTo>
                        <a:pt x="0" y="3310"/>
                        <a:pt x="936" y="4246"/>
                        <a:pt x="2123" y="4246"/>
                      </a:cubicBezTo>
                      <a:cubicBezTo>
                        <a:pt x="3287" y="4246"/>
                        <a:pt x="4246" y="3310"/>
                        <a:pt x="4246" y="2123"/>
                      </a:cubicBezTo>
                      <a:cubicBezTo>
                        <a:pt x="4246" y="959"/>
                        <a:pt x="3287"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20"/>
                <p:cNvSpPr/>
                <p:nvPr/>
              </p:nvSpPr>
              <p:spPr>
                <a:xfrm>
                  <a:off x="6446600" y="2270600"/>
                  <a:ext cx="106150" cy="106150"/>
                </a:xfrm>
                <a:custGeom>
                  <a:avLst/>
                  <a:gdLst/>
                  <a:ahLst/>
                  <a:cxnLst/>
                  <a:rect l="l" t="t" r="r" b="b"/>
                  <a:pathLst>
                    <a:path w="4246" h="4246" extrusionOk="0">
                      <a:moveTo>
                        <a:pt x="2123" y="0"/>
                      </a:moveTo>
                      <a:cubicBezTo>
                        <a:pt x="959" y="0"/>
                        <a:pt x="0" y="959"/>
                        <a:pt x="0" y="2123"/>
                      </a:cubicBezTo>
                      <a:cubicBezTo>
                        <a:pt x="0" y="3310"/>
                        <a:pt x="959" y="4246"/>
                        <a:pt x="2123" y="4246"/>
                      </a:cubicBezTo>
                      <a:cubicBezTo>
                        <a:pt x="3310" y="4246"/>
                        <a:pt x="4246" y="3310"/>
                        <a:pt x="4246" y="2123"/>
                      </a:cubicBezTo>
                      <a:cubicBezTo>
                        <a:pt x="4246" y="959"/>
                        <a:pt x="3310" y="0"/>
                        <a:pt x="212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20"/>
                <p:cNvSpPr/>
                <p:nvPr/>
              </p:nvSpPr>
              <p:spPr>
                <a:xfrm>
                  <a:off x="6258275" y="3300575"/>
                  <a:ext cx="69650" cy="69650"/>
                </a:xfrm>
                <a:custGeom>
                  <a:avLst/>
                  <a:gdLst/>
                  <a:ahLst/>
                  <a:cxnLst/>
                  <a:rect l="l" t="t" r="r" b="b"/>
                  <a:pathLst>
                    <a:path w="2786" h="2786" extrusionOk="0">
                      <a:moveTo>
                        <a:pt x="1393" y="1"/>
                      </a:moveTo>
                      <a:cubicBezTo>
                        <a:pt x="617" y="1"/>
                        <a:pt x="1" y="617"/>
                        <a:pt x="1" y="1393"/>
                      </a:cubicBezTo>
                      <a:cubicBezTo>
                        <a:pt x="1" y="2146"/>
                        <a:pt x="617" y="2786"/>
                        <a:pt x="1393" y="2786"/>
                      </a:cubicBezTo>
                      <a:cubicBezTo>
                        <a:pt x="2169" y="2786"/>
                        <a:pt x="2786" y="2146"/>
                        <a:pt x="2786" y="1393"/>
                      </a:cubicBezTo>
                      <a:cubicBezTo>
                        <a:pt x="2786" y="617"/>
                        <a:pt x="2169" y="1"/>
                        <a:pt x="13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20"/>
                <p:cNvSpPr/>
                <p:nvPr/>
              </p:nvSpPr>
              <p:spPr>
                <a:xfrm>
                  <a:off x="4746100" y="3030675"/>
                  <a:ext cx="69650" cy="69075"/>
                </a:xfrm>
                <a:custGeom>
                  <a:avLst/>
                  <a:gdLst/>
                  <a:ahLst/>
                  <a:cxnLst/>
                  <a:rect l="l" t="t" r="r" b="b"/>
                  <a:pathLst>
                    <a:path w="2786" h="2763" extrusionOk="0">
                      <a:moveTo>
                        <a:pt x="1393" y="0"/>
                      </a:moveTo>
                      <a:cubicBezTo>
                        <a:pt x="617" y="0"/>
                        <a:pt x="1" y="617"/>
                        <a:pt x="1" y="1393"/>
                      </a:cubicBezTo>
                      <a:cubicBezTo>
                        <a:pt x="1" y="2146"/>
                        <a:pt x="617" y="2762"/>
                        <a:pt x="1393" y="2762"/>
                      </a:cubicBezTo>
                      <a:cubicBezTo>
                        <a:pt x="2169" y="2762"/>
                        <a:pt x="2786" y="2146"/>
                        <a:pt x="2786" y="1393"/>
                      </a:cubicBezTo>
                      <a:cubicBezTo>
                        <a:pt x="2786" y="617"/>
                        <a:pt x="2169" y="0"/>
                        <a:pt x="13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20"/>
                <p:cNvSpPr/>
                <p:nvPr/>
              </p:nvSpPr>
              <p:spPr>
                <a:xfrm>
                  <a:off x="5111875" y="1378700"/>
                  <a:ext cx="106175" cy="106150"/>
                </a:xfrm>
                <a:custGeom>
                  <a:avLst/>
                  <a:gdLst/>
                  <a:ahLst/>
                  <a:cxnLst/>
                  <a:rect l="l" t="t" r="r" b="b"/>
                  <a:pathLst>
                    <a:path w="4247" h="4246" extrusionOk="0">
                      <a:moveTo>
                        <a:pt x="2124" y="0"/>
                      </a:moveTo>
                      <a:cubicBezTo>
                        <a:pt x="960" y="0"/>
                        <a:pt x="1" y="959"/>
                        <a:pt x="1" y="2123"/>
                      </a:cubicBezTo>
                      <a:cubicBezTo>
                        <a:pt x="1" y="3310"/>
                        <a:pt x="960" y="4246"/>
                        <a:pt x="2124" y="4246"/>
                      </a:cubicBezTo>
                      <a:cubicBezTo>
                        <a:pt x="3288" y="4246"/>
                        <a:pt x="4246" y="3310"/>
                        <a:pt x="4246" y="2123"/>
                      </a:cubicBezTo>
                      <a:cubicBezTo>
                        <a:pt x="4246" y="959"/>
                        <a:pt x="3288" y="0"/>
                        <a:pt x="21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20"/>
                <p:cNvSpPr/>
                <p:nvPr/>
              </p:nvSpPr>
              <p:spPr>
                <a:xfrm>
                  <a:off x="5692225" y="1404950"/>
                  <a:ext cx="75350" cy="74775"/>
                </a:xfrm>
                <a:custGeom>
                  <a:avLst/>
                  <a:gdLst/>
                  <a:ahLst/>
                  <a:cxnLst/>
                  <a:rect l="l" t="t" r="r" b="b"/>
                  <a:pathLst>
                    <a:path w="3014" h="2991" extrusionOk="0">
                      <a:moveTo>
                        <a:pt x="1507" y="0"/>
                      </a:moveTo>
                      <a:cubicBezTo>
                        <a:pt x="685" y="0"/>
                        <a:pt x="0" y="662"/>
                        <a:pt x="0" y="1507"/>
                      </a:cubicBezTo>
                      <a:cubicBezTo>
                        <a:pt x="0" y="2328"/>
                        <a:pt x="685" y="2990"/>
                        <a:pt x="1507" y="2990"/>
                      </a:cubicBezTo>
                      <a:cubicBezTo>
                        <a:pt x="2328" y="2990"/>
                        <a:pt x="3013" y="2328"/>
                        <a:pt x="3013" y="1507"/>
                      </a:cubicBezTo>
                      <a:cubicBezTo>
                        <a:pt x="3013" y="662"/>
                        <a:pt x="2328"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20"/>
                <p:cNvSpPr/>
                <p:nvPr/>
              </p:nvSpPr>
              <p:spPr>
                <a:xfrm>
                  <a:off x="5821750" y="1469425"/>
                  <a:ext cx="79350" cy="79350"/>
                </a:xfrm>
                <a:custGeom>
                  <a:avLst/>
                  <a:gdLst/>
                  <a:ahLst/>
                  <a:cxnLst/>
                  <a:rect l="l" t="t" r="r" b="b"/>
                  <a:pathLst>
                    <a:path w="3174" h="3174" extrusionOk="0">
                      <a:moveTo>
                        <a:pt x="1598" y="1"/>
                      </a:moveTo>
                      <a:cubicBezTo>
                        <a:pt x="708" y="1"/>
                        <a:pt x="1" y="708"/>
                        <a:pt x="1" y="1575"/>
                      </a:cubicBezTo>
                      <a:cubicBezTo>
                        <a:pt x="1" y="2466"/>
                        <a:pt x="708" y="3173"/>
                        <a:pt x="1598" y="3173"/>
                      </a:cubicBezTo>
                      <a:cubicBezTo>
                        <a:pt x="2466" y="3173"/>
                        <a:pt x="3173" y="2466"/>
                        <a:pt x="3173" y="1575"/>
                      </a:cubicBezTo>
                      <a:cubicBezTo>
                        <a:pt x="3173" y="708"/>
                        <a:pt x="2466" y="1"/>
                        <a:pt x="15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20"/>
                <p:cNvSpPr/>
                <p:nvPr/>
              </p:nvSpPr>
              <p:spPr>
                <a:xfrm>
                  <a:off x="3572900" y="2384150"/>
                  <a:ext cx="139825" cy="139250"/>
                </a:xfrm>
                <a:custGeom>
                  <a:avLst/>
                  <a:gdLst/>
                  <a:ahLst/>
                  <a:cxnLst/>
                  <a:rect l="l" t="t" r="r" b="b"/>
                  <a:pathLst>
                    <a:path w="5593" h="5570" extrusionOk="0">
                      <a:moveTo>
                        <a:pt x="2808" y="0"/>
                      </a:moveTo>
                      <a:cubicBezTo>
                        <a:pt x="1255" y="0"/>
                        <a:pt x="0" y="1233"/>
                        <a:pt x="0" y="2785"/>
                      </a:cubicBezTo>
                      <a:cubicBezTo>
                        <a:pt x="0" y="4314"/>
                        <a:pt x="1255" y="5570"/>
                        <a:pt x="2808" y="5570"/>
                      </a:cubicBezTo>
                      <a:cubicBezTo>
                        <a:pt x="4337" y="5570"/>
                        <a:pt x="5592" y="4314"/>
                        <a:pt x="5592" y="2785"/>
                      </a:cubicBezTo>
                      <a:cubicBezTo>
                        <a:pt x="5592" y="1233"/>
                        <a:pt x="4337" y="0"/>
                        <a:pt x="28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20"/>
                <p:cNvSpPr/>
                <p:nvPr/>
              </p:nvSpPr>
              <p:spPr>
                <a:xfrm>
                  <a:off x="5419450" y="2995300"/>
                  <a:ext cx="139825" cy="139825"/>
                </a:xfrm>
                <a:custGeom>
                  <a:avLst/>
                  <a:gdLst/>
                  <a:ahLst/>
                  <a:cxnLst/>
                  <a:rect l="l" t="t" r="r" b="b"/>
                  <a:pathLst>
                    <a:path w="5593" h="5593" extrusionOk="0">
                      <a:moveTo>
                        <a:pt x="2785" y="0"/>
                      </a:moveTo>
                      <a:cubicBezTo>
                        <a:pt x="1256" y="0"/>
                        <a:pt x="1" y="1256"/>
                        <a:pt x="1" y="2808"/>
                      </a:cubicBezTo>
                      <a:cubicBezTo>
                        <a:pt x="1" y="4337"/>
                        <a:pt x="1256" y="5592"/>
                        <a:pt x="2785" y="5592"/>
                      </a:cubicBezTo>
                      <a:cubicBezTo>
                        <a:pt x="4338" y="5592"/>
                        <a:pt x="5593" y="4337"/>
                        <a:pt x="5593" y="2808"/>
                      </a:cubicBezTo>
                      <a:cubicBezTo>
                        <a:pt x="5593" y="1256"/>
                        <a:pt x="4338" y="0"/>
                        <a:pt x="27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20"/>
                <p:cNvSpPr/>
                <p:nvPr/>
              </p:nvSpPr>
              <p:spPr>
                <a:xfrm>
                  <a:off x="3311550" y="1787275"/>
                  <a:ext cx="65075" cy="65075"/>
                </a:xfrm>
                <a:custGeom>
                  <a:avLst/>
                  <a:gdLst/>
                  <a:ahLst/>
                  <a:cxnLst/>
                  <a:rect l="l" t="t" r="r" b="b"/>
                  <a:pathLst>
                    <a:path w="2603" h="2603" extrusionOk="0">
                      <a:moveTo>
                        <a:pt x="1301" y="0"/>
                      </a:moveTo>
                      <a:cubicBezTo>
                        <a:pt x="594" y="0"/>
                        <a:pt x="0" y="571"/>
                        <a:pt x="0" y="1301"/>
                      </a:cubicBezTo>
                      <a:cubicBezTo>
                        <a:pt x="0" y="2009"/>
                        <a:pt x="594" y="2602"/>
                        <a:pt x="1301" y="2602"/>
                      </a:cubicBezTo>
                      <a:cubicBezTo>
                        <a:pt x="2009" y="2602"/>
                        <a:pt x="2602" y="2009"/>
                        <a:pt x="2602" y="1301"/>
                      </a:cubicBezTo>
                      <a:cubicBezTo>
                        <a:pt x="2602" y="571"/>
                        <a:pt x="2009" y="0"/>
                        <a:pt x="13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20"/>
                <p:cNvSpPr/>
                <p:nvPr/>
              </p:nvSpPr>
              <p:spPr>
                <a:xfrm>
                  <a:off x="3501550" y="1519075"/>
                  <a:ext cx="143825" cy="144400"/>
                </a:xfrm>
                <a:custGeom>
                  <a:avLst/>
                  <a:gdLst/>
                  <a:ahLst/>
                  <a:cxnLst/>
                  <a:rect l="l" t="t" r="r" b="b"/>
                  <a:pathLst>
                    <a:path w="5753" h="5776" extrusionOk="0">
                      <a:moveTo>
                        <a:pt x="2877" y="388"/>
                      </a:moveTo>
                      <a:cubicBezTo>
                        <a:pt x="4246" y="388"/>
                        <a:pt x="5388" y="1507"/>
                        <a:pt x="5388" y="2899"/>
                      </a:cubicBezTo>
                      <a:cubicBezTo>
                        <a:pt x="5388" y="4269"/>
                        <a:pt x="4246" y="5410"/>
                        <a:pt x="2877" y="5410"/>
                      </a:cubicBezTo>
                      <a:cubicBezTo>
                        <a:pt x="1485" y="5410"/>
                        <a:pt x="366" y="4269"/>
                        <a:pt x="366" y="2899"/>
                      </a:cubicBezTo>
                      <a:cubicBezTo>
                        <a:pt x="366" y="1507"/>
                        <a:pt x="1485" y="388"/>
                        <a:pt x="2877" y="388"/>
                      </a:cubicBezTo>
                      <a:close/>
                      <a:moveTo>
                        <a:pt x="2877" y="0"/>
                      </a:moveTo>
                      <a:cubicBezTo>
                        <a:pt x="1279" y="0"/>
                        <a:pt x="1" y="1301"/>
                        <a:pt x="1" y="2899"/>
                      </a:cubicBezTo>
                      <a:cubicBezTo>
                        <a:pt x="1" y="4497"/>
                        <a:pt x="1279" y="5775"/>
                        <a:pt x="2877" y="5775"/>
                      </a:cubicBezTo>
                      <a:cubicBezTo>
                        <a:pt x="4475" y="5775"/>
                        <a:pt x="5753" y="4497"/>
                        <a:pt x="5753" y="2899"/>
                      </a:cubicBezTo>
                      <a:cubicBezTo>
                        <a:pt x="5753" y="1301"/>
                        <a:pt x="4475" y="0"/>
                        <a:pt x="28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20"/>
                <p:cNvSpPr/>
                <p:nvPr/>
              </p:nvSpPr>
              <p:spPr>
                <a:xfrm>
                  <a:off x="3526675" y="1544750"/>
                  <a:ext cx="93600" cy="93050"/>
                </a:xfrm>
                <a:custGeom>
                  <a:avLst/>
                  <a:gdLst/>
                  <a:ahLst/>
                  <a:cxnLst/>
                  <a:rect l="l" t="t" r="r" b="b"/>
                  <a:pathLst>
                    <a:path w="3744" h="3722" extrusionOk="0">
                      <a:moveTo>
                        <a:pt x="1872" y="0"/>
                      </a:moveTo>
                      <a:cubicBezTo>
                        <a:pt x="845" y="0"/>
                        <a:pt x="0" y="845"/>
                        <a:pt x="0" y="1872"/>
                      </a:cubicBezTo>
                      <a:cubicBezTo>
                        <a:pt x="0" y="2899"/>
                        <a:pt x="845" y="3721"/>
                        <a:pt x="1872" y="3721"/>
                      </a:cubicBezTo>
                      <a:cubicBezTo>
                        <a:pt x="2899" y="3721"/>
                        <a:pt x="3744" y="2899"/>
                        <a:pt x="3744" y="1872"/>
                      </a:cubicBezTo>
                      <a:cubicBezTo>
                        <a:pt x="3744" y="845"/>
                        <a:pt x="2899" y="0"/>
                        <a:pt x="18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20"/>
                <p:cNvSpPr/>
                <p:nvPr/>
              </p:nvSpPr>
              <p:spPr>
                <a:xfrm>
                  <a:off x="1930050" y="1563575"/>
                  <a:ext cx="106150" cy="106175"/>
                </a:xfrm>
                <a:custGeom>
                  <a:avLst/>
                  <a:gdLst/>
                  <a:ahLst/>
                  <a:cxnLst/>
                  <a:rect l="l" t="t" r="r" b="b"/>
                  <a:pathLst>
                    <a:path w="4246" h="4247" extrusionOk="0">
                      <a:moveTo>
                        <a:pt x="2123" y="1"/>
                      </a:moveTo>
                      <a:cubicBezTo>
                        <a:pt x="959" y="1"/>
                        <a:pt x="0" y="937"/>
                        <a:pt x="0" y="2123"/>
                      </a:cubicBezTo>
                      <a:cubicBezTo>
                        <a:pt x="0" y="3288"/>
                        <a:pt x="959" y="4246"/>
                        <a:pt x="2123" y="4246"/>
                      </a:cubicBezTo>
                      <a:cubicBezTo>
                        <a:pt x="3310" y="4246"/>
                        <a:pt x="4246" y="3288"/>
                        <a:pt x="4246" y="2123"/>
                      </a:cubicBezTo>
                      <a:cubicBezTo>
                        <a:pt x="4246" y="937"/>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20"/>
                <p:cNvSpPr/>
                <p:nvPr/>
              </p:nvSpPr>
              <p:spPr>
                <a:xfrm>
                  <a:off x="1621325" y="1563575"/>
                  <a:ext cx="106175" cy="106175"/>
                </a:xfrm>
                <a:custGeom>
                  <a:avLst/>
                  <a:gdLst/>
                  <a:ahLst/>
                  <a:cxnLst/>
                  <a:rect l="l" t="t" r="r" b="b"/>
                  <a:pathLst>
                    <a:path w="4247" h="4247" extrusionOk="0">
                      <a:moveTo>
                        <a:pt x="2123" y="1"/>
                      </a:moveTo>
                      <a:cubicBezTo>
                        <a:pt x="936" y="1"/>
                        <a:pt x="1" y="937"/>
                        <a:pt x="1" y="2123"/>
                      </a:cubicBezTo>
                      <a:cubicBezTo>
                        <a:pt x="1" y="3288"/>
                        <a:pt x="936" y="4246"/>
                        <a:pt x="2123" y="4246"/>
                      </a:cubicBezTo>
                      <a:cubicBezTo>
                        <a:pt x="3287" y="4246"/>
                        <a:pt x="4246" y="3288"/>
                        <a:pt x="4246" y="2123"/>
                      </a:cubicBezTo>
                      <a:cubicBezTo>
                        <a:pt x="4246" y="937"/>
                        <a:pt x="3287"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20"/>
                <p:cNvSpPr/>
                <p:nvPr/>
              </p:nvSpPr>
              <p:spPr>
                <a:xfrm>
                  <a:off x="944550" y="1765575"/>
                  <a:ext cx="106175" cy="106175"/>
                </a:xfrm>
                <a:custGeom>
                  <a:avLst/>
                  <a:gdLst/>
                  <a:ahLst/>
                  <a:cxnLst/>
                  <a:rect l="l" t="t" r="r" b="b"/>
                  <a:pathLst>
                    <a:path w="4247" h="4247" extrusionOk="0">
                      <a:moveTo>
                        <a:pt x="2123" y="1"/>
                      </a:moveTo>
                      <a:cubicBezTo>
                        <a:pt x="959" y="1"/>
                        <a:pt x="1" y="960"/>
                        <a:pt x="1" y="2124"/>
                      </a:cubicBezTo>
                      <a:cubicBezTo>
                        <a:pt x="1" y="3311"/>
                        <a:pt x="959" y="4246"/>
                        <a:pt x="2123" y="4246"/>
                      </a:cubicBezTo>
                      <a:cubicBezTo>
                        <a:pt x="3310" y="4246"/>
                        <a:pt x="4246" y="3311"/>
                        <a:pt x="4246" y="2124"/>
                      </a:cubicBezTo>
                      <a:cubicBezTo>
                        <a:pt x="4246" y="960"/>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20"/>
                <p:cNvSpPr/>
                <p:nvPr/>
              </p:nvSpPr>
              <p:spPr>
                <a:xfrm>
                  <a:off x="-572625" y="2889150"/>
                  <a:ext cx="106150" cy="106150"/>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287" y="4246"/>
                        <a:pt x="4246" y="3287"/>
                        <a:pt x="4246" y="2123"/>
                      </a:cubicBezTo>
                      <a:cubicBezTo>
                        <a:pt x="4246" y="936"/>
                        <a:pt x="3287"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20"/>
                <p:cNvSpPr/>
                <p:nvPr/>
              </p:nvSpPr>
              <p:spPr>
                <a:xfrm>
                  <a:off x="3168300" y="1186975"/>
                  <a:ext cx="72500" cy="73050"/>
                </a:xfrm>
                <a:custGeom>
                  <a:avLst/>
                  <a:gdLst/>
                  <a:ahLst/>
                  <a:cxnLst/>
                  <a:rect l="l" t="t" r="r" b="b"/>
                  <a:pathLst>
                    <a:path w="2900" h="2922" extrusionOk="0">
                      <a:moveTo>
                        <a:pt x="1462" y="0"/>
                      </a:moveTo>
                      <a:cubicBezTo>
                        <a:pt x="640" y="0"/>
                        <a:pt x="1" y="639"/>
                        <a:pt x="1" y="1461"/>
                      </a:cubicBezTo>
                      <a:cubicBezTo>
                        <a:pt x="1" y="2260"/>
                        <a:pt x="640" y="2922"/>
                        <a:pt x="1462" y="2922"/>
                      </a:cubicBezTo>
                      <a:cubicBezTo>
                        <a:pt x="2261" y="2922"/>
                        <a:pt x="2900" y="2260"/>
                        <a:pt x="2900" y="1461"/>
                      </a:cubicBezTo>
                      <a:cubicBezTo>
                        <a:pt x="2900" y="639"/>
                        <a:pt x="2261"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20"/>
                <p:cNvSpPr/>
                <p:nvPr/>
              </p:nvSpPr>
              <p:spPr>
                <a:xfrm>
                  <a:off x="1238425" y="1362725"/>
                  <a:ext cx="73075" cy="73050"/>
                </a:xfrm>
                <a:custGeom>
                  <a:avLst/>
                  <a:gdLst/>
                  <a:ahLst/>
                  <a:cxnLst/>
                  <a:rect l="l" t="t" r="r" b="b"/>
                  <a:pathLst>
                    <a:path w="2923" h="2922" extrusionOk="0">
                      <a:moveTo>
                        <a:pt x="1462" y="0"/>
                      </a:moveTo>
                      <a:cubicBezTo>
                        <a:pt x="640" y="0"/>
                        <a:pt x="1" y="662"/>
                        <a:pt x="1" y="1461"/>
                      </a:cubicBezTo>
                      <a:cubicBezTo>
                        <a:pt x="1" y="2260"/>
                        <a:pt x="640" y="2922"/>
                        <a:pt x="1462" y="2922"/>
                      </a:cubicBezTo>
                      <a:cubicBezTo>
                        <a:pt x="2260" y="2922"/>
                        <a:pt x="2922" y="2260"/>
                        <a:pt x="2922" y="1461"/>
                      </a:cubicBezTo>
                      <a:cubicBezTo>
                        <a:pt x="2922" y="662"/>
                        <a:pt x="2260"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20"/>
                <p:cNvSpPr/>
                <p:nvPr/>
              </p:nvSpPr>
              <p:spPr>
                <a:xfrm>
                  <a:off x="2281550" y="832600"/>
                  <a:ext cx="2995850" cy="9725"/>
                </a:xfrm>
                <a:custGeom>
                  <a:avLst/>
                  <a:gdLst/>
                  <a:ahLst/>
                  <a:cxnLst/>
                  <a:rect l="l" t="t" r="r" b="b"/>
                  <a:pathLst>
                    <a:path w="119834" h="389" extrusionOk="0">
                      <a:moveTo>
                        <a:pt x="183" y="1"/>
                      </a:moveTo>
                      <a:cubicBezTo>
                        <a:pt x="69" y="1"/>
                        <a:pt x="0" y="92"/>
                        <a:pt x="0" y="183"/>
                      </a:cubicBezTo>
                      <a:cubicBezTo>
                        <a:pt x="0" y="297"/>
                        <a:pt x="69" y="389"/>
                        <a:pt x="183" y="389"/>
                      </a:cubicBezTo>
                      <a:lnTo>
                        <a:pt x="119628" y="389"/>
                      </a:lnTo>
                      <a:cubicBezTo>
                        <a:pt x="119742" y="389"/>
                        <a:pt x="119833" y="297"/>
                        <a:pt x="119833" y="183"/>
                      </a:cubicBezTo>
                      <a:cubicBezTo>
                        <a:pt x="119833" y="92"/>
                        <a:pt x="119742" y="1"/>
                        <a:pt x="1196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20"/>
                <p:cNvSpPr/>
                <p:nvPr/>
              </p:nvSpPr>
              <p:spPr>
                <a:xfrm>
                  <a:off x="2222775" y="800650"/>
                  <a:ext cx="73075" cy="73050"/>
                </a:xfrm>
                <a:custGeom>
                  <a:avLst/>
                  <a:gdLst/>
                  <a:ahLst/>
                  <a:cxnLst/>
                  <a:rect l="l" t="t" r="r" b="b"/>
                  <a:pathLst>
                    <a:path w="2923" h="2922" extrusionOk="0">
                      <a:moveTo>
                        <a:pt x="1461" y="0"/>
                      </a:moveTo>
                      <a:cubicBezTo>
                        <a:pt x="640" y="0"/>
                        <a:pt x="0" y="662"/>
                        <a:pt x="0" y="1461"/>
                      </a:cubicBezTo>
                      <a:cubicBezTo>
                        <a:pt x="0" y="2283"/>
                        <a:pt x="640" y="2922"/>
                        <a:pt x="1461" y="2922"/>
                      </a:cubicBezTo>
                      <a:cubicBezTo>
                        <a:pt x="2260" y="2922"/>
                        <a:pt x="2922" y="2283"/>
                        <a:pt x="2922" y="1461"/>
                      </a:cubicBezTo>
                      <a:cubicBezTo>
                        <a:pt x="2922" y="662"/>
                        <a:pt x="2260" y="0"/>
                        <a:pt x="14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20"/>
                <p:cNvSpPr/>
                <p:nvPr/>
              </p:nvSpPr>
              <p:spPr>
                <a:xfrm>
                  <a:off x="5235725" y="800650"/>
                  <a:ext cx="73050" cy="73050"/>
                </a:xfrm>
                <a:custGeom>
                  <a:avLst/>
                  <a:gdLst/>
                  <a:ahLst/>
                  <a:cxnLst/>
                  <a:rect l="l" t="t" r="r" b="b"/>
                  <a:pathLst>
                    <a:path w="2922" h="2922" extrusionOk="0">
                      <a:moveTo>
                        <a:pt x="1461" y="0"/>
                      </a:moveTo>
                      <a:cubicBezTo>
                        <a:pt x="662" y="0"/>
                        <a:pt x="0" y="662"/>
                        <a:pt x="0" y="1461"/>
                      </a:cubicBezTo>
                      <a:cubicBezTo>
                        <a:pt x="0" y="2283"/>
                        <a:pt x="662" y="2922"/>
                        <a:pt x="1461" y="2922"/>
                      </a:cubicBezTo>
                      <a:cubicBezTo>
                        <a:pt x="2283" y="2922"/>
                        <a:pt x="2922" y="2283"/>
                        <a:pt x="2922" y="1461"/>
                      </a:cubicBezTo>
                      <a:cubicBezTo>
                        <a:pt x="2922" y="662"/>
                        <a:pt x="2283" y="0"/>
                        <a:pt x="14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20"/>
                <p:cNvSpPr/>
                <p:nvPr/>
              </p:nvSpPr>
              <p:spPr>
                <a:xfrm>
                  <a:off x="5732175" y="319450"/>
                  <a:ext cx="1118450" cy="1117475"/>
                </a:xfrm>
                <a:custGeom>
                  <a:avLst/>
                  <a:gdLst/>
                  <a:ahLst/>
                  <a:cxnLst/>
                  <a:rect l="l" t="t" r="r" b="b"/>
                  <a:pathLst>
                    <a:path w="44738" h="44699" extrusionOk="0">
                      <a:moveTo>
                        <a:pt x="44532" y="1"/>
                      </a:moveTo>
                      <a:cubicBezTo>
                        <a:pt x="44481" y="1"/>
                        <a:pt x="44430" y="18"/>
                        <a:pt x="44395" y="52"/>
                      </a:cubicBezTo>
                      <a:lnTo>
                        <a:pt x="91" y="44356"/>
                      </a:lnTo>
                      <a:cubicBezTo>
                        <a:pt x="0" y="44447"/>
                        <a:pt x="0" y="44562"/>
                        <a:pt x="91" y="44630"/>
                      </a:cubicBezTo>
                      <a:cubicBezTo>
                        <a:pt x="114" y="44676"/>
                        <a:pt x="160" y="44699"/>
                        <a:pt x="228" y="44699"/>
                      </a:cubicBezTo>
                      <a:cubicBezTo>
                        <a:pt x="274" y="44699"/>
                        <a:pt x="320" y="44676"/>
                        <a:pt x="342" y="44630"/>
                      </a:cubicBezTo>
                      <a:lnTo>
                        <a:pt x="44669" y="326"/>
                      </a:lnTo>
                      <a:cubicBezTo>
                        <a:pt x="44738" y="258"/>
                        <a:pt x="44738" y="121"/>
                        <a:pt x="44669" y="52"/>
                      </a:cubicBezTo>
                      <a:cubicBezTo>
                        <a:pt x="44635" y="18"/>
                        <a:pt x="44584" y="1"/>
                        <a:pt x="445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20"/>
                <p:cNvSpPr/>
                <p:nvPr/>
              </p:nvSpPr>
              <p:spPr>
                <a:xfrm>
                  <a:off x="5870250" y="381100"/>
                  <a:ext cx="1118475" cy="1117450"/>
                </a:xfrm>
                <a:custGeom>
                  <a:avLst/>
                  <a:gdLst/>
                  <a:ahLst/>
                  <a:cxnLst/>
                  <a:rect l="l" t="t" r="r" b="b"/>
                  <a:pathLst>
                    <a:path w="44739" h="44698" extrusionOk="0">
                      <a:moveTo>
                        <a:pt x="44522" y="0"/>
                      </a:moveTo>
                      <a:cubicBezTo>
                        <a:pt x="44476" y="0"/>
                        <a:pt x="44430" y="17"/>
                        <a:pt x="44396" y="51"/>
                      </a:cubicBezTo>
                      <a:lnTo>
                        <a:pt x="69" y="44378"/>
                      </a:lnTo>
                      <a:cubicBezTo>
                        <a:pt x="1" y="44447"/>
                        <a:pt x="1" y="44561"/>
                        <a:pt x="69" y="44629"/>
                      </a:cubicBezTo>
                      <a:cubicBezTo>
                        <a:pt x="115" y="44675"/>
                        <a:pt x="161" y="44698"/>
                        <a:pt x="206" y="44698"/>
                      </a:cubicBezTo>
                      <a:cubicBezTo>
                        <a:pt x="252" y="44698"/>
                        <a:pt x="298" y="44675"/>
                        <a:pt x="343" y="44629"/>
                      </a:cubicBezTo>
                      <a:lnTo>
                        <a:pt x="44647" y="325"/>
                      </a:lnTo>
                      <a:cubicBezTo>
                        <a:pt x="44738" y="257"/>
                        <a:pt x="44738" y="120"/>
                        <a:pt x="44647" y="51"/>
                      </a:cubicBezTo>
                      <a:cubicBezTo>
                        <a:pt x="44613" y="17"/>
                        <a:pt x="44567" y="0"/>
                        <a:pt x="445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20"/>
                <p:cNvSpPr/>
                <p:nvPr/>
              </p:nvSpPr>
              <p:spPr>
                <a:xfrm>
                  <a:off x="4775775" y="1974875"/>
                  <a:ext cx="2300825" cy="706600"/>
                </a:xfrm>
                <a:custGeom>
                  <a:avLst/>
                  <a:gdLst/>
                  <a:ahLst/>
                  <a:cxnLst/>
                  <a:rect l="l" t="t" r="r" b="b"/>
                  <a:pathLst>
                    <a:path w="92033" h="28264" extrusionOk="0">
                      <a:moveTo>
                        <a:pt x="206" y="0"/>
                      </a:moveTo>
                      <a:cubicBezTo>
                        <a:pt x="155" y="0"/>
                        <a:pt x="104" y="17"/>
                        <a:pt x="69" y="51"/>
                      </a:cubicBezTo>
                      <a:cubicBezTo>
                        <a:pt x="1" y="120"/>
                        <a:pt x="1" y="234"/>
                        <a:pt x="69" y="325"/>
                      </a:cubicBezTo>
                      <a:lnTo>
                        <a:pt x="28007" y="28263"/>
                      </a:lnTo>
                      <a:lnTo>
                        <a:pt x="91850" y="28263"/>
                      </a:lnTo>
                      <a:cubicBezTo>
                        <a:pt x="91941" y="28263"/>
                        <a:pt x="92032" y="28172"/>
                        <a:pt x="92032" y="28058"/>
                      </a:cubicBezTo>
                      <a:cubicBezTo>
                        <a:pt x="92032" y="27967"/>
                        <a:pt x="91941" y="27875"/>
                        <a:pt x="91850" y="27875"/>
                      </a:cubicBezTo>
                      <a:lnTo>
                        <a:pt x="28167" y="27875"/>
                      </a:lnTo>
                      <a:lnTo>
                        <a:pt x="343" y="51"/>
                      </a:lnTo>
                      <a:cubicBezTo>
                        <a:pt x="309" y="17"/>
                        <a:pt x="258" y="0"/>
                        <a:pt x="2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20"/>
                <p:cNvSpPr/>
                <p:nvPr/>
              </p:nvSpPr>
              <p:spPr>
                <a:xfrm>
                  <a:off x="3518100" y="2023500"/>
                  <a:ext cx="149550" cy="93050"/>
                </a:xfrm>
                <a:custGeom>
                  <a:avLst/>
                  <a:gdLst/>
                  <a:ahLst/>
                  <a:cxnLst/>
                  <a:rect l="l" t="t" r="r" b="b"/>
                  <a:pathLst>
                    <a:path w="5982" h="3722" extrusionOk="0">
                      <a:moveTo>
                        <a:pt x="1" y="1"/>
                      </a:moveTo>
                      <a:lnTo>
                        <a:pt x="3607" y="3721"/>
                      </a:lnTo>
                      <a:lnTo>
                        <a:pt x="5981" y="3721"/>
                      </a:lnTo>
                      <a:lnTo>
                        <a:pt x="239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20"/>
                <p:cNvSpPr/>
                <p:nvPr/>
              </p:nvSpPr>
              <p:spPr>
                <a:xfrm>
                  <a:off x="3630525" y="2023500"/>
                  <a:ext cx="148950" cy="93050"/>
                </a:xfrm>
                <a:custGeom>
                  <a:avLst/>
                  <a:gdLst/>
                  <a:ahLst/>
                  <a:cxnLst/>
                  <a:rect l="l" t="t" r="r" b="b"/>
                  <a:pathLst>
                    <a:path w="5958" h="3722" extrusionOk="0">
                      <a:moveTo>
                        <a:pt x="0" y="1"/>
                      </a:moveTo>
                      <a:lnTo>
                        <a:pt x="3584" y="3721"/>
                      </a:lnTo>
                      <a:lnTo>
                        <a:pt x="5958"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20"/>
                <p:cNvSpPr/>
                <p:nvPr/>
              </p:nvSpPr>
              <p:spPr>
                <a:xfrm>
                  <a:off x="3742375" y="2023500"/>
                  <a:ext cx="149525" cy="93050"/>
                </a:xfrm>
                <a:custGeom>
                  <a:avLst/>
                  <a:gdLst/>
                  <a:ahLst/>
                  <a:cxnLst/>
                  <a:rect l="l" t="t" r="r" b="b"/>
                  <a:pathLst>
                    <a:path w="5981" h="3722" extrusionOk="0">
                      <a:moveTo>
                        <a:pt x="0" y="1"/>
                      </a:moveTo>
                      <a:lnTo>
                        <a:pt x="3584" y="3721"/>
                      </a:lnTo>
                      <a:lnTo>
                        <a:pt x="5980"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20"/>
                <p:cNvSpPr/>
                <p:nvPr/>
              </p:nvSpPr>
              <p:spPr>
                <a:xfrm>
                  <a:off x="3854775" y="2023500"/>
                  <a:ext cx="148975" cy="93050"/>
                </a:xfrm>
                <a:custGeom>
                  <a:avLst/>
                  <a:gdLst/>
                  <a:ahLst/>
                  <a:cxnLst/>
                  <a:rect l="l" t="t" r="r" b="b"/>
                  <a:pathLst>
                    <a:path w="5959" h="3722" extrusionOk="0">
                      <a:moveTo>
                        <a:pt x="1" y="1"/>
                      </a:moveTo>
                      <a:lnTo>
                        <a:pt x="3584" y="3721"/>
                      </a:lnTo>
                      <a:lnTo>
                        <a:pt x="5958" y="3721"/>
                      </a:lnTo>
                      <a:lnTo>
                        <a:pt x="23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20"/>
                <p:cNvSpPr/>
                <p:nvPr/>
              </p:nvSpPr>
              <p:spPr>
                <a:xfrm>
                  <a:off x="3966625" y="2023500"/>
                  <a:ext cx="148950" cy="93050"/>
                </a:xfrm>
                <a:custGeom>
                  <a:avLst/>
                  <a:gdLst/>
                  <a:ahLst/>
                  <a:cxnLst/>
                  <a:rect l="l" t="t" r="r" b="b"/>
                  <a:pathLst>
                    <a:path w="5958" h="3722" extrusionOk="0">
                      <a:moveTo>
                        <a:pt x="1" y="1"/>
                      </a:moveTo>
                      <a:lnTo>
                        <a:pt x="3584" y="3721"/>
                      </a:lnTo>
                      <a:lnTo>
                        <a:pt x="5958"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20"/>
                <p:cNvSpPr/>
                <p:nvPr/>
              </p:nvSpPr>
              <p:spPr>
                <a:xfrm>
                  <a:off x="4078475" y="2023500"/>
                  <a:ext cx="149525" cy="93050"/>
                </a:xfrm>
                <a:custGeom>
                  <a:avLst/>
                  <a:gdLst/>
                  <a:ahLst/>
                  <a:cxnLst/>
                  <a:rect l="l" t="t" r="r" b="b"/>
                  <a:pathLst>
                    <a:path w="5981" h="3722" extrusionOk="0">
                      <a:moveTo>
                        <a:pt x="0" y="1"/>
                      </a:moveTo>
                      <a:lnTo>
                        <a:pt x="3607" y="3721"/>
                      </a:lnTo>
                      <a:lnTo>
                        <a:pt x="5981" y="3721"/>
                      </a:lnTo>
                      <a:lnTo>
                        <a:pt x="239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20"/>
                <p:cNvSpPr/>
                <p:nvPr/>
              </p:nvSpPr>
              <p:spPr>
                <a:xfrm>
                  <a:off x="4190875" y="2023500"/>
                  <a:ext cx="148975" cy="93050"/>
                </a:xfrm>
                <a:custGeom>
                  <a:avLst/>
                  <a:gdLst/>
                  <a:ahLst/>
                  <a:cxnLst/>
                  <a:rect l="l" t="t" r="r" b="b"/>
                  <a:pathLst>
                    <a:path w="5959" h="3722" extrusionOk="0">
                      <a:moveTo>
                        <a:pt x="1" y="1"/>
                      </a:moveTo>
                      <a:lnTo>
                        <a:pt x="3584" y="3721"/>
                      </a:lnTo>
                      <a:lnTo>
                        <a:pt x="5958" y="3721"/>
                      </a:lnTo>
                      <a:lnTo>
                        <a:pt x="23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20"/>
                <p:cNvSpPr/>
                <p:nvPr/>
              </p:nvSpPr>
              <p:spPr>
                <a:xfrm>
                  <a:off x="4302725" y="2023500"/>
                  <a:ext cx="149525" cy="93050"/>
                </a:xfrm>
                <a:custGeom>
                  <a:avLst/>
                  <a:gdLst/>
                  <a:ahLst/>
                  <a:cxnLst/>
                  <a:rect l="l" t="t" r="r" b="b"/>
                  <a:pathLst>
                    <a:path w="5981" h="3722" extrusionOk="0">
                      <a:moveTo>
                        <a:pt x="1" y="1"/>
                      </a:moveTo>
                      <a:lnTo>
                        <a:pt x="3584" y="3721"/>
                      </a:lnTo>
                      <a:lnTo>
                        <a:pt x="5981"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20"/>
                <p:cNvSpPr/>
                <p:nvPr/>
              </p:nvSpPr>
              <p:spPr>
                <a:xfrm>
                  <a:off x="2718075" y="2800150"/>
                  <a:ext cx="276800" cy="172925"/>
                </a:xfrm>
                <a:custGeom>
                  <a:avLst/>
                  <a:gdLst/>
                  <a:ahLst/>
                  <a:cxnLst/>
                  <a:rect l="l" t="t" r="r" b="b"/>
                  <a:pathLst>
                    <a:path w="11072" h="6917" extrusionOk="0">
                      <a:moveTo>
                        <a:pt x="1" y="0"/>
                      </a:moveTo>
                      <a:lnTo>
                        <a:pt x="6666"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20"/>
                <p:cNvSpPr/>
                <p:nvPr/>
              </p:nvSpPr>
              <p:spPr>
                <a:xfrm>
                  <a:off x="2925800" y="2800150"/>
                  <a:ext cx="276775" cy="172925"/>
                </a:xfrm>
                <a:custGeom>
                  <a:avLst/>
                  <a:gdLst/>
                  <a:ahLst/>
                  <a:cxnLst/>
                  <a:rect l="l" t="t" r="r" b="b"/>
                  <a:pathLst>
                    <a:path w="11071" h="6917" extrusionOk="0">
                      <a:moveTo>
                        <a:pt x="0" y="0"/>
                      </a:moveTo>
                      <a:lnTo>
                        <a:pt x="6665" y="6916"/>
                      </a:lnTo>
                      <a:lnTo>
                        <a:pt x="11070" y="6916"/>
                      </a:lnTo>
                      <a:lnTo>
                        <a:pt x="4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20"/>
                <p:cNvSpPr/>
                <p:nvPr/>
              </p:nvSpPr>
              <p:spPr>
                <a:xfrm>
                  <a:off x="3133500" y="2800150"/>
                  <a:ext cx="276775" cy="172925"/>
                </a:xfrm>
                <a:custGeom>
                  <a:avLst/>
                  <a:gdLst/>
                  <a:ahLst/>
                  <a:cxnLst/>
                  <a:rect l="l" t="t" r="r" b="b"/>
                  <a:pathLst>
                    <a:path w="11071" h="6917" extrusionOk="0">
                      <a:moveTo>
                        <a:pt x="1" y="0"/>
                      </a:moveTo>
                      <a:lnTo>
                        <a:pt x="6666" y="6916"/>
                      </a:lnTo>
                      <a:lnTo>
                        <a:pt x="11071" y="6916"/>
                      </a:lnTo>
                      <a:lnTo>
                        <a:pt x="442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20"/>
                <p:cNvSpPr/>
                <p:nvPr/>
              </p:nvSpPr>
              <p:spPr>
                <a:xfrm>
                  <a:off x="3341775" y="2800150"/>
                  <a:ext cx="276800" cy="172925"/>
                </a:xfrm>
                <a:custGeom>
                  <a:avLst/>
                  <a:gdLst/>
                  <a:ahLst/>
                  <a:cxnLst/>
                  <a:rect l="l" t="t" r="r" b="b"/>
                  <a:pathLst>
                    <a:path w="11072" h="6917" extrusionOk="0">
                      <a:moveTo>
                        <a:pt x="1" y="0"/>
                      </a:moveTo>
                      <a:lnTo>
                        <a:pt x="6643"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20"/>
                <p:cNvSpPr/>
                <p:nvPr/>
              </p:nvSpPr>
              <p:spPr>
                <a:xfrm>
                  <a:off x="3549500" y="2800150"/>
                  <a:ext cx="276775" cy="172925"/>
                </a:xfrm>
                <a:custGeom>
                  <a:avLst/>
                  <a:gdLst/>
                  <a:ahLst/>
                  <a:cxnLst/>
                  <a:rect l="l" t="t" r="r" b="b"/>
                  <a:pathLst>
                    <a:path w="11071" h="6917" extrusionOk="0">
                      <a:moveTo>
                        <a:pt x="0" y="0"/>
                      </a:moveTo>
                      <a:lnTo>
                        <a:pt x="6665"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20"/>
                <p:cNvSpPr/>
                <p:nvPr/>
              </p:nvSpPr>
              <p:spPr>
                <a:xfrm>
                  <a:off x="3757200" y="2800150"/>
                  <a:ext cx="276775" cy="172925"/>
                </a:xfrm>
                <a:custGeom>
                  <a:avLst/>
                  <a:gdLst/>
                  <a:ahLst/>
                  <a:cxnLst/>
                  <a:rect l="l" t="t" r="r" b="b"/>
                  <a:pathLst>
                    <a:path w="11071" h="6917" extrusionOk="0">
                      <a:moveTo>
                        <a:pt x="1" y="0"/>
                      </a:moveTo>
                      <a:lnTo>
                        <a:pt x="6666"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20"/>
                <p:cNvSpPr/>
                <p:nvPr/>
              </p:nvSpPr>
              <p:spPr>
                <a:xfrm>
                  <a:off x="6113925" y="435450"/>
                  <a:ext cx="276775" cy="172925"/>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20"/>
                <p:cNvSpPr/>
                <p:nvPr/>
              </p:nvSpPr>
              <p:spPr>
                <a:xfrm>
                  <a:off x="5906200" y="435450"/>
                  <a:ext cx="276800" cy="172925"/>
                </a:xfrm>
                <a:custGeom>
                  <a:avLst/>
                  <a:gdLst/>
                  <a:ahLst/>
                  <a:cxnLst/>
                  <a:rect l="l" t="t" r="r" b="b"/>
                  <a:pathLst>
                    <a:path w="11072"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20"/>
                <p:cNvSpPr/>
                <p:nvPr/>
              </p:nvSpPr>
              <p:spPr>
                <a:xfrm>
                  <a:off x="5698500" y="435450"/>
                  <a:ext cx="276775" cy="172925"/>
                </a:xfrm>
                <a:custGeom>
                  <a:avLst/>
                  <a:gdLst/>
                  <a:ahLst/>
                  <a:cxnLst/>
                  <a:rect l="l" t="t" r="r" b="b"/>
                  <a:pathLst>
                    <a:path w="11071" h="6917" extrusionOk="0">
                      <a:moveTo>
                        <a:pt x="6643"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20"/>
                <p:cNvSpPr/>
                <p:nvPr/>
              </p:nvSpPr>
              <p:spPr>
                <a:xfrm>
                  <a:off x="5490225" y="435450"/>
                  <a:ext cx="276775" cy="172925"/>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20"/>
                <p:cNvSpPr/>
                <p:nvPr/>
              </p:nvSpPr>
              <p:spPr>
                <a:xfrm>
                  <a:off x="5282500" y="435450"/>
                  <a:ext cx="276775" cy="172925"/>
                </a:xfrm>
                <a:custGeom>
                  <a:avLst/>
                  <a:gdLst/>
                  <a:ahLst/>
                  <a:cxnLst/>
                  <a:rect l="l" t="t" r="r" b="b"/>
                  <a:pathLst>
                    <a:path w="11071"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20"/>
                <p:cNvSpPr/>
                <p:nvPr/>
              </p:nvSpPr>
              <p:spPr>
                <a:xfrm>
                  <a:off x="5074800" y="435450"/>
                  <a:ext cx="276775" cy="172925"/>
                </a:xfrm>
                <a:custGeom>
                  <a:avLst/>
                  <a:gdLst/>
                  <a:ahLst/>
                  <a:cxnLst/>
                  <a:rect l="l" t="t" r="r" b="b"/>
                  <a:pathLst>
                    <a:path w="11071" h="6917" extrusionOk="0">
                      <a:moveTo>
                        <a:pt x="6665"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20"/>
                <p:cNvSpPr/>
                <p:nvPr/>
              </p:nvSpPr>
              <p:spPr>
                <a:xfrm>
                  <a:off x="4867075" y="435450"/>
                  <a:ext cx="276800" cy="172925"/>
                </a:xfrm>
                <a:custGeom>
                  <a:avLst/>
                  <a:gdLst/>
                  <a:ahLst/>
                  <a:cxnLst/>
                  <a:rect l="l" t="t" r="r" b="b"/>
                  <a:pathLst>
                    <a:path w="11072" h="6917" extrusionOk="0">
                      <a:moveTo>
                        <a:pt x="6643"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20"/>
                <p:cNvSpPr/>
                <p:nvPr/>
              </p:nvSpPr>
              <p:spPr>
                <a:xfrm>
                  <a:off x="4658800" y="435450"/>
                  <a:ext cx="276775" cy="172925"/>
                </a:xfrm>
                <a:custGeom>
                  <a:avLst/>
                  <a:gdLst/>
                  <a:ahLst/>
                  <a:cxnLst/>
                  <a:rect l="l" t="t" r="r" b="b"/>
                  <a:pathLst>
                    <a:path w="11071" h="6917" extrusionOk="0">
                      <a:moveTo>
                        <a:pt x="6666" y="0"/>
                      </a:moveTo>
                      <a:lnTo>
                        <a:pt x="1" y="6916"/>
                      </a:lnTo>
                      <a:lnTo>
                        <a:pt x="4429"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830;p20"/>
                <p:cNvSpPr/>
                <p:nvPr/>
              </p:nvSpPr>
              <p:spPr>
                <a:xfrm>
                  <a:off x="4853400" y="927325"/>
                  <a:ext cx="143250" cy="155250"/>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20"/>
                <p:cNvSpPr/>
                <p:nvPr/>
              </p:nvSpPr>
              <p:spPr>
                <a:xfrm>
                  <a:off x="4940700" y="927325"/>
                  <a:ext cx="143825" cy="155250"/>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20"/>
                <p:cNvSpPr/>
                <p:nvPr/>
              </p:nvSpPr>
              <p:spPr>
                <a:xfrm>
                  <a:off x="5028000" y="927325"/>
                  <a:ext cx="143825" cy="155250"/>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20"/>
                <p:cNvSpPr/>
                <p:nvPr/>
              </p:nvSpPr>
              <p:spPr>
                <a:xfrm>
                  <a:off x="5115300" y="927325"/>
                  <a:ext cx="143825" cy="155250"/>
                </a:xfrm>
                <a:custGeom>
                  <a:avLst/>
                  <a:gdLst/>
                  <a:ahLst/>
                  <a:cxnLst/>
                  <a:rect l="l" t="t" r="r" b="b"/>
                  <a:pathLst>
                    <a:path w="5753" h="6210" extrusionOk="0">
                      <a:moveTo>
                        <a:pt x="1" y="1"/>
                      </a:moveTo>
                      <a:lnTo>
                        <a:pt x="3516" y="3265"/>
                      </a:lnTo>
                      <a:lnTo>
                        <a:pt x="366"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20"/>
                <p:cNvSpPr/>
                <p:nvPr/>
              </p:nvSpPr>
              <p:spPr>
                <a:xfrm>
                  <a:off x="5202625" y="927325"/>
                  <a:ext cx="143825" cy="155250"/>
                </a:xfrm>
                <a:custGeom>
                  <a:avLst/>
                  <a:gdLst/>
                  <a:ahLst/>
                  <a:cxnLst/>
                  <a:rect l="l" t="t" r="r" b="b"/>
                  <a:pathLst>
                    <a:path w="5753" h="6210" extrusionOk="0">
                      <a:moveTo>
                        <a:pt x="0" y="1"/>
                      </a:moveTo>
                      <a:lnTo>
                        <a:pt x="3515"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20"/>
                <p:cNvSpPr/>
                <p:nvPr/>
              </p:nvSpPr>
              <p:spPr>
                <a:xfrm>
                  <a:off x="5289925" y="927325"/>
                  <a:ext cx="143825" cy="155250"/>
                </a:xfrm>
                <a:custGeom>
                  <a:avLst/>
                  <a:gdLst/>
                  <a:ahLst/>
                  <a:cxnLst/>
                  <a:rect l="l" t="t" r="r" b="b"/>
                  <a:pathLst>
                    <a:path w="5753" h="6210" extrusionOk="0">
                      <a:moveTo>
                        <a:pt x="0" y="1"/>
                      </a:moveTo>
                      <a:lnTo>
                        <a:pt x="3516"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20"/>
                <p:cNvSpPr/>
                <p:nvPr/>
              </p:nvSpPr>
              <p:spPr>
                <a:xfrm>
                  <a:off x="5377225" y="927325"/>
                  <a:ext cx="143825" cy="155250"/>
                </a:xfrm>
                <a:custGeom>
                  <a:avLst/>
                  <a:gdLst/>
                  <a:ahLst/>
                  <a:cxnLst/>
                  <a:rect l="l" t="t" r="r" b="b"/>
                  <a:pathLst>
                    <a:path w="5753" h="6210" extrusionOk="0">
                      <a:moveTo>
                        <a:pt x="1" y="1"/>
                      </a:moveTo>
                      <a:lnTo>
                        <a:pt x="3516" y="3265"/>
                      </a:lnTo>
                      <a:lnTo>
                        <a:pt x="389"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20"/>
                <p:cNvSpPr/>
                <p:nvPr/>
              </p:nvSpPr>
              <p:spPr>
                <a:xfrm>
                  <a:off x="5465100" y="927325"/>
                  <a:ext cx="143250" cy="155250"/>
                </a:xfrm>
                <a:custGeom>
                  <a:avLst/>
                  <a:gdLst/>
                  <a:ahLst/>
                  <a:cxnLst/>
                  <a:rect l="l" t="t" r="r" b="b"/>
                  <a:pathLst>
                    <a:path w="5730" h="6210" extrusionOk="0">
                      <a:moveTo>
                        <a:pt x="1" y="1"/>
                      </a:moveTo>
                      <a:lnTo>
                        <a:pt x="3493" y="3265"/>
                      </a:lnTo>
                      <a:lnTo>
                        <a:pt x="366" y="6209"/>
                      </a:lnTo>
                      <a:lnTo>
                        <a:pt x="2603" y="6209"/>
                      </a:lnTo>
                      <a:lnTo>
                        <a:pt x="5730"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20"/>
                <p:cNvSpPr/>
                <p:nvPr/>
              </p:nvSpPr>
              <p:spPr>
                <a:xfrm>
                  <a:off x="5552425" y="927325"/>
                  <a:ext cx="143250" cy="155250"/>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1839;p20"/>
                <p:cNvSpPr/>
                <p:nvPr/>
              </p:nvSpPr>
              <p:spPr>
                <a:xfrm>
                  <a:off x="5639725" y="927325"/>
                  <a:ext cx="143825" cy="155250"/>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0" name="Google Shape;1840;p20"/>
                <p:cNvSpPr/>
                <p:nvPr/>
              </p:nvSpPr>
              <p:spPr>
                <a:xfrm>
                  <a:off x="5727025" y="927325"/>
                  <a:ext cx="143825" cy="155250"/>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841" name="Google Shape;1841;p20"/>
              <p:cNvCxnSpPr/>
              <p:nvPr/>
            </p:nvCxnSpPr>
            <p:spPr>
              <a:xfrm>
                <a:off x="7315575" y="705500"/>
                <a:ext cx="1963500" cy="0"/>
              </a:xfrm>
              <a:prstGeom prst="straightConnector1">
                <a:avLst/>
              </a:prstGeom>
              <a:noFill/>
              <a:ln w="19050" cap="flat" cmpd="sng">
                <a:solidFill>
                  <a:schemeClr val="accent1"/>
                </a:solidFill>
                <a:prstDash val="solid"/>
                <a:round/>
                <a:headEnd type="none" w="med" len="med"/>
                <a:tailEnd type="none" w="med" len="med"/>
              </a:ln>
            </p:spPr>
          </p:cxnSp>
        </p:grpSp>
        <p:sp>
          <p:nvSpPr>
            <p:cNvPr id="1842" name="Google Shape;1842;p20"/>
            <p:cNvSpPr/>
            <p:nvPr/>
          </p:nvSpPr>
          <p:spPr>
            <a:xfrm flipH="1">
              <a:off x="6008353" y="-39875"/>
              <a:ext cx="3135650" cy="766675"/>
            </a:xfrm>
            <a:custGeom>
              <a:avLst/>
              <a:gdLst/>
              <a:ahLst/>
              <a:cxnLst/>
              <a:rect l="l" t="t" r="r" b="b"/>
              <a:pathLst>
                <a:path w="125426" h="30667" extrusionOk="0">
                  <a:moveTo>
                    <a:pt x="125014" y="1"/>
                  </a:moveTo>
                  <a:cubicBezTo>
                    <a:pt x="124917" y="1"/>
                    <a:pt x="124820" y="35"/>
                    <a:pt x="124741" y="103"/>
                  </a:cubicBezTo>
                  <a:lnTo>
                    <a:pt x="111936" y="12931"/>
                  </a:lnTo>
                  <a:lnTo>
                    <a:pt x="47020" y="12931"/>
                  </a:lnTo>
                  <a:lnTo>
                    <a:pt x="30016" y="29913"/>
                  </a:lnTo>
                  <a:lnTo>
                    <a:pt x="388" y="29913"/>
                  </a:lnTo>
                  <a:cubicBezTo>
                    <a:pt x="160" y="29913"/>
                    <a:pt x="0" y="30073"/>
                    <a:pt x="0" y="30301"/>
                  </a:cubicBezTo>
                  <a:cubicBezTo>
                    <a:pt x="0" y="30507"/>
                    <a:pt x="160" y="30666"/>
                    <a:pt x="388" y="30666"/>
                  </a:cubicBezTo>
                  <a:lnTo>
                    <a:pt x="30335" y="30666"/>
                  </a:lnTo>
                  <a:lnTo>
                    <a:pt x="47340" y="13685"/>
                  </a:lnTo>
                  <a:lnTo>
                    <a:pt x="112255" y="13685"/>
                  </a:lnTo>
                  <a:lnTo>
                    <a:pt x="125288" y="651"/>
                  </a:lnTo>
                  <a:cubicBezTo>
                    <a:pt x="125425" y="514"/>
                    <a:pt x="125425" y="263"/>
                    <a:pt x="125288" y="103"/>
                  </a:cubicBezTo>
                  <a:cubicBezTo>
                    <a:pt x="125208" y="35"/>
                    <a:pt x="125111" y="1"/>
                    <a:pt x="1250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43" name="Google Shape;1843;p20"/>
          <p:cNvSpPr txBox="1">
            <a:spLocks noGrp="1"/>
          </p:cNvSpPr>
          <p:nvPr>
            <p:ph type="title"/>
          </p:nvPr>
        </p:nvSpPr>
        <p:spPr>
          <a:xfrm>
            <a:off x="720000" y="314175"/>
            <a:ext cx="7704000" cy="893400"/>
          </a:xfrm>
          <a:prstGeom prst="rect">
            <a:avLst/>
          </a:prstGeom>
        </p:spPr>
        <p:txBody>
          <a:bodyPr spcFirstLastPara="1" wrap="square" lIns="0" tIns="0" rIns="0" bIns="0" anchor="t" anchorCtr="0">
            <a:noAutofit/>
          </a:bodyPr>
          <a:lstStyle>
            <a:lvl1pPr lvl="0" rtl="0">
              <a:spcBef>
                <a:spcPts val="0"/>
              </a:spcBef>
              <a:spcAft>
                <a:spcPts val="0"/>
              </a:spcAft>
              <a:buSzPts val="3600"/>
              <a:buNone/>
              <a:defRPr sz="72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844" name="Google Shape;1844;p20"/>
          <p:cNvSpPr txBox="1">
            <a:spLocks noGrp="1"/>
          </p:cNvSpPr>
          <p:nvPr>
            <p:ph type="subTitle" idx="1"/>
          </p:nvPr>
        </p:nvSpPr>
        <p:spPr>
          <a:xfrm>
            <a:off x="3488850" y="1978325"/>
            <a:ext cx="2166300" cy="1584900"/>
          </a:xfrm>
          <a:prstGeom prst="rect">
            <a:avLst/>
          </a:prstGeom>
        </p:spPr>
        <p:txBody>
          <a:bodyPr spcFirstLastPara="1" wrap="square" lIns="0" tIns="0" rIns="0" bIns="0" anchor="ctr" anchorCtr="0">
            <a:noAutofit/>
          </a:bodyPr>
          <a:lstStyle>
            <a:lvl1pPr lvl="0" algn="ct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1845" name="Google Shape;1845;p20"/>
          <p:cNvSpPr txBox="1"/>
          <p:nvPr/>
        </p:nvSpPr>
        <p:spPr>
          <a:xfrm>
            <a:off x="2493000" y="3787200"/>
            <a:ext cx="4158000" cy="525000"/>
          </a:xfrm>
          <a:prstGeom prst="rect">
            <a:avLst/>
          </a:prstGeom>
          <a:noFill/>
          <a:ln>
            <a:noFill/>
          </a:ln>
        </p:spPr>
        <p:txBody>
          <a:bodyPr spcFirstLastPara="1" wrap="square" lIns="0" tIns="0" rIns="0" bIns="0" anchor="t" anchorCtr="0">
            <a:noAutofit/>
          </a:bodyPr>
          <a:lstStyle/>
          <a:p>
            <a:pPr marL="0" lvl="0" indent="0" algn="ctr" rtl="0">
              <a:lnSpc>
                <a:spcPct val="90000"/>
              </a:lnSpc>
              <a:spcBef>
                <a:spcPts val="0"/>
              </a:spcBef>
              <a:spcAft>
                <a:spcPts val="0"/>
              </a:spcAft>
              <a:buNone/>
            </a:pPr>
            <a:r>
              <a:rPr lang="en" sz="1200">
                <a:solidFill>
                  <a:schemeClr val="dk1"/>
                </a:solidFill>
                <a:latin typeface="Roboto"/>
                <a:ea typeface="Roboto"/>
                <a:cs typeface="Roboto"/>
                <a:sym typeface="Roboto"/>
              </a:rPr>
              <a:t>CREDITS: This presentation template was created by </a:t>
            </a:r>
            <a:r>
              <a:rPr lang="en" sz="1200" b="1">
                <a:solidFill>
                  <a:schemeClr val="dk2"/>
                </a:solidFill>
                <a:uFill>
                  <a:noFill/>
                </a:uFill>
                <a:latin typeface="Roboto"/>
                <a:ea typeface="Roboto"/>
                <a:cs typeface="Roboto"/>
                <a:sym typeface="Roboto"/>
                <a:hlinkClick r:id="rId2">
                  <a:extLst>
                    <a:ext uri="{A12FA001-AC4F-418D-AE19-62706E023703}">
                      <ahyp:hlinkClr xmlns:ahyp="http://schemas.microsoft.com/office/drawing/2018/hyperlinkcolor" val="tx"/>
                    </a:ext>
                  </a:extLst>
                </a:hlinkClick>
              </a:rPr>
              <a:t>Slidesgo</a:t>
            </a:r>
            <a:r>
              <a:rPr lang="en" sz="1200">
                <a:solidFill>
                  <a:schemeClr val="dk1"/>
                </a:solidFill>
                <a:latin typeface="Roboto"/>
                <a:ea typeface="Roboto"/>
                <a:cs typeface="Roboto"/>
                <a:sym typeface="Roboto"/>
              </a:rPr>
              <a:t>, including icons by </a:t>
            </a:r>
            <a:r>
              <a:rPr lang="en" sz="1200" b="1">
                <a:solidFill>
                  <a:schemeClr val="dk2"/>
                </a:solidFill>
                <a:uFill>
                  <a:noFill/>
                </a:uFill>
                <a:latin typeface="Roboto"/>
                <a:ea typeface="Roboto"/>
                <a:cs typeface="Roboto"/>
                <a:sym typeface="Roboto"/>
                <a:hlinkClick r:id="rId3">
                  <a:extLst>
                    <a:ext uri="{A12FA001-AC4F-418D-AE19-62706E023703}">
                      <ahyp:hlinkClr xmlns:ahyp="http://schemas.microsoft.com/office/drawing/2018/hyperlinkcolor" val="tx"/>
                    </a:ext>
                  </a:extLst>
                </a:hlinkClick>
              </a:rPr>
              <a:t>Flaticon</a:t>
            </a:r>
            <a:r>
              <a:rPr lang="en" sz="1200">
                <a:solidFill>
                  <a:schemeClr val="dk1"/>
                </a:solidFill>
                <a:latin typeface="Roboto"/>
                <a:ea typeface="Roboto"/>
                <a:cs typeface="Roboto"/>
                <a:sym typeface="Roboto"/>
              </a:rPr>
              <a:t>, and infographics &amp; images by </a:t>
            </a:r>
            <a:r>
              <a:rPr lang="en" sz="1200" b="1">
                <a:solidFill>
                  <a:schemeClr val="dk2"/>
                </a:solidFill>
                <a:uFill>
                  <a:noFill/>
                </a:uFill>
                <a:latin typeface="Roboto"/>
                <a:ea typeface="Roboto"/>
                <a:cs typeface="Roboto"/>
                <a:sym typeface="Roboto"/>
                <a:hlinkClick r:id="rId4">
                  <a:extLst>
                    <a:ext uri="{A12FA001-AC4F-418D-AE19-62706E023703}">
                      <ahyp:hlinkClr xmlns:ahyp="http://schemas.microsoft.com/office/drawing/2018/hyperlinkcolor" val="tx"/>
                    </a:ext>
                  </a:extLst>
                </a:hlinkClick>
              </a:rPr>
              <a:t>Freepik</a:t>
            </a:r>
            <a:endParaRPr>
              <a:solidFill>
                <a:schemeClr val="dk1"/>
              </a:solidFill>
              <a:latin typeface="Roboto"/>
              <a:ea typeface="Roboto"/>
              <a:cs typeface="Roboto"/>
              <a:sym typeface="Roboto"/>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p:cSld name="CUSTOM_7">
    <p:spTree>
      <p:nvGrpSpPr>
        <p:cNvPr id="1" name="Shape 184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461875"/>
            <a:ext cx="7704000" cy="488400"/>
          </a:xfrm>
          <a:prstGeom prst="rect">
            <a:avLst/>
          </a:prstGeom>
          <a:noFill/>
          <a:ln>
            <a:noFill/>
          </a:ln>
        </p:spPr>
        <p:txBody>
          <a:bodyPr spcFirstLastPara="1" wrap="square" lIns="0" tIns="0" rIns="0" bIns="0" anchor="t" anchorCtr="0">
            <a:noAutofit/>
          </a:bodyPr>
          <a:lstStyle>
            <a:lvl1pPr lvl="0" algn="ctr">
              <a:spcBef>
                <a:spcPts val="0"/>
              </a:spcBef>
              <a:spcAft>
                <a:spcPts val="0"/>
              </a:spcAft>
              <a:buClr>
                <a:schemeClr val="dk2"/>
              </a:buClr>
              <a:buSzPts val="3600"/>
              <a:buFont typeface="Bebas Neue"/>
              <a:buNone/>
              <a:defRPr sz="3600">
                <a:solidFill>
                  <a:schemeClr val="dk2"/>
                </a:solidFill>
                <a:latin typeface="Bebas Neue"/>
                <a:ea typeface="Bebas Neue"/>
                <a:cs typeface="Bebas Neue"/>
                <a:sym typeface="Bebas Neue"/>
              </a:defRPr>
            </a:lvl1pPr>
            <a:lvl2pPr lvl="1">
              <a:spcBef>
                <a:spcPts val="0"/>
              </a:spcBef>
              <a:spcAft>
                <a:spcPts val="0"/>
              </a:spcAft>
              <a:buClr>
                <a:schemeClr val="dk2"/>
              </a:buClr>
              <a:buSzPts val="2800"/>
              <a:buNone/>
              <a:defRPr sz="2800">
                <a:solidFill>
                  <a:schemeClr val="dk2"/>
                </a:solidFill>
              </a:defRPr>
            </a:lvl2pPr>
            <a:lvl3pPr lvl="2">
              <a:spcBef>
                <a:spcPts val="0"/>
              </a:spcBef>
              <a:spcAft>
                <a:spcPts val="0"/>
              </a:spcAft>
              <a:buClr>
                <a:schemeClr val="dk2"/>
              </a:buClr>
              <a:buSzPts val="2800"/>
              <a:buNone/>
              <a:defRPr sz="2800">
                <a:solidFill>
                  <a:schemeClr val="dk2"/>
                </a:solidFill>
              </a:defRPr>
            </a:lvl3pPr>
            <a:lvl4pPr lvl="3">
              <a:spcBef>
                <a:spcPts val="0"/>
              </a:spcBef>
              <a:spcAft>
                <a:spcPts val="0"/>
              </a:spcAft>
              <a:buClr>
                <a:schemeClr val="dk2"/>
              </a:buClr>
              <a:buSzPts val="2800"/>
              <a:buNone/>
              <a:defRPr sz="2800">
                <a:solidFill>
                  <a:schemeClr val="dk2"/>
                </a:solidFill>
              </a:defRPr>
            </a:lvl4pPr>
            <a:lvl5pPr lvl="4">
              <a:spcBef>
                <a:spcPts val="0"/>
              </a:spcBef>
              <a:spcAft>
                <a:spcPts val="0"/>
              </a:spcAft>
              <a:buClr>
                <a:schemeClr val="dk2"/>
              </a:buClr>
              <a:buSzPts val="2800"/>
              <a:buNone/>
              <a:defRPr sz="2800">
                <a:solidFill>
                  <a:schemeClr val="dk2"/>
                </a:solidFill>
              </a:defRPr>
            </a:lvl5pPr>
            <a:lvl6pPr lvl="5">
              <a:spcBef>
                <a:spcPts val="0"/>
              </a:spcBef>
              <a:spcAft>
                <a:spcPts val="0"/>
              </a:spcAft>
              <a:buClr>
                <a:schemeClr val="dk2"/>
              </a:buClr>
              <a:buSzPts val="2800"/>
              <a:buNone/>
              <a:defRPr sz="2800">
                <a:solidFill>
                  <a:schemeClr val="dk2"/>
                </a:solidFill>
              </a:defRPr>
            </a:lvl6pPr>
            <a:lvl7pPr lvl="6">
              <a:spcBef>
                <a:spcPts val="0"/>
              </a:spcBef>
              <a:spcAft>
                <a:spcPts val="0"/>
              </a:spcAft>
              <a:buClr>
                <a:schemeClr val="dk2"/>
              </a:buClr>
              <a:buSzPts val="2800"/>
              <a:buNone/>
              <a:defRPr sz="2800">
                <a:solidFill>
                  <a:schemeClr val="dk2"/>
                </a:solidFill>
              </a:defRPr>
            </a:lvl7pPr>
            <a:lvl8pPr lvl="7">
              <a:spcBef>
                <a:spcPts val="0"/>
              </a:spcBef>
              <a:spcAft>
                <a:spcPts val="0"/>
              </a:spcAft>
              <a:buClr>
                <a:schemeClr val="dk2"/>
              </a:buClr>
              <a:buSzPts val="2800"/>
              <a:buNone/>
              <a:defRPr sz="2800">
                <a:solidFill>
                  <a:schemeClr val="dk2"/>
                </a:solidFill>
              </a:defRPr>
            </a:lvl8pPr>
            <a:lvl9pPr lvl="8">
              <a:spcBef>
                <a:spcPts val="0"/>
              </a:spcBef>
              <a:spcAft>
                <a:spcPts val="0"/>
              </a:spcAft>
              <a:buClr>
                <a:schemeClr val="dk2"/>
              </a:buClr>
              <a:buSzPts val="2800"/>
              <a:buNone/>
              <a:defRPr sz="2800">
                <a:solidFill>
                  <a:schemeClr val="dk2"/>
                </a:solidFill>
              </a:defRPr>
            </a:lvl9pPr>
          </a:lstStyle>
          <a:p>
            <a:endParaRPr/>
          </a:p>
        </p:txBody>
      </p:sp>
      <p:sp>
        <p:nvSpPr>
          <p:cNvPr id="7" name="Google Shape;7;p1"/>
          <p:cNvSpPr txBox="1">
            <a:spLocks noGrp="1"/>
          </p:cNvSpPr>
          <p:nvPr>
            <p:ph type="body" idx="1"/>
          </p:nvPr>
        </p:nvSpPr>
        <p:spPr>
          <a:xfrm>
            <a:off x="720000" y="1617575"/>
            <a:ext cx="7704000" cy="2951400"/>
          </a:xfrm>
          <a:prstGeom prst="rect">
            <a:avLst/>
          </a:prstGeom>
          <a:noFill/>
          <a:ln>
            <a:noFill/>
          </a:ln>
        </p:spPr>
        <p:txBody>
          <a:bodyPr spcFirstLastPara="1" wrap="square" lIns="0" tIns="0" rIns="0" bIns="0" anchor="t" anchorCtr="0">
            <a:noAutofit/>
          </a:bodyPr>
          <a:lstStyle>
            <a:lvl1pPr marL="457200" lvl="0" indent="-330200">
              <a:lnSpc>
                <a:spcPct val="115000"/>
              </a:lnSpc>
              <a:spcBef>
                <a:spcPts val="0"/>
              </a:spcBef>
              <a:spcAft>
                <a:spcPts val="0"/>
              </a:spcAft>
              <a:buClr>
                <a:schemeClr val="dk1"/>
              </a:buClr>
              <a:buSzPts val="1600"/>
              <a:buFont typeface="Roboto"/>
              <a:buChar char="●"/>
              <a:defRPr sz="1600">
                <a:solidFill>
                  <a:schemeClr val="dk1"/>
                </a:solidFill>
                <a:latin typeface="Roboto"/>
                <a:ea typeface="Roboto"/>
                <a:cs typeface="Roboto"/>
                <a:sym typeface="Roboto"/>
              </a:defRPr>
            </a:lvl1pPr>
            <a:lvl2pPr marL="914400" lvl="1" indent="-330200">
              <a:lnSpc>
                <a:spcPct val="115000"/>
              </a:lnSpc>
              <a:spcBef>
                <a:spcPts val="1600"/>
              </a:spcBef>
              <a:spcAft>
                <a:spcPts val="0"/>
              </a:spcAft>
              <a:buClr>
                <a:schemeClr val="dk1"/>
              </a:buClr>
              <a:buSzPts val="1600"/>
              <a:buFont typeface="Roboto"/>
              <a:buChar char="○"/>
              <a:defRPr sz="1600">
                <a:solidFill>
                  <a:schemeClr val="dk1"/>
                </a:solidFill>
                <a:latin typeface="Roboto"/>
                <a:ea typeface="Roboto"/>
                <a:cs typeface="Roboto"/>
                <a:sym typeface="Roboto"/>
              </a:defRPr>
            </a:lvl2pPr>
            <a:lvl3pPr marL="1371600" lvl="2" indent="-330200">
              <a:lnSpc>
                <a:spcPct val="115000"/>
              </a:lnSpc>
              <a:spcBef>
                <a:spcPts val="1600"/>
              </a:spcBef>
              <a:spcAft>
                <a:spcPts val="0"/>
              </a:spcAft>
              <a:buClr>
                <a:schemeClr val="dk1"/>
              </a:buClr>
              <a:buSzPts val="1600"/>
              <a:buFont typeface="Roboto"/>
              <a:buChar char="■"/>
              <a:defRPr sz="1600">
                <a:solidFill>
                  <a:schemeClr val="dk1"/>
                </a:solidFill>
                <a:latin typeface="Roboto"/>
                <a:ea typeface="Roboto"/>
                <a:cs typeface="Roboto"/>
                <a:sym typeface="Roboto"/>
              </a:defRPr>
            </a:lvl3pPr>
            <a:lvl4pPr marL="1828800" lvl="3" indent="-330200">
              <a:lnSpc>
                <a:spcPct val="115000"/>
              </a:lnSpc>
              <a:spcBef>
                <a:spcPts val="1600"/>
              </a:spcBef>
              <a:spcAft>
                <a:spcPts val="0"/>
              </a:spcAft>
              <a:buClr>
                <a:schemeClr val="dk1"/>
              </a:buClr>
              <a:buSzPts val="1600"/>
              <a:buFont typeface="Roboto"/>
              <a:buChar char="●"/>
              <a:defRPr sz="1600">
                <a:solidFill>
                  <a:schemeClr val="dk1"/>
                </a:solidFill>
                <a:latin typeface="Roboto"/>
                <a:ea typeface="Roboto"/>
                <a:cs typeface="Roboto"/>
                <a:sym typeface="Roboto"/>
              </a:defRPr>
            </a:lvl4pPr>
            <a:lvl5pPr marL="2286000" lvl="4" indent="-330200">
              <a:lnSpc>
                <a:spcPct val="115000"/>
              </a:lnSpc>
              <a:spcBef>
                <a:spcPts val="1600"/>
              </a:spcBef>
              <a:spcAft>
                <a:spcPts val="0"/>
              </a:spcAft>
              <a:buClr>
                <a:schemeClr val="dk1"/>
              </a:buClr>
              <a:buSzPts val="1600"/>
              <a:buFont typeface="Roboto"/>
              <a:buChar char="○"/>
              <a:defRPr sz="1600">
                <a:solidFill>
                  <a:schemeClr val="dk1"/>
                </a:solidFill>
                <a:latin typeface="Roboto"/>
                <a:ea typeface="Roboto"/>
                <a:cs typeface="Roboto"/>
                <a:sym typeface="Roboto"/>
              </a:defRPr>
            </a:lvl5pPr>
            <a:lvl6pPr marL="2743200" lvl="5" indent="-330200">
              <a:lnSpc>
                <a:spcPct val="115000"/>
              </a:lnSpc>
              <a:spcBef>
                <a:spcPts val="1600"/>
              </a:spcBef>
              <a:spcAft>
                <a:spcPts val="0"/>
              </a:spcAft>
              <a:buClr>
                <a:schemeClr val="dk1"/>
              </a:buClr>
              <a:buSzPts val="1600"/>
              <a:buFont typeface="Roboto"/>
              <a:buChar char="■"/>
              <a:defRPr sz="1600">
                <a:solidFill>
                  <a:schemeClr val="dk1"/>
                </a:solidFill>
                <a:latin typeface="Roboto"/>
                <a:ea typeface="Roboto"/>
                <a:cs typeface="Roboto"/>
                <a:sym typeface="Roboto"/>
              </a:defRPr>
            </a:lvl6pPr>
            <a:lvl7pPr marL="3200400" lvl="6" indent="-330200">
              <a:lnSpc>
                <a:spcPct val="115000"/>
              </a:lnSpc>
              <a:spcBef>
                <a:spcPts val="1600"/>
              </a:spcBef>
              <a:spcAft>
                <a:spcPts val="0"/>
              </a:spcAft>
              <a:buClr>
                <a:schemeClr val="dk1"/>
              </a:buClr>
              <a:buSzPts val="1600"/>
              <a:buFont typeface="Roboto"/>
              <a:buChar char="●"/>
              <a:defRPr sz="1600">
                <a:solidFill>
                  <a:schemeClr val="dk1"/>
                </a:solidFill>
                <a:latin typeface="Roboto"/>
                <a:ea typeface="Roboto"/>
                <a:cs typeface="Roboto"/>
                <a:sym typeface="Roboto"/>
              </a:defRPr>
            </a:lvl7pPr>
            <a:lvl8pPr marL="3657600" lvl="7" indent="-330200">
              <a:lnSpc>
                <a:spcPct val="115000"/>
              </a:lnSpc>
              <a:spcBef>
                <a:spcPts val="1600"/>
              </a:spcBef>
              <a:spcAft>
                <a:spcPts val="0"/>
              </a:spcAft>
              <a:buClr>
                <a:schemeClr val="dk1"/>
              </a:buClr>
              <a:buSzPts val="1600"/>
              <a:buFont typeface="Roboto"/>
              <a:buChar char="○"/>
              <a:defRPr sz="1600">
                <a:solidFill>
                  <a:schemeClr val="dk1"/>
                </a:solidFill>
                <a:latin typeface="Roboto"/>
                <a:ea typeface="Roboto"/>
                <a:cs typeface="Roboto"/>
                <a:sym typeface="Roboto"/>
              </a:defRPr>
            </a:lvl8pPr>
            <a:lvl9pPr marL="4114800" lvl="8" indent="-330200">
              <a:lnSpc>
                <a:spcPct val="115000"/>
              </a:lnSpc>
              <a:spcBef>
                <a:spcPts val="1600"/>
              </a:spcBef>
              <a:spcAft>
                <a:spcPts val="1600"/>
              </a:spcAft>
              <a:buClr>
                <a:schemeClr val="dk1"/>
              </a:buClr>
              <a:buSzPts val="1600"/>
              <a:buFont typeface="Roboto"/>
              <a:buChar char="■"/>
              <a:defRPr sz="1600">
                <a:solidFill>
                  <a:schemeClr val="dk1"/>
                </a:solidFill>
                <a:latin typeface="Roboto"/>
                <a:ea typeface="Roboto"/>
                <a:cs typeface="Roboto"/>
                <a:sym typeface="Robo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3" r:id="rId4"/>
    <p:sldLayoutId id="2147483655" r:id="rId5"/>
    <p:sldLayoutId id="2147483658" r:id="rId6"/>
    <p:sldLayoutId id="2147483659" r:id="rId7"/>
    <p:sldLayoutId id="2147483666" r:id="rId8"/>
    <p:sldLayoutId id="2147483667"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620">
          <p15:clr>
            <a:srgbClr val="EA4335"/>
          </p15:clr>
        </p15:guide>
        <p15:guide id="2" pos="2880">
          <p15:clr>
            <a:srgbClr val="EA4335"/>
          </p15:clr>
        </p15:guide>
        <p15:guide id="3" pos="454">
          <p15:clr>
            <a:srgbClr val="EA4335"/>
          </p15:clr>
        </p15:guide>
        <p15:guide id="4" pos="5306">
          <p15:clr>
            <a:srgbClr val="EA4335"/>
          </p15:clr>
        </p15:guide>
        <p15:guide id="5" orient="horz" pos="340">
          <p15:clr>
            <a:srgbClr val="EA4335"/>
          </p15:clr>
        </p15:guide>
        <p15:guide id="6" orient="horz" pos="2878">
          <p15:clr>
            <a:srgbClr val="EA4335"/>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54"/>
        <p:cNvGrpSpPr/>
        <p:nvPr/>
      </p:nvGrpSpPr>
      <p:grpSpPr>
        <a:xfrm>
          <a:off x="0" y="0"/>
          <a:ext cx="0" cy="0"/>
          <a:chOff x="0" y="0"/>
          <a:chExt cx="0" cy="0"/>
        </a:xfrm>
      </p:grpSpPr>
      <p:sp>
        <p:nvSpPr>
          <p:cNvPr id="1855" name="Google Shape;1855;p24"/>
          <p:cNvSpPr txBox="1">
            <a:spLocks noGrp="1"/>
          </p:cNvSpPr>
          <p:nvPr>
            <p:ph type="ctrTitle"/>
          </p:nvPr>
        </p:nvSpPr>
        <p:spPr>
          <a:xfrm>
            <a:off x="1009200" y="1168764"/>
            <a:ext cx="7125600" cy="1871883"/>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dirty="0">
                <a:solidFill>
                  <a:schemeClr val="dk2"/>
                </a:solidFill>
              </a:rPr>
              <a:t>Les algorithme de parcours d’un arbre</a:t>
            </a:r>
            <a:endParaRPr dirty="0">
              <a:solidFill>
                <a:schemeClr val="dk2"/>
              </a:solidFill>
            </a:endParaRPr>
          </a:p>
        </p:txBody>
      </p:sp>
      <p:sp>
        <p:nvSpPr>
          <p:cNvPr id="1856" name="Google Shape;1856;p24"/>
          <p:cNvSpPr txBox="1">
            <a:spLocks noGrp="1"/>
          </p:cNvSpPr>
          <p:nvPr>
            <p:ph type="subTitle" idx="1"/>
          </p:nvPr>
        </p:nvSpPr>
        <p:spPr>
          <a:xfrm>
            <a:off x="1009200" y="3040646"/>
            <a:ext cx="7125600" cy="5142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dirty="0">
                <a:solidFill>
                  <a:schemeClr val="dk1"/>
                </a:solidFill>
              </a:rPr>
              <a:t>Trabelsi Oussema</a:t>
            </a:r>
            <a:endParaRPr dirty="0">
              <a:solidFill>
                <a:schemeClr val="dk1"/>
              </a:solidFill>
            </a:endParaRPr>
          </a:p>
        </p:txBody>
      </p:sp>
      <p:grpSp>
        <p:nvGrpSpPr>
          <p:cNvPr id="1857" name="Google Shape;1857;p24"/>
          <p:cNvGrpSpPr/>
          <p:nvPr/>
        </p:nvGrpSpPr>
        <p:grpSpPr>
          <a:xfrm>
            <a:off x="-231034" y="0"/>
            <a:ext cx="2284525" cy="985488"/>
            <a:chOff x="-223784" y="-6"/>
            <a:chExt cx="2284525" cy="985488"/>
          </a:xfrm>
        </p:grpSpPr>
        <p:sp>
          <p:nvSpPr>
            <p:cNvPr id="1858" name="Google Shape;1858;p24"/>
            <p:cNvSpPr/>
            <p:nvPr/>
          </p:nvSpPr>
          <p:spPr>
            <a:xfrm rot="5400000">
              <a:off x="751670" y="-653904"/>
              <a:ext cx="291159" cy="1770887"/>
            </a:xfrm>
            <a:custGeom>
              <a:avLst/>
              <a:gdLst/>
              <a:ahLst/>
              <a:cxnLst/>
              <a:rect l="l" t="t" r="r" b="b"/>
              <a:pathLst>
                <a:path w="3309" h="20126" fill="none" extrusionOk="0">
                  <a:moveTo>
                    <a:pt x="3309" y="20126"/>
                  </a:moveTo>
                  <a:lnTo>
                    <a:pt x="3309" y="10627"/>
                  </a:lnTo>
                  <a:lnTo>
                    <a:pt x="1" y="7293"/>
                  </a:lnTo>
                  <a:lnTo>
                    <a:pt x="1" y="0"/>
                  </a:lnTo>
                </a:path>
              </a:pathLst>
            </a:custGeom>
            <a:noFill/>
            <a:ln w="19050" cap="rnd" cmpd="sng">
              <a:solidFill>
                <a:schemeClr val="accent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9" name="Google Shape;1859;p24"/>
            <p:cNvSpPr/>
            <p:nvPr/>
          </p:nvSpPr>
          <p:spPr>
            <a:xfrm rot="5400000">
              <a:off x="294064" y="-86060"/>
              <a:ext cx="88" cy="564632"/>
            </a:xfrm>
            <a:custGeom>
              <a:avLst/>
              <a:gdLst/>
              <a:ahLst/>
              <a:cxnLst/>
              <a:rect l="l" t="t" r="r" b="b"/>
              <a:pathLst>
                <a:path w="1" h="6417" fill="none" extrusionOk="0">
                  <a:moveTo>
                    <a:pt x="1" y="6416"/>
                  </a:moveTo>
                  <a:lnTo>
                    <a:pt x="1" y="0"/>
                  </a:lnTo>
                </a:path>
              </a:pathLst>
            </a:custGeom>
            <a:noFill/>
            <a:ln w="19050" cap="rnd" cmpd="sng">
              <a:solidFill>
                <a:schemeClr val="accent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0" name="Google Shape;1860;p24"/>
            <p:cNvSpPr/>
            <p:nvPr/>
          </p:nvSpPr>
          <p:spPr>
            <a:xfrm rot="5400000">
              <a:off x="575332" y="113545"/>
              <a:ext cx="167709" cy="165509"/>
            </a:xfrm>
            <a:custGeom>
              <a:avLst/>
              <a:gdLst/>
              <a:ahLst/>
              <a:cxnLst/>
              <a:rect l="l" t="t" r="r" b="b"/>
              <a:pathLst>
                <a:path w="1906" h="1881" extrusionOk="0">
                  <a:moveTo>
                    <a:pt x="953" y="1"/>
                  </a:moveTo>
                  <a:cubicBezTo>
                    <a:pt x="426" y="1"/>
                    <a:pt x="0" y="402"/>
                    <a:pt x="0" y="928"/>
                  </a:cubicBezTo>
                  <a:cubicBezTo>
                    <a:pt x="0" y="1455"/>
                    <a:pt x="426" y="1881"/>
                    <a:pt x="953" y="1881"/>
                  </a:cubicBezTo>
                  <a:cubicBezTo>
                    <a:pt x="1479" y="1881"/>
                    <a:pt x="1905" y="1455"/>
                    <a:pt x="1905" y="928"/>
                  </a:cubicBezTo>
                  <a:cubicBezTo>
                    <a:pt x="1905" y="402"/>
                    <a:pt x="1479" y="1"/>
                    <a:pt x="953" y="1"/>
                  </a:cubicBezTo>
                  <a:close/>
                </a:path>
              </a:pathLst>
            </a:cu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1" name="Google Shape;1861;p24"/>
            <p:cNvSpPr/>
            <p:nvPr/>
          </p:nvSpPr>
          <p:spPr>
            <a:xfrm rot="5400000">
              <a:off x="873382" y="-351369"/>
              <a:ext cx="147899" cy="1895787"/>
            </a:xfrm>
            <a:custGeom>
              <a:avLst/>
              <a:gdLst/>
              <a:ahLst/>
              <a:cxnLst/>
              <a:rect l="l" t="t" r="r" b="b"/>
              <a:pathLst>
                <a:path w="1681" h="21405" fill="none" extrusionOk="0">
                  <a:moveTo>
                    <a:pt x="1" y="21405"/>
                  </a:moveTo>
                  <a:lnTo>
                    <a:pt x="1" y="5114"/>
                  </a:lnTo>
                  <a:lnTo>
                    <a:pt x="1680" y="3434"/>
                  </a:lnTo>
                  <a:lnTo>
                    <a:pt x="1680" y="1"/>
                  </a:lnTo>
                </a:path>
              </a:pathLst>
            </a:custGeom>
            <a:noFill/>
            <a:ln w="9525" cap="rnd" cmpd="sng">
              <a:solidFill>
                <a:schemeClr val="dk2"/>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62" name="Google Shape;1862;p24"/>
            <p:cNvSpPr/>
            <p:nvPr/>
          </p:nvSpPr>
          <p:spPr>
            <a:xfrm rot="5400000">
              <a:off x="551408" y="-235203"/>
              <a:ext cx="361727" cy="1912111"/>
            </a:xfrm>
            <a:custGeom>
              <a:avLst/>
              <a:gdLst/>
              <a:ahLst/>
              <a:cxnLst/>
              <a:rect l="l" t="t" r="r" b="b"/>
              <a:pathLst>
                <a:path w="4111" h="21731" fill="none" extrusionOk="0">
                  <a:moveTo>
                    <a:pt x="0" y="21730"/>
                  </a:moveTo>
                  <a:lnTo>
                    <a:pt x="0" y="14562"/>
                  </a:lnTo>
                  <a:lnTo>
                    <a:pt x="4110" y="10427"/>
                  </a:lnTo>
                  <a:lnTo>
                    <a:pt x="4110" y="1"/>
                  </a:lnTo>
                </a:path>
              </a:pathLst>
            </a:custGeom>
            <a:noFill/>
            <a:ln w="19050" cap="rnd" cmpd="sng">
              <a:solidFill>
                <a:schemeClr val="accent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3" name="Google Shape;1863;p24"/>
            <p:cNvSpPr/>
            <p:nvPr/>
          </p:nvSpPr>
          <p:spPr>
            <a:xfrm rot="5400000">
              <a:off x="1689436" y="818961"/>
              <a:ext cx="165421" cy="167621"/>
            </a:xfrm>
            <a:custGeom>
              <a:avLst/>
              <a:gdLst/>
              <a:ahLst/>
              <a:cxnLst/>
              <a:rect l="l" t="t" r="r" b="b"/>
              <a:pathLst>
                <a:path w="1880" h="1905" extrusionOk="0">
                  <a:moveTo>
                    <a:pt x="927" y="0"/>
                  </a:moveTo>
                  <a:cubicBezTo>
                    <a:pt x="401" y="0"/>
                    <a:pt x="0" y="426"/>
                    <a:pt x="0" y="952"/>
                  </a:cubicBezTo>
                  <a:cubicBezTo>
                    <a:pt x="0" y="1479"/>
                    <a:pt x="401" y="1905"/>
                    <a:pt x="927" y="1905"/>
                  </a:cubicBezTo>
                  <a:cubicBezTo>
                    <a:pt x="1454" y="1905"/>
                    <a:pt x="1880" y="1479"/>
                    <a:pt x="1880" y="952"/>
                  </a:cubicBezTo>
                  <a:cubicBezTo>
                    <a:pt x="1880" y="426"/>
                    <a:pt x="1454" y="0"/>
                    <a:pt x="927" y="0"/>
                  </a:cubicBezTo>
                  <a:close/>
                </a:path>
              </a:pathLst>
            </a:cu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4" name="Google Shape;1864;p24"/>
            <p:cNvSpPr/>
            <p:nvPr/>
          </p:nvSpPr>
          <p:spPr>
            <a:xfrm rot="5400000">
              <a:off x="1894132" y="585435"/>
              <a:ext cx="167709" cy="165509"/>
            </a:xfrm>
            <a:custGeom>
              <a:avLst/>
              <a:gdLst/>
              <a:ahLst/>
              <a:cxnLst/>
              <a:rect l="l" t="t" r="r" b="b"/>
              <a:pathLst>
                <a:path w="1906" h="1881" extrusionOk="0">
                  <a:moveTo>
                    <a:pt x="953" y="0"/>
                  </a:moveTo>
                  <a:cubicBezTo>
                    <a:pt x="427" y="0"/>
                    <a:pt x="1" y="426"/>
                    <a:pt x="1" y="928"/>
                  </a:cubicBezTo>
                  <a:cubicBezTo>
                    <a:pt x="1" y="1454"/>
                    <a:pt x="427" y="1880"/>
                    <a:pt x="953" y="1880"/>
                  </a:cubicBezTo>
                  <a:cubicBezTo>
                    <a:pt x="1479" y="1880"/>
                    <a:pt x="1905" y="1454"/>
                    <a:pt x="1905" y="928"/>
                  </a:cubicBezTo>
                  <a:cubicBezTo>
                    <a:pt x="1905" y="426"/>
                    <a:pt x="1479" y="0"/>
                    <a:pt x="95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5" name="Google Shape;1865;p24"/>
            <p:cNvSpPr/>
            <p:nvPr/>
          </p:nvSpPr>
          <p:spPr>
            <a:xfrm rot="5400000">
              <a:off x="1782751" y="-50"/>
              <a:ext cx="167621" cy="167709"/>
            </a:xfrm>
            <a:custGeom>
              <a:avLst/>
              <a:gdLst/>
              <a:ahLst/>
              <a:cxnLst/>
              <a:rect l="l" t="t" r="r" b="b"/>
              <a:pathLst>
                <a:path w="1905" h="1906" extrusionOk="0">
                  <a:moveTo>
                    <a:pt x="952" y="1"/>
                  </a:moveTo>
                  <a:cubicBezTo>
                    <a:pt x="426" y="1"/>
                    <a:pt x="0" y="427"/>
                    <a:pt x="0" y="953"/>
                  </a:cubicBezTo>
                  <a:cubicBezTo>
                    <a:pt x="0" y="1480"/>
                    <a:pt x="426" y="1906"/>
                    <a:pt x="952" y="1906"/>
                  </a:cubicBezTo>
                  <a:cubicBezTo>
                    <a:pt x="1479" y="1906"/>
                    <a:pt x="1905" y="1480"/>
                    <a:pt x="1905" y="953"/>
                  </a:cubicBezTo>
                  <a:cubicBezTo>
                    <a:pt x="1905" y="427"/>
                    <a:pt x="1479" y="1"/>
                    <a:pt x="9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66" name="Google Shape;1866;p24"/>
          <p:cNvGrpSpPr/>
          <p:nvPr/>
        </p:nvGrpSpPr>
        <p:grpSpPr>
          <a:xfrm>
            <a:off x="5827403" y="154616"/>
            <a:ext cx="3316597" cy="2830576"/>
            <a:chOff x="5876365" y="118125"/>
            <a:chExt cx="3316597" cy="2830576"/>
          </a:xfrm>
        </p:grpSpPr>
        <p:sp>
          <p:nvSpPr>
            <p:cNvPr id="1867" name="Google Shape;1867;p24"/>
            <p:cNvSpPr/>
            <p:nvPr/>
          </p:nvSpPr>
          <p:spPr>
            <a:xfrm rot="10800000">
              <a:off x="9025253" y="996438"/>
              <a:ext cx="167709" cy="165509"/>
            </a:xfrm>
            <a:custGeom>
              <a:avLst/>
              <a:gdLst/>
              <a:ahLst/>
              <a:cxnLst/>
              <a:rect l="l" t="t" r="r" b="b"/>
              <a:pathLst>
                <a:path w="1906" h="1881" extrusionOk="0">
                  <a:moveTo>
                    <a:pt x="953" y="1"/>
                  </a:moveTo>
                  <a:cubicBezTo>
                    <a:pt x="426" y="1"/>
                    <a:pt x="0" y="402"/>
                    <a:pt x="0" y="928"/>
                  </a:cubicBezTo>
                  <a:cubicBezTo>
                    <a:pt x="0" y="1455"/>
                    <a:pt x="426" y="1881"/>
                    <a:pt x="953" y="1881"/>
                  </a:cubicBezTo>
                  <a:cubicBezTo>
                    <a:pt x="1479" y="1881"/>
                    <a:pt x="1905" y="1455"/>
                    <a:pt x="1905" y="928"/>
                  </a:cubicBezTo>
                  <a:cubicBezTo>
                    <a:pt x="1905" y="402"/>
                    <a:pt x="1479" y="1"/>
                    <a:pt x="9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1868;p24"/>
            <p:cNvSpPr/>
            <p:nvPr/>
          </p:nvSpPr>
          <p:spPr>
            <a:xfrm>
              <a:off x="6008817" y="118125"/>
              <a:ext cx="3134824" cy="182018"/>
            </a:xfrm>
            <a:custGeom>
              <a:avLst/>
              <a:gdLst/>
              <a:ahLst/>
              <a:cxnLst/>
              <a:rect l="l" t="t" r="r" b="b"/>
              <a:pathLst>
                <a:path w="25490" h="1480" fill="none" extrusionOk="0">
                  <a:moveTo>
                    <a:pt x="1" y="1479"/>
                  </a:moveTo>
                  <a:lnTo>
                    <a:pt x="13710" y="1479"/>
                  </a:lnTo>
                  <a:lnTo>
                    <a:pt x="15164" y="0"/>
                  </a:lnTo>
                  <a:lnTo>
                    <a:pt x="25490" y="0"/>
                  </a:lnTo>
                </a:path>
              </a:pathLst>
            </a:custGeom>
            <a:noFill/>
            <a:ln w="9525" cap="rnd" cmpd="sng">
              <a:solidFill>
                <a:srgbClr val="00F4A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24"/>
            <p:cNvSpPr/>
            <p:nvPr/>
          </p:nvSpPr>
          <p:spPr>
            <a:xfrm>
              <a:off x="5876365" y="182815"/>
              <a:ext cx="234282" cy="234409"/>
            </a:xfrm>
            <a:custGeom>
              <a:avLst/>
              <a:gdLst/>
              <a:ahLst/>
              <a:cxnLst/>
              <a:rect l="l" t="t" r="r" b="b"/>
              <a:pathLst>
                <a:path w="1905" h="1906" extrusionOk="0">
                  <a:moveTo>
                    <a:pt x="953" y="1"/>
                  </a:moveTo>
                  <a:cubicBezTo>
                    <a:pt x="426" y="1"/>
                    <a:pt x="0" y="427"/>
                    <a:pt x="0" y="953"/>
                  </a:cubicBezTo>
                  <a:cubicBezTo>
                    <a:pt x="0" y="1479"/>
                    <a:pt x="426" y="1905"/>
                    <a:pt x="953" y="1905"/>
                  </a:cubicBezTo>
                  <a:cubicBezTo>
                    <a:pt x="1479" y="1905"/>
                    <a:pt x="1905" y="1479"/>
                    <a:pt x="1905" y="953"/>
                  </a:cubicBezTo>
                  <a:cubicBezTo>
                    <a:pt x="1905" y="427"/>
                    <a:pt x="1479" y="1"/>
                    <a:pt x="953" y="1"/>
                  </a:cubicBezTo>
                  <a:close/>
                </a:path>
              </a:pathLst>
            </a:custGeom>
            <a:solidFill>
              <a:srgbClr val="00F4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24"/>
            <p:cNvSpPr/>
            <p:nvPr/>
          </p:nvSpPr>
          <p:spPr>
            <a:xfrm rot="10800000">
              <a:off x="9109108" y="515661"/>
              <a:ext cx="88" cy="564632"/>
            </a:xfrm>
            <a:custGeom>
              <a:avLst/>
              <a:gdLst/>
              <a:ahLst/>
              <a:cxnLst/>
              <a:rect l="l" t="t" r="r" b="b"/>
              <a:pathLst>
                <a:path w="1" h="6417" fill="none" extrusionOk="0">
                  <a:moveTo>
                    <a:pt x="1" y="6416"/>
                  </a:moveTo>
                  <a:lnTo>
                    <a:pt x="1" y="0"/>
                  </a:lnTo>
                </a:path>
              </a:pathLst>
            </a:custGeom>
            <a:noFill/>
            <a:ln w="19050" cap="rnd" cmpd="sng">
              <a:solidFill>
                <a:schemeClr val="accent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1" name="Google Shape;1871;p24"/>
            <p:cNvSpPr/>
            <p:nvPr/>
          </p:nvSpPr>
          <p:spPr>
            <a:xfrm rot="10800000">
              <a:off x="8441048" y="515657"/>
              <a:ext cx="361727" cy="2369168"/>
            </a:xfrm>
            <a:custGeom>
              <a:avLst/>
              <a:gdLst/>
              <a:ahLst/>
              <a:cxnLst/>
              <a:rect l="l" t="t" r="r" b="b"/>
              <a:pathLst>
                <a:path w="4111" h="21731" fill="none" extrusionOk="0">
                  <a:moveTo>
                    <a:pt x="0" y="21730"/>
                  </a:moveTo>
                  <a:lnTo>
                    <a:pt x="0" y="14562"/>
                  </a:lnTo>
                  <a:lnTo>
                    <a:pt x="4110" y="10427"/>
                  </a:lnTo>
                  <a:lnTo>
                    <a:pt x="4110" y="1"/>
                  </a:lnTo>
                </a:path>
              </a:pathLst>
            </a:custGeom>
            <a:noFill/>
            <a:ln w="9525" cap="rnd" cmpd="sng">
              <a:solidFill>
                <a:schemeClr val="dk2"/>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2" name="Google Shape;1872;p24"/>
            <p:cNvSpPr/>
            <p:nvPr/>
          </p:nvSpPr>
          <p:spPr>
            <a:xfrm rot="10800000">
              <a:off x="8357275" y="2781081"/>
              <a:ext cx="165421" cy="167621"/>
            </a:xfrm>
            <a:custGeom>
              <a:avLst/>
              <a:gdLst/>
              <a:ahLst/>
              <a:cxnLst/>
              <a:rect l="l" t="t" r="r" b="b"/>
              <a:pathLst>
                <a:path w="1880" h="1905" extrusionOk="0">
                  <a:moveTo>
                    <a:pt x="927" y="0"/>
                  </a:moveTo>
                  <a:cubicBezTo>
                    <a:pt x="401" y="0"/>
                    <a:pt x="0" y="426"/>
                    <a:pt x="0" y="952"/>
                  </a:cubicBezTo>
                  <a:cubicBezTo>
                    <a:pt x="0" y="1479"/>
                    <a:pt x="401" y="1905"/>
                    <a:pt x="927" y="1905"/>
                  </a:cubicBezTo>
                  <a:cubicBezTo>
                    <a:pt x="1454" y="1905"/>
                    <a:pt x="1880" y="1479"/>
                    <a:pt x="1880" y="952"/>
                  </a:cubicBezTo>
                  <a:cubicBezTo>
                    <a:pt x="1880" y="426"/>
                    <a:pt x="1454" y="0"/>
                    <a:pt x="9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1855"/>
                                        </p:tgtEl>
                                        <p:attrNameLst>
                                          <p:attrName>style.visibility</p:attrName>
                                        </p:attrNameLst>
                                      </p:cBhvr>
                                      <p:to>
                                        <p:strVal val="visible"/>
                                      </p:to>
                                    </p:set>
                                    <p:anim calcmode="lin" valueType="num">
                                      <p:cBhvr>
                                        <p:cTn id="7" dur="500" fill="hold"/>
                                        <p:tgtEl>
                                          <p:spTgt spid="1855"/>
                                        </p:tgtEl>
                                        <p:attrNameLst>
                                          <p:attrName>ppt_w</p:attrName>
                                        </p:attrNameLst>
                                      </p:cBhvr>
                                      <p:tavLst>
                                        <p:tav tm="0">
                                          <p:val>
                                            <p:fltVal val="0"/>
                                          </p:val>
                                        </p:tav>
                                        <p:tav tm="100000">
                                          <p:val>
                                            <p:strVal val="#ppt_w"/>
                                          </p:val>
                                        </p:tav>
                                      </p:tavLst>
                                    </p:anim>
                                    <p:anim calcmode="lin" valueType="num">
                                      <p:cBhvr>
                                        <p:cTn id="8" dur="500" fill="hold"/>
                                        <p:tgtEl>
                                          <p:spTgt spid="1855"/>
                                        </p:tgtEl>
                                        <p:attrNameLst>
                                          <p:attrName>ppt_h</p:attrName>
                                        </p:attrNameLst>
                                      </p:cBhvr>
                                      <p:tavLst>
                                        <p:tav tm="0">
                                          <p:val>
                                            <p:fltVal val="0"/>
                                          </p:val>
                                        </p:tav>
                                        <p:tav tm="100000">
                                          <p:val>
                                            <p:strVal val="#ppt_h"/>
                                          </p:val>
                                        </p:tav>
                                      </p:tavLst>
                                    </p:anim>
                                    <p:animEffect transition="in" filter="fade">
                                      <p:cBhvr>
                                        <p:cTn id="9" dur="500"/>
                                        <p:tgtEl>
                                          <p:spTgt spid="1855"/>
                                        </p:tgtEl>
                                      </p:cBhvr>
                                    </p:animEffect>
                                  </p:childTnLst>
                                </p:cTn>
                              </p:par>
                              <p:par>
                                <p:cTn id="10" presetID="22" presetClass="entr" presetSubtype="1" fill="hold" grpId="0" nodeType="withEffect">
                                  <p:stCondLst>
                                    <p:cond delay="250"/>
                                  </p:stCondLst>
                                  <p:childTnLst>
                                    <p:set>
                                      <p:cBhvr>
                                        <p:cTn id="11" dur="1" fill="hold">
                                          <p:stCondLst>
                                            <p:cond delay="0"/>
                                          </p:stCondLst>
                                        </p:cTn>
                                        <p:tgtEl>
                                          <p:spTgt spid="1856">
                                            <p:txEl>
                                              <p:pRg st="0" end="0"/>
                                            </p:txEl>
                                          </p:spTgt>
                                        </p:tgtEl>
                                        <p:attrNameLst>
                                          <p:attrName>style.visibility</p:attrName>
                                        </p:attrNameLst>
                                      </p:cBhvr>
                                      <p:to>
                                        <p:strVal val="visible"/>
                                      </p:to>
                                    </p:set>
                                    <p:animEffect transition="in" filter="wipe(up)">
                                      <p:cBhvr>
                                        <p:cTn id="12" dur="500"/>
                                        <p:tgtEl>
                                          <p:spTgt spid="185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5" grpId="0"/>
      <p:bldP spid="1856"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82"/>
        <p:cNvGrpSpPr/>
        <p:nvPr/>
      </p:nvGrpSpPr>
      <p:grpSpPr>
        <a:xfrm>
          <a:off x="0" y="0"/>
          <a:ext cx="0" cy="0"/>
          <a:chOff x="0" y="0"/>
          <a:chExt cx="0" cy="0"/>
        </a:xfrm>
      </p:grpSpPr>
      <p:sp>
        <p:nvSpPr>
          <p:cNvPr id="1883" name="Google Shape;1883;p26"/>
          <p:cNvSpPr txBox="1">
            <a:spLocks noGrp="1"/>
          </p:cNvSpPr>
          <p:nvPr>
            <p:ph type="title"/>
          </p:nvPr>
        </p:nvSpPr>
        <p:spPr>
          <a:xfrm>
            <a:off x="4062755" y="440103"/>
            <a:ext cx="1018489" cy="488400"/>
          </a:xfrm>
          <a:prstGeom prst="rect">
            <a:avLst/>
          </a:prstGeom>
        </p:spPr>
        <p:txBody>
          <a:bodyPr spcFirstLastPara="1" wrap="square" lIns="0" tIns="0" rIns="0" bIns="0" anchor="t" anchorCtr="0">
            <a:noAutofit/>
          </a:bodyPr>
          <a:lstStyle/>
          <a:p>
            <a:pPr marL="0" lvl="0" indent="0" algn="ctr" rtl="0">
              <a:spcBef>
                <a:spcPts val="0"/>
              </a:spcBef>
              <a:spcAft>
                <a:spcPts val="0"/>
              </a:spcAft>
              <a:buNone/>
            </a:pPr>
            <a:r>
              <a:rPr lang="en" dirty="0"/>
              <a:t>Plan</a:t>
            </a:r>
            <a:endParaRPr dirty="0"/>
          </a:p>
        </p:txBody>
      </p:sp>
      <p:sp>
        <p:nvSpPr>
          <p:cNvPr id="1884" name="Google Shape;1884;p26"/>
          <p:cNvSpPr txBox="1">
            <a:spLocks noGrp="1"/>
          </p:cNvSpPr>
          <p:nvPr>
            <p:ph type="title" idx="8"/>
          </p:nvPr>
        </p:nvSpPr>
        <p:spPr>
          <a:xfrm>
            <a:off x="6672300" y="2868050"/>
            <a:ext cx="2178904" cy="6453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fr-FR" sz="2000" dirty="0"/>
              <a:t>algorithme de parcours en profondeur</a:t>
            </a:r>
          </a:p>
        </p:txBody>
      </p:sp>
      <p:sp>
        <p:nvSpPr>
          <p:cNvPr id="1885" name="Google Shape;1885;p26"/>
          <p:cNvSpPr txBox="1">
            <a:spLocks noGrp="1"/>
          </p:cNvSpPr>
          <p:nvPr>
            <p:ph type="title" idx="9"/>
          </p:nvPr>
        </p:nvSpPr>
        <p:spPr>
          <a:xfrm>
            <a:off x="6832500" y="1766950"/>
            <a:ext cx="584700" cy="58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dirty="0"/>
              <a:t>03</a:t>
            </a:r>
            <a:endParaRPr dirty="0"/>
          </a:p>
        </p:txBody>
      </p:sp>
      <p:sp>
        <p:nvSpPr>
          <p:cNvPr id="1886" name="Google Shape;1886;p26"/>
          <p:cNvSpPr txBox="1">
            <a:spLocks noGrp="1"/>
          </p:cNvSpPr>
          <p:nvPr>
            <p:ph type="title" idx="5"/>
          </p:nvPr>
        </p:nvSpPr>
        <p:spPr>
          <a:xfrm>
            <a:off x="3666725" y="2868050"/>
            <a:ext cx="2178904" cy="6453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fr-FR" sz="2000" dirty="0"/>
              <a:t>algorithme de parcours en largeur</a:t>
            </a:r>
          </a:p>
        </p:txBody>
      </p:sp>
      <p:sp>
        <p:nvSpPr>
          <p:cNvPr id="1887" name="Google Shape;1887;p26"/>
          <p:cNvSpPr txBox="1">
            <a:spLocks noGrp="1"/>
          </p:cNvSpPr>
          <p:nvPr>
            <p:ph type="title" idx="6"/>
          </p:nvPr>
        </p:nvSpPr>
        <p:spPr>
          <a:xfrm>
            <a:off x="3828350" y="1766950"/>
            <a:ext cx="584700" cy="58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a:t>02</a:t>
            </a:r>
            <a:endParaRPr/>
          </a:p>
        </p:txBody>
      </p:sp>
      <p:sp>
        <p:nvSpPr>
          <p:cNvPr id="1889" name="Google Shape;1889;p26"/>
          <p:cNvSpPr txBox="1">
            <a:spLocks noGrp="1"/>
          </p:cNvSpPr>
          <p:nvPr>
            <p:ph type="title" idx="2"/>
          </p:nvPr>
        </p:nvSpPr>
        <p:spPr>
          <a:xfrm>
            <a:off x="720000" y="2868050"/>
            <a:ext cx="1466700" cy="6453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sz="2000" dirty="0"/>
              <a:t>Introduction</a:t>
            </a:r>
            <a:endParaRPr dirty="0"/>
          </a:p>
        </p:txBody>
      </p:sp>
      <p:sp>
        <p:nvSpPr>
          <p:cNvPr id="1890" name="Google Shape;1890;p26"/>
          <p:cNvSpPr txBox="1">
            <a:spLocks noGrp="1"/>
          </p:cNvSpPr>
          <p:nvPr>
            <p:ph type="title" idx="3"/>
          </p:nvPr>
        </p:nvSpPr>
        <p:spPr>
          <a:xfrm>
            <a:off x="878350" y="1766925"/>
            <a:ext cx="584700" cy="58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dirty="0"/>
              <a:t>01</a:t>
            </a:r>
            <a:endParaRPr dirty="0"/>
          </a:p>
        </p:txBody>
      </p:sp>
      <p:sp>
        <p:nvSpPr>
          <p:cNvPr id="1891" name="Google Shape;1891;p26"/>
          <p:cNvSpPr txBox="1">
            <a:spLocks noGrp="1"/>
          </p:cNvSpPr>
          <p:nvPr>
            <p:ph type="subTitle" idx="4"/>
          </p:nvPr>
        </p:nvSpPr>
        <p:spPr>
          <a:xfrm>
            <a:off x="3666713" y="3728575"/>
            <a:ext cx="1751700" cy="6453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US" b="1" dirty="0"/>
              <a:t>BFS</a:t>
            </a:r>
            <a:r>
              <a:rPr lang="en-US" dirty="0"/>
              <a:t> : </a:t>
            </a:r>
            <a:r>
              <a:rPr lang="en-US" b="1" dirty="0"/>
              <a:t>B</a:t>
            </a:r>
            <a:r>
              <a:rPr lang="en-US" dirty="0"/>
              <a:t>readth-</a:t>
            </a:r>
            <a:r>
              <a:rPr lang="en-US" b="1" dirty="0"/>
              <a:t>F</a:t>
            </a:r>
            <a:r>
              <a:rPr lang="en-US" dirty="0"/>
              <a:t>irst </a:t>
            </a:r>
            <a:r>
              <a:rPr lang="en-US" b="1" dirty="0"/>
              <a:t>S</a:t>
            </a:r>
            <a:r>
              <a:rPr lang="en-US" dirty="0"/>
              <a:t>earch</a:t>
            </a:r>
          </a:p>
        </p:txBody>
      </p:sp>
      <p:sp>
        <p:nvSpPr>
          <p:cNvPr id="1892" name="Google Shape;1892;p26"/>
          <p:cNvSpPr txBox="1">
            <a:spLocks noGrp="1"/>
          </p:cNvSpPr>
          <p:nvPr>
            <p:ph type="subTitle" idx="7"/>
          </p:nvPr>
        </p:nvSpPr>
        <p:spPr>
          <a:xfrm>
            <a:off x="6672288" y="3728575"/>
            <a:ext cx="1751700" cy="6453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US" b="1" dirty="0"/>
              <a:t>DFS </a:t>
            </a:r>
            <a:r>
              <a:rPr lang="en-US" dirty="0"/>
              <a:t>: </a:t>
            </a:r>
            <a:r>
              <a:rPr lang="en-US" b="1" dirty="0"/>
              <a:t>D</a:t>
            </a:r>
            <a:r>
              <a:rPr lang="en-US" dirty="0"/>
              <a:t>epth-</a:t>
            </a:r>
            <a:r>
              <a:rPr lang="en-US" b="1" dirty="0"/>
              <a:t>F</a:t>
            </a:r>
            <a:r>
              <a:rPr lang="en-US" dirty="0"/>
              <a:t>irst </a:t>
            </a:r>
            <a:r>
              <a:rPr lang="en-US" b="1" dirty="0"/>
              <a:t>S</a:t>
            </a:r>
            <a:r>
              <a:rPr lang="en-US" dirty="0"/>
              <a:t>earch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32" fill="hold" grpId="0" nodeType="withEffect">
                                  <p:stCondLst>
                                    <p:cond delay="0"/>
                                  </p:stCondLst>
                                  <p:childTnLst>
                                    <p:set>
                                      <p:cBhvr>
                                        <p:cTn id="6" dur="1" fill="hold">
                                          <p:stCondLst>
                                            <p:cond delay="0"/>
                                          </p:stCondLst>
                                        </p:cTn>
                                        <p:tgtEl>
                                          <p:spTgt spid="1883"/>
                                        </p:tgtEl>
                                        <p:attrNameLst>
                                          <p:attrName>style.visibility</p:attrName>
                                        </p:attrNameLst>
                                      </p:cBhvr>
                                      <p:to>
                                        <p:strVal val="visible"/>
                                      </p:to>
                                    </p:set>
                                    <p:animEffect transition="in" filter="circle(out)">
                                      <p:cBhvr>
                                        <p:cTn id="7" dur="1000"/>
                                        <p:tgtEl>
                                          <p:spTgt spid="1883"/>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1890"/>
                                        </p:tgtEl>
                                        <p:attrNameLst>
                                          <p:attrName>style.visibility</p:attrName>
                                        </p:attrNameLst>
                                      </p:cBhvr>
                                      <p:to>
                                        <p:strVal val="visible"/>
                                      </p:to>
                                    </p:set>
                                    <p:animEffect transition="in" filter="wipe(left)">
                                      <p:cBhvr>
                                        <p:cTn id="11" dur="500"/>
                                        <p:tgtEl>
                                          <p:spTgt spid="1890"/>
                                        </p:tgtEl>
                                      </p:cBhvr>
                                    </p:animEffect>
                                  </p:childTnLst>
                                </p:cTn>
                              </p:par>
                              <p:par>
                                <p:cTn id="12" presetID="22" presetClass="entr" presetSubtype="8" fill="hold" grpId="0" nodeType="withEffect">
                                  <p:stCondLst>
                                    <p:cond delay="250"/>
                                  </p:stCondLst>
                                  <p:childTnLst>
                                    <p:set>
                                      <p:cBhvr>
                                        <p:cTn id="13" dur="1" fill="hold">
                                          <p:stCondLst>
                                            <p:cond delay="0"/>
                                          </p:stCondLst>
                                        </p:cTn>
                                        <p:tgtEl>
                                          <p:spTgt spid="1889"/>
                                        </p:tgtEl>
                                        <p:attrNameLst>
                                          <p:attrName>style.visibility</p:attrName>
                                        </p:attrNameLst>
                                      </p:cBhvr>
                                      <p:to>
                                        <p:strVal val="visible"/>
                                      </p:to>
                                    </p:set>
                                    <p:animEffect transition="in" filter="wipe(left)">
                                      <p:cBhvr>
                                        <p:cTn id="14" dur="500"/>
                                        <p:tgtEl>
                                          <p:spTgt spid="1889"/>
                                        </p:tgtEl>
                                      </p:cBhvr>
                                    </p:animEffect>
                                  </p:childTnLst>
                                </p:cTn>
                              </p:par>
                            </p:childTnLst>
                          </p:cTn>
                        </p:par>
                        <p:par>
                          <p:cTn id="15" fill="hold">
                            <p:stCondLst>
                              <p:cond delay="1750"/>
                            </p:stCondLst>
                            <p:childTnLst>
                              <p:par>
                                <p:cTn id="16" presetID="22" presetClass="entr" presetSubtype="8" fill="hold" grpId="0" nodeType="afterEffect">
                                  <p:stCondLst>
                                    <p:cond delay="0"/>
                                  </p:stCondLst>
                                  <p:childTnLst>
                                    <p:set>
                                      <p:cBhvr>
                                        <p:cTn id="17" dur="1" fill="hold">
                                          <p:stCondLst>
                                            <p:cond delay="0"/>
                                          </p:stCondLst>
                                        </p:cTn>
                                        <p:tgtEl>
                                          <p:spTgt spid="1887"/>
                                        </p:tgtEl>
                                        <p:attrNameLst>
                                          <p:attrName>style.visibility</p:attrName>
                                        </p:attrNameLst>
                                      </p:cBhvr>
                                      <p:to>
                                        <p:strVal val="visible"/>
                                      </p:to>
                                    </p:set>
                                    <p:animEffect transition="in" filter="wipe(left)">
                                      <p:cBhvr>
                                        <p:cTn id="18" dur="500"/>
                                        <p:tgtEl>
                                          <p:spTgt spid="1887"/>
                                        </p:tgtEl>
                                      </p:cBhvr>
                                    </p:animEffect>
                                  </p:childTnLst>
                                </p:cTn>
                              </p:par>
                              <p:par>
                                <p:cTn id="19" presetID="22" presetClass="entr" presetSubtype="8" fill="hold" grpId="0" nodeType="withEffect">
                                  <p:stCondLst>
                                    <p:cond delay="250"/>
                                  </p:stCondLst>
                                  <p:childTnLst>
                                    <p:set>
                                      <p:cBhvr>
                                        <p:cTn id="20" dur="1" fill="hold">
                                          <p:stCondLst>
                                            <p:cond delay="0"/>
                                          </p:stCondLst>
                                        </p:cTn>
                                        <p:tgtEl>
                                          <p:spTgt spid="1886"/>
                                        </p:tgtEl>
                                        <p:attrNameLst>
                                          <p:attrName>style.visibility</p:attrName>
                                        </p:attrNameLst>
                                      </p:cBhvr>
                                      <p:to>
                                        <p:strVal val="visible"/>
                                      </p:to>
                                    </p:set>
                                    <p:animEffect transition="in" filter="wipe(left)">
                                      <p:cBhvr>
                                        <p:cTn id="21" dur="500"/>
                                        <p:tgtEl>
                                          <p:spTgt spid="1886"/>
                                        </p:tgtEl>
                                      </p:cBhvr>
                                    </p:animEffect>
                                  </p:childTnLst>
                                </p:cTn>
                              </p:par>
                              <p:par>
                                <p:cTn id="22" presetID="22" presetClass="entr" presetSubtype="8" fill="hold" grpId="0" nodeType="withEffect">
                                  <p:stCondLst>
                                    <p:cond delay="250"/>
                                  </p:stCondLst>
                                  <p:childTnLst>
                                    <p:set>
                                      <p:cBhvr>
                                        <p:cTn id="23" dur="1" fill="hold">
                                          <p:stCondLst>
                                            <p:cond delay="0"/>
                                          </p:stCondLst>
                                        </p:cTn>
                                        <p:tgtEl>
                                          <p:spTgt spid="1891">
                                            <p:txEl>
                                              <p:pRg st="0" end="0"/>
                                            </p:txEl>
                                          </p:spTgt>
                                        </p:tgtEl>
                                        <p:attrNameLst>
                                          <p:attrName>style.visibility</p:attrName>
                                        </p:attrNameLst>
                                      </p:cBhvr>
                                      <p:to>
                                        <p:strVal val="visible"/>
                                      </p:to>
                                    </p:set>
                                    <p:animEffect transition="in" filter="wipe(left)">
                                      <p:cBhvr>
                                        <p:cTn id="24" dur="500"/>
                                        <p:tgtEl>
                                          <p:spTgt spid="1891">
                                            <p:txEl>
                                              <p:pRg st="0" end="0"/>
                                            </p:txEl>
                                          </p:spTgt>
                                        </p:tgtEl>
                                      </p:cBhvr>
                                    </p:animEffect>
                                  </p:childTnLst>
                                </p:cTn>
                              </p:par>
                            </p:childTnLst>
                          </p:cTn>
                        </p:par>
                        <p:par>
                          <p:cTn id="25" fill="hold">
                            <p:stCondLst>
                              <p:cond delay="2500"/>
                            </p:stCondLst>
                            <p:childTnLst>
                              <p:par>
                                <p:cTn id="26" presetID="22" presetClass="entr" presetSubtype="8" fill="hold" grpId="0" nodeType="afterEffect">
                                  <p:stCondLst>
                                    <p:cond delay="0"/>
                                  </p:stCondLst>
                                  <p:childTnLst>
                                    <p:set>
                                      <p:cBhvr>
                                        <p:cTn id="27" dur="1" fill="hold">
                                          <p:stCondLst>
                                            <p:cond delay="0"/>
                                          </p:stCondLst>
                                        </p:cTn>
                                        <p:tgtEl>
                                          <p:spTgt spid="1885"/>
                                        </p:tgtEl>
                                        <p:attrNameLst>
                                          <p:attrName>style.visibility</p:attrName>
                                        </p:attrNameLst>
                                      </p:cBhvr>
                                      <p:to>
                                        <p:strVal val="visible"/>
                                      </p:to>
                                    </p:set>
                                    <p:animEffect transition="in" filter="wipe(left)">
                                      <p:cBhvr>
                                        <p:cTn id="28" dur="500"/>
                                        <p:tgtEl>
                                          <p:spTgt spid="1885"/>
                                        </p:tgtEl>
                                      </p:cBhvr>
                                    </p:animEffect>
                                  </p:childTnLst>
                                </p:cTn>
                              </p:par>
                              <p:par>
                                <p:cTn id="29" presetID="22" presetClass="entr" presetSubtype="8" fill="hold" grpId="0" nodeType="withEffect">
                                  <p:stCondLst>
                                    <p:cond delay="250"/>
                                  </p:stCondLst>
                                  <p:childTnLst>
                                    <p:set>
                                      <p:cBhvr>
                                        <p:cTn id="30" dur="1" fill="hold">
                                          <p:stCondLst>
                                            <p:cond delay="0"/>
                                          </p:stCondLst>
                                        </p:cTn>
                                        <p:tgtEl>
                                          <p:spTgt spid="1884"/>
                                        </p:tgtEl>
                                        <p:attrNameLst>
                                          <p:attrName>style.visibility</p:attrName>
                                        </p:attrNameLst>
                                      </p:cBhvr>
                                      <p:to>
                                        <p:strVal val="visible"/>
                                      </p:to>
                                    </p:set>
                                    <p:animEffect transition="in" filter="wipe(left)">
                                      <p:cBhvr>
                                        <p:cTn id="31" dur="500"/>
                                        <p:tgtEl>
                                          <p:spTgt spid="1884"/>
                                        </p:tgtEl>
                                      </p:cBhvr>
                                    </p:animEffect>
                                  </p:childTnLst>
                                </p:cTn>
                              </p:par>
                              <p:par>
                                <p:cTn id="32" presetID="22" presetClass="entr" presetSubtype="8" fill="hold" grpId="0" nodeType="withEffect">
                                  <p:stCondLst>
                                    <p:cond delay="250"/>
                                  </p:stCondLst>
                                  <p:childTnLst>
                                    <p:set>
                                      <p:cBhvr>
                                        <p:cTn id="33" dur="1" fill="hold">
                                          <p:stCondLst>
                                            <p:cond delay="0"/>
                                          </p:stCondLst>
                                        </p:cTn>
                                        <p:tgtEl>
                                          <p:spTgt spid="1892">
                                            <p:txEl>
                                              <p:pRg st="0" end="0"/>
                                            </p:txEl>
                                          </p:spTgt>
                                        </p:tgtEl>
                                        <p:attrNameLst>
                                          <p:attrName>style.visibility</p:attrName>
                                        </p:attrNameLst>
                                      </p:cBhvr>
                                      <p:to>
                                        <p:strVal val="visible"/>
                                      </p:to>
                                    </p:set>
                                    <p:animEffect transition="in" filter="wipe(left)">
                                      <p:cBhvr>
                                        <p:cTn id="34" dur="500"/>
                                        <p:tgtEl>
                                          <p:spTgt spid="189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3" grpId="0"/>
      <p:bldP spid="1884" grpId="0"/>
      <p:bldP spid="1885" grpId="0"/>
      <p:bldP spid="1886" grpId="0"/>
      <p:bldP spid="1887" grpId="0"/>
      <p:bldP spid="1889" grpId="0"/>
      <p:bldP spid="1890" grpId="0"/>
      <p:bldP spid="1891" grpId="0" build="p"/>
      <p:bldP spid="1892"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51"/>
        <p:cNvGrpSpPr/>
        <p:nvPr/>
      </p:nvGrpSpPr>
      <p:grpSpPr>
        <a:xfrm>
          <a:off x="0" y="0"/>
          <a:ext cx="0" cy="0"/>
          <a:chOff x="0" y="0"/>
          <a:chExt cx="0" cy="0"/>
        </a:xfrm>
      </p:grpSpPr>
      <p:sp>
        <p:nvSpPr>
          <p:cNvPr id="2152" name="Google Shape;2152;p35"/>
          <p:cNvSpPr txBox="1">
            <a:spLocks noGrp="1"/>
          </p:cNvSpPr>
          <p:nvPr>
            <p:ph type="title" idx="2"/>
          </p:nvPr>
        </p:nvSpPr>
        <p:spPr>
          <a:xfrm>
            <a:off x="4429951" y="951074"/>
            <a:ext cx="284096" cy="7548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dirty="0"/>
              <a:t>1</a:t>
            </a:r>
            <a:endParaRPr dirty="0"/>
          </a:p>
        </p:txBody>
      </p:sp>
      <p:sp>
        <p:nvSpPr>
          <p:cNvPr id="2153" name="Google Shape;2153;p35"/>
          <p:cNvSpPr txBox="1">
            <a:spLocks noGrp="1"/>
          </p:cNvSpPr>
          <p:nvPr>
            <p:ph type="title"/>
          </p:nvPr>
        </p:nvSpPr>
        <p:spPr>
          <a:xfrm>
            <a:off x="2134671" y="2221500"/>
            <a:ext cx="4874657" cy="7548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fr-FR" dirty="0"/>
              <a:t>Introduction</a:t>
            </a:r>
          </a:p>
        </p:txBody>
      </p:sp>
    </p:spTree>
    <p:extLst>
      <p:ext uri="{BB962C8B-B14F-4D97-AF65-F5344CB8AC3E}">
        <p14:creationId xmlns:p14="http://schemas.microsoft.com/office/powerpoint/2010/main" val="418832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withEffect">
                                  <p:stCondLst>
                                    <p:cond delay="0"/>
                                  </p:stCondLst>
                                  <p:childTnLst>
                                    <p:set>
                                      <p:cBhvr>
                                        <p:cTn id="6" dur="1" fill="hold">
                                          <p:stCondLst>
                                            <p:cond delay="0"/>
                                          </p:stCondLst>
                                        </p:cTn>
                                        <p:tgtEl>
                                          <p:spTgt spid="2152"/>
                                        </p:tgtEl>
                                        <p:attrNameLst>
                                          <p:attrName>style.visibility</p:attrName>
                                        </p:attrNameLst>
                                      </p:cBhvr>
                                      <p:to>
                                        <p:strVal val="visible"/>
                                      </p:to>
                                    </p:set>
                                    <p:animEffect transition="in" filter="barn(outVertical)">
                                      <p:cBhvr>
                                        <p:cTn id="7" dur="1000"/>
                                        <p:tgtEl>
                                          <p:spTgt spid="2152"/>
                                        </p:tgtEl>
                                      </p:cBhvr>
                                    </p:animEffect>
                                  </p:childTnLst>
                                </p:cTn>
                              </p:par>
                              <p:par>
                                <p:cTn id="8" presetID="53" presetClass="entr" presetSubtype="16" fill="hold" grpId="0" nodeType="withEffect">
                                  <p:stCondLst>
                                    <p:cond delay="250"/>
                                  </p:stCondLst>
                                  <p:childTnLst>
                                    <p:set>
                                      <p:cBhvr>
                                        <p:cTn id="9" dur="1" fill="hold">
                                          <p:stCondLst>
                                            <p:cond delay="0"/>
                                          </p:stCondLst>
                                        </p:cTn>
                                        <p:tgtEl>
                                          <p:spTgt spid="2153"/>
                                        </p:tgtEl>
                                        <p:attrNameLst>
                                          <p:attrName>style.visibility</p:attrName>
                                        </p:attrNameLst>
                                      </p:cBhvr>
                                      <p:to>
                                        <p:strVal val="visible"/>
                                      </p:to>
                                    </p:set>
                                    <p:anim calcmode="lin" valueType="num">
                                      <p:cBhvr>
                                        <p:cTn id="10" dur="500" fill="hold"/>
                                        <p:tgtEl>
                                          <p:spTgt spid="2153"/>
                                        </p:tgtEl>
                                        <p:attrNameLst>
                                          <p:attrName>ppt_w</p:attrName>
                                        </p:attrNameLst>
                                      </p:cBhvr>
                                      <p:tavLst>
                                        <p:tav tm="0">
                                          <p:val>
                                            <p:fltVal val="0"/>
                                          </p:val>
                                        </p:tav>
                                        <p:tav tm="100000">
                                          <p:val>
                                            <p:strVal val="#ppt_w"/>
                                          </p:val>
                                        </p:tav>
                                      </p:tavLst>
                                    </p:anim>
                                    <p:anim calcmode="lin" valueType="num">
                                      <p:cBhvr>
                                        <p:cTn id="11" dur="500" fill="hold"/>
                                        <p:tgtEl>
                                          <p:spTgt spid="2153"/>
                                        </p:tgtEl>
                                        <p:attrNameLst>
                                          <p:attrName>ppt_h</p:attrName>
                                        </p:attrNameLst>
                                      </p:cBhvr>
                                      <p:tavLst>
                                        <p:tav tm="0">
                                          <p:val>
                                            <p:fltVal val="0"/>
                                          </p:val>
                                        </p:tav>
                                        <p:tav tm="100000">
                                          <p:val>
                                            <p:strVal val="#ppt_h"/>
                                          </p:val>
                                        </p:tav>
                                      </p:tavLst>
                                    </p:anim>
                                    <p:animEffect transition="in" filter="fade">
                                      <p:cBhvr>
                                        <p:cTn id="12" dur="500"/>
                                        <p:tgtEl>
                                          <p:spTgt spid="21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2" grpId="0"/>
      <p:bldP spid="215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76"/>
        <p:cNvGrpSpPr/>
        <p:nvPr/>
      </p:nvGrpSpPr>
      <p:grpSpPr>
        <a:xfrm>
          <a:off x="0" y="0"/>
          <a:ext cx="0" cy="0"/>
          <a:chOff x="0" y="0"/>
          <a:chExt cx="0" cy="0"/>
        </a:xfrm>
      </p:grpSpPr>
      <p:sp>
        <p:nvSpPr>
          <p:cNvPr id="1877" name="Google Shape;1877;p25"/>
          <p:cNvSpPr txBox="1">
            <a:spLocks noGrp="1"/>
          </p:cNvSpPr>
          <p:nvPr>
            <p:ph type="title"/>
          </p:nvPr>
        </p:nvSpPr>
        <p:spPr>
          <a:xfrm>
            <a:off x="720000" y="407446"/>
            <a:ext cx="7704000" cy="488400"/>
          </a:xfrm>
          <a:prstGeom prst="rect">
            <a:avLst/>
          </a:prstGeom>
        </p:spPr>
        <p:txBody>
          <a:bodyPr spcFirstLastPara="1" wrap="square" lIns="0" tIns="0" rIns="0" bIns="0" anchor="t" anchorCtr="0">
            <a:noAutofit/>
          </a:bodyPr>
          <a:lstStyle/>
          <a:p>
            <a:pPr marL="0" lvl="0" indent="0" algn="ctr" rtl="0">
              <a:spcBef>
                <a:spcPts val="0"/>
              </a:spcBef>
              <a:spcAft>
                <a:spcPts val="0"/>
              </a:spcAft>
              <a:buNone/>
            </a:pPr>
            <a:r>
              <a:rPr lang="en" dirty="0">
                <a:latin typeface="Bebas Neue"/>
                <a:ea typeface="Bebas Neue"/>
                <a:cs typeface="Bebas Neue"/>
                <a:sym typeface="Bebas Neue"/>
              </a:rPr>
              <a:t>Introduction</a:t>
            </a:r>
            <a:endParaRPr dirty="0">
              <a:latin typeface="Bebas Neue"/>
              <a:ea typeface="Bebas Neue"/>
              <a:cs typeface="Bebas Neue"/>
              <a:sym typeface="Bebas Neue"/>
            </a:endParaRPr>
          </a:p>
        </p:txBody>
      </p:sp>
      <p:sp>
        <p:nvSpPr>
          <p:cNvPr id="1878" name="Google Shape;1878;p25"/>
          <p:cNvSpPr txBox="1">
            <a:spLocks noGrp="1"/>
          </p:cNvSpPr>
          <p:nvPr>
            <p:ph type="body" idx="1"/>
          </p:nvPr>
        </p:nvSpPr>
        <p:spPr>
          <a:xfrm>
            <a:off x="271940" y="1000897"/>
            <a:ext cx="8284028" cy="3632887"/>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fr-FR" sz="1600" dirty="0">
                <a:latin typeface="Roboto"/>
                <a:ea typeface="Roboto"/>
                <a:cs typeface="Roboto"/>
                <a:sym typeface="Roboto"/>
              </a:rPr>
              <a:t>La théorie des graphes est largement explorée et mise en œuvre dans le domaine de l'informatique et des mathématiques. Constituée de sommets et qui les relient, la structure de données est effectivement capable de représenter et de résoudre de nombreux domaines de problèmes.</a:t>
            </a:r>
          </a:p>
          <a:p>
            <a:pPr marL="0" lvl="0" indent="0" algn="l" rtl="0">
              <a:spcBef>
                <a:spcPts val="0"/>
              </a:spcBef>
              <a:spcAft>
                <a:spcPts val="0"/>
              </a:spcAft>
              <a:buNone/>
            </a:pPr>
            <a:endParaRPr lang="fr-FR" sz="1600" dirty="0">
              <a:latin typeface="Roboto"/>
              <a:ea typeface="Roboto"/>
              <a:cs typeface="Roboto"/>
              <a:sym typeface="Roboto"/>
            </a:endParaRPr>
          </a:p>
          <a:p>
            <a:pPr marL="0" lvl="0" indent="0" algn="l" rtl="0">
              <a:spcBef>
                <a:spcPts val="0"/>
              </a:spcBef>
              <a:spcAft>
                <a:spcPts val="0"/>
              </a:spcAft>
              <a:buNone/>
            </a:pPr>
            <a:r>
              <a:rPr lang="fr-FR" sz="1600" dirty="0">
                <a:latin typeface="Roboto"/>
                <a:ea typeface="Roboto"/>
                <a:cs typeface="Roboto"/>
                <a:sym typeface="Roboto"/>
              </a:rPr>
              <a:t>L'un des domaines les plus populaires de la conception d'algorithmes dans cet espace est le problème de la vérification de l'</a:t>
            </a:r>
            <a:r>
              <a:rPr lang="fr-FR" sz="1600" dirty="0">
                <a:solidFill>
                  <a:schemeClr val="accent4">
                    <a:lumMod val="75000"/>
                  </a:schemeClr>
                </a:solidFill>
                <a:latin typeface="Roboto"/>
                <a:ea typeface="Roboto"/>
                <a:cs typeface="Roboto"/>
                <a:sym typeface="Roboto"/>
              </a:rPr>
              <a:t>existence</a:t>
            </a:r>
            <a:r>
              <a:rPr lang="fr-FR" sz="1600" dirty="0">
                <a:latin typeface="Roboto"/>
                <a:ea typeface="Roboto"/>
                <a:cs typeface="Roboto"/>
                <a:sym typeface="Roboto"/>
              </a:rPr>
              <a:t> ou du </a:t>
            </a:r>
            <a:r>
              <a:rPr lang="fr-FR" sz="1600" dirty="0">
                <a:solidFill>
                  <a:schemeClr val="accent4">
                    <a:lumMod val="75000"/>
                  </a:schemeClr>
                </a:solidFill>
                <a:latin typeface="Roboto"/>
                <a:ea typeface="Roboto"/>
                <a:cs typeface="Roboto"/>
                <a:sym typeface="Roboto"/>
              </a:rPr>
              <a:t>plus court chemin</a:t>
            </a:r>
            <a:r>
              <a:rPr lang="fr-FR" sz="1600" dirty="0">
                <a:latin typeface="Roboto"/>
                <a:ea typeface="Roboto"/>
                <a:cs typeface="Roboto"/>
                <a:sym typeface="Roboto"/>
              </a:rPr>
              <a:t> entre deux ou plusieurs sommets du graphe ou bien l’existence d’un chemin entre deux sommets dans un graphe arbre. </a:t>
            </a:r>
          </a:p>
          <a:p>
            <a:pPr marL="0" lvl="0" indent="0" algn="l" rtl="0">
              <a:spcBef>
                <a:spcPts val="0"/>
              </a:spcBef>
              <a:spcAft>
                <a:spcPts val="0"/>
              </a:spcAft>
              <a:buNone/>
            </a:pPr>
            <a:endParaRPr lang="fr-FR" sz="1600" dirty="0">
              <a:latin typeface="Roboto"/>
              <a:ea typeface="Roboto"/>
              <a:cs typeface="Roboto"/>
              <a:sym typeface="Roboto"/>
            </a:endParaRPr>
          </a:p>
          <a:p>
            <a:pPr marL="0" lvl="0" indent="0" algn="l" rtl="0">
              <a:spcBef>
                <a:spcPts val="0"/>
              </a:spcBef>
              <a:spcAft>
                <a:spcPts val="0"/>
              </a:spcAft>
              <a:buNone/>
            </a:pPr>
            <a:r>
              <a:rPr lang="fr-FR" sz="1600" dirty="0">
                <a:latin typeface="Roboto"/>
                <a:ea typeface="Roboto"/>
                <a:cs typeface="Roboto"/>
                <a:sym typeface="Roboto"/>
              </a:rPr>
              <a:t>Les </a:t>
            </a:r>
            <a:r>
              <a:rPr lang="fr-FR" sz="1600" dirty="0"/>
              <a:t>o</a:t>
            </a:r>
            <a:r>
              <a:rPr lang="fr-FR" sz="1600" dirty="0">
                <a:latin typeface="Roboto"/>
                <a:ea typeface="Roboto"/>
                <a:cs typeface="Roboto"/>
                <a:sym typeface="Roboto"/>
              </a:rPr>
              <a:t>bjectifs de cette présentation sont:</a:t>
            </a:r>
          </a:p>
          <a:p>
            <a:pPr marL="457200" lvl="0" indent="-304800" algn="l" rtl="0">
              <a:spcBef>
                <a:spcPts val="0"/>
              </a:spcBef>
              <a:spcAft>
                <a:spcPts val="0"/>
              </a:spcAft>
              <a:buSzPts val="1200"/>
              <a:buFont typeface="Roboto"/>
              <a:buChar char="●"/>
            </a:pPr>
            <a:r>
              <a:rPr lang="fr-FR" sz="1600" dirty="0">
                <a:latin typeface="Roboto"/>
                <a:ea typeface="Roboto"/>
                <a:cs typeface="Roboto"/>
                <a:sym typeface="Roboto"/>
              </a:rPr>
              <a:t>Trouver tous les sommets connectés à la composante.</a:t>
            </a:r>
          </a:p>
          <a:p>
            <a:pPr marL="457200" lvl="0" indent="-304800" algn="l" rtl="0">
              <a:spcBef>
                <a:spcPts val="0"/>
              </a:spcBef>
              <a:spcAft>
                <a:spcPts val="0"/>
              </a:spcAft>
              <a:buSzPts val="1200"/>
              <a:buFont typeface="Roboto"/>
              <a:buChar char="●"/>
            </a:pPr>
            <a:r>
              <a:rPr lang="fr-FR" sz="1600" dirty="0">
                <a:latin typeface="Roboto"/>
                <a:ea typeface="Roboto"/>
                <a:cs typeface="Roboto"/>
                <a:sym typeface="Roboto"/>
              </a:rPr>
              <a:t>Retourner le chemins disponibles entre deux sommets.</a:t>
            </a:r>
          </a:p>
          <a:p>
            <a:pPr lvl="0" indent="-304800">
              <a:buSzPts val="1200"/>
            </a:pPr>
            <a:r>
              <a:rPr lang="fr-FR" sz="1600" dirty="0"/>
              <a:t>Dans le cas de parcours en largeur, elle renvoie le chemin le plus court (longueur mesurée par le nombre d'arêtes du chemin).</a:t>
            </a:r>
            <a:endParaRPr lang="fr-FR" sz="1600" dirty="0">
              <a:latin typeface="Roboto"/>
              <a:ea typeface="Roboto"/>
              <a:cs typeface="Roboto"/>
              <a:sym typeface="Roboto"/>
            </a:endParaRPr>
          </a:p>
          <a:p>
            <a:pPr marL="457200" lvl="0" indent="-304800" algn="l" rtl="0">
              <a:spcBef>
                <a:spcPts val="0"/>
              </a:spcBef>
              <a:spcAft>
                <a:spcPts val="0"/>
              </a:spcAft>
              <a:buSzPts val="1200"/>
              <a:buFont typeface="Roboto"/>
              <a:buChar char="●"/>
            </a:pPr>
            <a:endParaRPr lang="fr-FR" sz="1600" dirty="0">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1877"/>
                                        </p:tgtEl>
                                        <p:attrNameLst>
                                          <p:attrName>style.visibility</p:attrName>
                                        </p:attrNameLst>
                                      </p:cBhvr>
                                      <p:to>
                                        <p:strVal val="visible"/>
                                      </p:to>
                                    </p:set>
                                    <p:animEffect transition="in" filter="fade">
                                      <p:cBhvr>
                                        <p:cTn id="7" dur="1000"/>
                                        <p:tgtEl>
                                          <p:spTgt spid="1877"/>
                                        </p:tgtEl>
                                      </p:cBhvr>
                                    </p:animEffect>
                                    <p:anim calcmode="lin" valueType="num">
                                      <p:cBhvr>
                                        <p:cTn id="8" dur="1000" fill="hold"/>
                                        <p:tgtEl>
                                          <p:spTgt spid="1877"/>
                                        </p:tgtEl>
                                        <p:attrNameLst>
                                          <p:attrName>ppt_x</p:attrName>
                                        </p:attrNameLst>
                                      </p:cBhvr>
                                      <p:tavLst>
                                        <p:tav tm="0">
                                          <p:val>
                                            <p:strVal val="#ppt_x"/>
                                          </p:val>
                                        </p:tav>
                                        <p:tav tm="100000">
                                          <p:val>
                                            <p:strVal val="#ppt_x"/>
                                          </p:val>
                                        </p:tav>
                                      </p:tavLst>
                                    </p:anim>
                                    <p:anim calcmode="lin" valueType="num">
                                      <p:cBhvr>
                                        <p:cTn id="9" dur="1000" fill="hold"/>
                                        <p:tgtEl>
                                          <p:spTgt spid="1877"/>
                                        </p:tgtEl>
                                        <p:attrNameLst>
                                          <p:attrName>ppt_y</p:attrName>
                                        </p:attrNameLst>
                                      </p:cBhvr>
                                      <p:tavLst>
                                        <p:tav tm="0">
                                          <p:val>
                                            <p:strVal val="#ppt_y-.1"/>
                                          </p:val>
                                        </p:tav>
                                        <p:tav tm="100000">
                                          <p:val>
                                            <p:strVal val="#ppt_y"/>
                                          </p:val>
                                        </p:tav>
                                      </p:tavLst>
                                    </p:anim>
                                  </p:childTnLst>
                                </p:cTn>
                              </p:par>
                              <p:par>
                                <p:cTn id="10" presetID="22" presetClass="entr" presetSubtype="8" fill="hold" grpId="0" nodeType="withEffect">
                                  <p:stCondLst>
                                    <p:cond delay="250"/>
                                  </p:stCondLst>
                                  <p:childTnLst>
                                    <p:set>
                                      <p:cBhvr>
                                        <p:cTn id="11" dur="1" fill="hold">
                                          <p:stCondLst>
                                            <p:cond delay="0"/>
                                          </p:stCondLst>
                                        </p:cTn>
                                        <p:tgtEl>
                                          <p:spTgt spid="1878">
                                            <p:txEl>
                                              <p:pRg st="0" end="0"/>
                                            </p:txEl>
                                          </p:spTgt>
                                        </p:tgtEl>
                                        <p:attrNameLst>
                                          <p:attrName>style.visibility</p:attrName>
                                        </p:attrNameLst>
                                      </p:cBhvr>
                                      <p:to>
                                        <p:strVal val="visible"/>
                                      </p:to>
                                    </p:set>
                                    <p:animEffect transition="in" filter="wipe(left)">
                                      <p:cBhvr>
                                        <p:cTn id="12" dur="500"/>
                                        <p:tgtEl>
                                          <p:spTgt spid="1878">
                                            <p:txEl>
                                              <p:pRg st="0" end="0"/>
                                            </p:txEl>
                                          </p:spTgt>
                                        </p:tgtEl>
                                      </p:cBhvr>
                                    </p:animEffect>
                                  </p:childTnLst>
                                </p:cTn>
                              </p:par>
                            </p:childTnLst>
                          </p:cTn>
                        </p:par>
                        <p:par>
                          <p:cTn id="13" fill="hold">
                            <p:stCondLst>
                              <p:cond delay="1000"/>
                            </p:stCondLst>
                            <p:childTnLst>
                              <p:par>
                                <p:cTn id="14" presetID="22" presetClass="entr" presetSubtype="8" fill="hold" grpId="0" nodeType="afterEffect">
                                  <p:stCondLst>
                                    <p:cond delay="0"/>
                                  </p:stCondLst>
                                  <p:childTnLst>
                                    <p:set>
                                      <p:cBhvr>
                                        <p:cTn id="15" dur="1" fill="hold">
                                          <p:stCondLst>
                                            <p:cond delay="0"/>
                                          </p:stCondLst>
                                        </p:cTn>
                                        <p:tgtEl>
                                          <p:spTgt spid="1878">
                                            <p:txEl>
                                              <p:pRg st="2" end="2"/>
                                            </p:txEl>
                                          </p:spTgt>
                                        </p:tgtEl>
                                        <p:attrNameLst>
                                          <p:attrName>style.visibility</p:attrName>
                                        </p:attrNameLst>
                                      </p:cBhvr>
                                      <p:to>
                                        <p:strVal val="visible"/>
                                      </p:to>
                                    </p:set>
                                    <p:animEffect transition="in" filter="wipe(left)">
                                      <p:cBhvr>
                                        <p:cTn id="16" dur="500"/>
                                        <p:tgtEl>
                                          <p:spTgt spid="1878">
                                            <p:txEl>
                                              <p:pRg st="2" end="2"/>
                                            </p:txEl>
                                          </p:spTgt>
                                        </p:tgtEl>
                                      </p:cBhvr>
                                    </p:animEffect>
                                  </p:childTnLst>
                                </p:cTn>
                              </p:par>
                            </p:childTnLst>
                          </p:cTn>
                        </p:par>
                        <p:par>
                          <p:cTn id="17" fill="hold">
                            <p:stCondLst>
                              <p:cond delay="1500"/>
                            </p:stCondLst>
                            <p:childTnLst>
                              <p:par>
                                <p:cTn id="18" presetID="22" presetClass="entr" presetSubtype="8" fill="hold" grpId="0" nodeType="afterEffect">
                                  <p:stCondLst>
                                    <p:cond delay="0"/>
                                  </p:stCondLst>
                                  <p:childTnLst>
                                    <p:set>
                                      <p:cBhvr>
                                        <p:cTn id="19" dur="1" fill="hold">
                                          <p:stCondLst>
                                            <p:cond delay="0"/>
                                          </p:stCondLst>
                                        </p:cTn>
                                        <p:tgtEl>
                                          <p:spTgt spid="1878">
                                            <p:txEl>
                                              <p:pRg st="4" end="4"/>
                                            </p:txEl>
                                          </p:spTgt>
                                        </p:tgtEl>
                                        <p:attrNameLst>
                                          <p:attrName>style.visibility</p:attrName>
                                        </p:attrNameLst>
                                      </p:cBhvr>
                                      <p:to>
                                        <p:strVal val="visible"/>
                                      </p:to>
                                    </p:set>
                                    <p:animEffect transition="in" filter="wipe(left)">
                                      <p:cBhvr>
                                        <p:cTn id="20" dur="500"/>
                                        <p:tgtEl>
                                          <p:spTgt spid="1878">
                                            <p:txEl>
                                              <p:pRg st="4" end="4"/>
                                            </p:txEl>
                                          </p:spTgt>
                                        </p:tgtEl>
                                      </p:cBhvr>
                                    </p:animEffect>
                                  </p:childTnLst>
                                </p:cTn>
                              </p:par>
                            </p:childTnLst>
                          </p:cTn>
                        </p:par>
                        <p:par>
                          <p:cTn id="21" fill="hold">
                            <p:stCondLst>
                              <p:cond delay="2000"/>
                            </p:stCondLst>
                            <p:childTnLst>
                              <p:par>
                                <p:cTn id="22" presetID="22" presetClass="entr" presetSubtype="8" fill="hold" grpId="0" nodeType="afterEffect">
                                  <p:stCondLst>
                                    <p:cond delay="0"/>
                                  </p:stCondLst>
                                  <p:childTnLst>
                                    <p:set>
                                      <p:cBhvr>
                                        <p:cTn id="23" dur="1" fill="hold">
                                          <p:stCondLst>
                                            <p:cond delay="0"/>
                                          </p:stCondLst>
                                        </p:cTn>
                                        <p:tgtEl>
                                          <p:spTgt spid="1878">
                                            <p:txEl>
                                              <p:pRg st="5" end="5"/>
                                            </p:txEl>
                                          </p:spTgt>
                                        </p:tgtEl>
                                        <p:attrNameLst>
                                          <p:attrName>style.visibility</p:attrName>
                                        </p:attrNameLst>
                                      </p:cBhvr>
                                      <p:to>
                                        <p:strVal val="visible"/>
                                      </p:to>
                                    </p:set>
                                    <p:animEffect transition="in" filter="wipe(left)">
                                      <p:cBhvr>
                                        <p:cTn id="24" dur="500"/>
                                        <p:tgtEl>
                                          <p:spTgt spid="1878">
                                            <p:txEl>
                                              <p:pRg st="5" end="5"/>
                                            </p:txEl>
                                          </p:spTgt>
                                        </p:tgtEl>
                                      </p:cBhvr>
                                    </p:animEffect>
                                  </p:childTnLst>
                                </p:cTn>
                              </p:par>
                            </p:childTnLst>
                          </p:cTn>
                        </p:par>
                        <p:par>
                          <p:cTn id="25" fill="hold">
                            <p:stCondLst>
                              <p:cond delay="2500"/>
                            </p:stCondLst>
                            <p:childTnLst>
                              <p:par>
                                <p:cTn id="26" presetID="22" presetClass="entr" presetSubtype="8" fill="hold" grpId="0" nodeType="afterEffect">
                                  <p:stCondLst>
                                    <p:cond delay="0"/>
                                  </p:stCondLst>
                                  <p:childTnLst>
                                    <p:set>
                                      <p:cBhvr>
                                        <p:cTn id="27" dur="1" fill="hold">
                                          <p:stCondLst>
                                            <p:cond delay="0"/>
                                          </p:stCondLst>
                                        </p:cTn>
                                        <p:tgtEl>
                                          <p:spTgt spid="1878">
                                            <p:txEl>
                                              <p:pRg st="6" end="6"/>
                                            </p:txEl>
                                          </p:spTgt>
                                        </p:tgtEl>
                                        <p:attrNameLst>
                                          <p:attrName>style.visibility</p:attrName>
                                        </p:attrNameLst>
                                      </p:cBhvr>
                                      <p:to>
                                        <p:strVal val="visible"/>
                                      </p:to>
                                    </p:set>
                                    <p:animEffect transition="in" filter="wipe(left)">
                                      <p:cBhvr>
                                        <p:cTn id="28" dur="500"/>
                                        <p:tgtEl>
                                          <p:spTgt spid="1878">
                                            <p:txEl>
                                              <p:pRg st="6" end="6"/>
                                            </p:txEl>
                                          </p:spTgt>
                                        </p:tgtEl>
                                      </p:cBhvr>
                                    </p:animEffect>
                                  </p:childTnLst>
                                </p:cTn>
                              </p:par>
                            </p:childTnLst>
                          </p:cTn>
                        </p:par>
                        <p:par>
                          <p:cTn id="29" fill="hold">
                            <p:stCondLst>
                              <p:cond delay="3000"/>
                            </p:stCondLst>
                            <p:childTnLst>
                              <p:par>
                                <p:cTn id="30" presetID="22" presetClass="entr" presetSubtype="8" fill="hold" grpId="0" nodeType="afterEffect">
                                  <p:stCondLst>
                                    <p:cond delay="0"/>
                                  </p:stCondLst>
                                  <p:childTnLst>
                                    <p:set>
                                      <p:cBhvr>
                                        <p:cTn id="31" dur="1" fill="hold">
                                          <p:stCondLst>
                                            <p:cond delay="0"/>
                                          </p:stCondLst>
                                        </p:cTn>
                                        <p:tgtEl>
                                          <p:spTgt spid="1878">
                                            <p:txEl>
                                              <p:pRg st="7" end="7"/>
                                            </p:txEl>
                                          </p:spTgt>
                                        </p:tgtEl>
                                        <p:attrNameLst>
                                          <p:attrName>style.visibility</p:attrName>
                                        </p:attrNameLst>
                                      </p:cBhvr>
                                      <p:to>
                                        <p:strVal val="visible"/>
                                      </p:to>
                                    </p:set>
                                    <p:animEffect transition="in" filter="wipe(left)">
                                      <p:cBhvr>
                                        <p:cTn id="32" dur="500"/>
                                        <p:tgtEl>
                                          <p:spTgt spid="1878">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7" grpId="0"/>
      <p:bldP spid="1878"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51"/>
        <p:cNvGrpSpPr/>
        <p:nvPr/>
      </p:nvGrpSpPr>
      <p:grpSpPr>
        <a:xfrm>
          <a:off x="0" y="0"/>
          <a:ext cx="0" cy="0"/>
          <a:chOff x="0" y="0"/>
          <a:chExt cx="0" cy="0"/>
        </a:xfrm>
      </p:grpSpPr>
      <p:sp>
        <p:nvSpPr>
          <p:cNvPr id="2152" name="Google Shape;2152;p35"/>
          <p:cNvSpPr txBox="1">
            <a:spLocks noGrp="1"/>
          </p:cNvSpPr>
          <p:nvPr>
            <p:ph type="title" idx="2"/>
          </p:nvPr>
        </p:nvSpPr>
        <p:spPr>
          <a:xfrm>
            <a:off x="4349993" y="927473"/>
            <a:ext cx="444012" cy="7548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dirty="0"/>
              <a:t>2</a:t>
            </a:r>
            <a:endParaRPr dirty="0"/>
          </a:p>
        </p:txBody>
      </p:sp>
      <p:sp>
        <p:nvSpPr>
          <p:cNvPr id="2153" name="Google Shape;2153;p35"/>
          <p:cNvSpPr txBox="1">
            <a:spLocks noGrp="1"/>
          </p:cNvSpPr>
          <p:nvPr>
            <p:ph type="title"/>
          </p:nvPr>
        </p:nvSpPr>
        <p:spPr>
          <a:xfrm>
            <a:off x="2134671" y="1826871"/>
            <a:ext cx="4874657" cy="1294027"/>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fr-FR" dirty="0"/>
              <a:t>algorithme de parcours en largeur</a:t>
            </a:r>
          </a:p>
        </p:txBody>
      </p:sp>
      <p:sp>
        <p:nvSpPr>
          <p:cNvPr id="2154" name="Google Shape;2154;p35"/>
          <p:cNvSpPr txBox="1">
            <a:spLocks noGrp="1"/>
          </p:cNvSpPr>
          <p:nvPr>
            <p:ph type="subTitle" idx="1"/>
          </p:nvPr>
        </p:nvSpPr>
        <p:spPr>
          <a:xfrm>
            <a:off x="2549399" y="3328146"/>
            <a:ext cx="4045200" cy="700500"/>
          </a:xfrm>
          <a:prstGeom prst="rect">
            <a:avLst/>
          </a:prstGeom>
        </p:spPr>
        <p:txBody>
          <a:bodyPr spcFirstLastPara="1" wrap="square" lIns="0" tIns="0" rIns="0" bIns="0" anchor="t" anchorCtr="0">
            <a:noAutofit/>
          </a:bodyPr>
          <a:lstStyle/>
          <a:p>
            <a:pPr marL="0" lvl="0" indent="0" algn="ctr" rtl="0">
              <a:spcBef>
                <a:spcPts val="0"/>
              </a:spcBef>
              <a:spcAft>
                <a:spcPts val="0"/>
              </a:spcAft>
              <a:buNone/>
            </a:pPr>
            <a:r>
              <a:rPr lang="fr-FR" dirty="0" err="1"/>
              <a:t>Breadth</a:t>
            </a:r>
            <a:r>
              <a:rPr lang="fr-FR" dirty="0"/>
              <a:t>-First </a:t>
            </a:r>
            <a:r>
              <a:rPr lang="fr-FR" dirty="0" err="1"/>
              <a:t>Search</a:t>
            </a:r>
            <a:r>
              <a:rPr lang="fr-FR" dirty="0"/>
              <a:t> en anglais.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withEffect">
                                  <p:stCondLst>
                                    <p:cond delay="0"/>
                                  </p:stCondLst>
                                  <p:childTnLst>
                                    <p:set>
                                      <p:cBhvr>
                                        <p:cTn id="6" dur="1" fill="hold">
                                          <p:stCondLst>
                                            <p:cond delay="0"/>
                                          </p:stCondLst>
                                        </p:cTn>
                                        <p:tgtEl>
                                          <p:spTgt spid="2152"/>
                                        </p:tgtEl>
                                        <p:attrNameLst>
                                          <p:attrName>style.visibility</p:attrName>
                                        </p:attrNameLst>
                                      </p:cBhvr>
                                      <p:to>
                                        <p:strVal val="visible"/>
                                      </p:to>
                                    </p:set>
                                    <p:animEffect transition="in" filter="barn(outVertical)">
                                      <p:cBhvr>
                                        <p:cTn id="7" dur="500"/>
                                        <p:tgtEl>
                                          <p:spTgt spid="2152"/>
                                        </p:tgtEl>
                                      </p:cBhvr>
                                    </p:animEffect>
                                  </p:childTnLst>
                                </p:cTn>
                              </p:par>
                              <p:par>
                                <p:cTn id="8" presetID="22" presetClass="entr" presetSubtype="1" fill="hold" grpId="0" nodeType="withEffect">
                                  <p:stCondLst>
                                    <p:cond delay="250"/>
                                  </p:stCondLst>
                                  <p:childTnLst>
                                    <p:set>
                                      <p:cBhvr>
                                        <p:cTn id="9" dur="1" fill="hold">
                                          <p:stCondLst>
                                            <p:cond delay="0"/>
                                          </p:stCondLst>
                                        </p:cTn>
                                        <p:tgtEl>
                                          <p:spTgt spid="2153"/>
                                        </p:tgtEl>
                                        <p:attrNameLst>
                                          <p:attrName>style.visibility</p:attrName>
                                        </p:attrNameLst>
                                      </p:cBhvr>
                                      <p:to>
                                        <p:strVal val="visible"/>
                                      </p:to>
                                    </p:set>
                                    <p:animEffect transition="in" filter="wipe(up)">
                                      <p:cBhvr>
                                        <p:cTn id="10" dur="500"/>
                                        <p:tgtEl>
                                          <p:spTgt spid="2153"/>
                                        </p:tgtEl>
                                      </p:cBhvr>
                                    </p:animEffect>
                                  </p:childTnLst>
                                </p:cTn>
                              </p:par>
                              <p:par>
                                <p:cTn id="11" presetID="53" presetClass="entr" presetSubtype="16" fill="hold" nodeType="withEffect">
                                  <p:stCondLst>
                                    <p:cond delay="500"/>
                                  </p:stCondLst>
                                  <p:childTnLst>
                                    <p:set>
                                      <p:cBhvr>
                                        <p:cTn id="12" dur="1" fill="hold">
                                          <p:stCondLst>
                                            <p:cond delay="0"/>
                                          </p:stCondLst>
                                        </p:cTn>
                                        <p:tgtEl>
                                          <p:spTgt spid="2154">
                                            <p:txEl>
                                              <p:pRg st="0" end="0"/>
                                            </p:txEl>
                                          </p:spTgt>
                                        </p:tgtEl>
                                        <p:attrNameLst>
                                          <p:attrName>style.visibility</p:attrName>
                                        </p:attrNameLst>
                                      </p:cBhvr>
                                      <p:to>
                                        <p:strVal val="visible"/>
                                      </p:to>
                                    </p:set>
                                    <p:anim calcmode="lin" valueType="num">
                                      <p:cBhvr>
                                        <p:cTn id="13" dur="500" fill="hold"/>
                                        <p:tgtEl>
                                          <p:spTgt spid="2154">
                                            <p:txEl>
                                              <p:pRg st="0" end="0"/>
                                            </p:txEl>
                                          </p:spTgt>
                                        </p:tgtEl>
                                        <p:attrNameLst>
                                          <p:attrName>ppt_w</p:attrName>
                                        </p:attrNameLst>
                                      </p:cBhvr>
                                      <p:tavLst>
                                        <p:tav tm="0">
                                          <p:val>
                                            <p:fltVal val="0"/>
                                          </p:val>
                                        </p:tav>
                                        <p:tav tm="100000">
                                          <p:val>
                                            <p:strVal val="#ppt_w"/>
                                          </p:val>
                                        </p:tav>
                                      </p:tavLst>
                                    </p:anim>
                                    <p:anim calcmode="lin" valueType="num">
                                      <p:cBhvr>
                                        <p:cTn id="14" dur="500" fill="hold"/>
                                        <p:tgtEl>
                                          <p:spTgt spid="2154">
                                            <p:txEl>
                                              <p:pRg st="0" end="0"/>
                                            </p:txEl>
                                          </p:spTgt>
                                        </p:tgtEl>
                                        <p:attrNameLst>
                                          <p:attrName>ppt_h</p:attrName>
                                        </p:attrNameLst>
                                      </p:cBhvr>
                                      <p:tavLst>
                                        <p:tav tm="0">
                                          <p:val>
                                            <p:fltVal val="0"/>
                                          </p:val>
                                        </p:tav>
                                        <p:tav tm="100000">
                                          <p:val>
                                            <p:strVal val="#ppt_h"/>
                                          </p:val>
                                        </p:tav>
                                      </p:tavLst>
                                    </p:anim>
                                    <p:animEffect transition="in" filter="fade">
                                      <p:cBhvr>
                                        <p:cTn id="15" dur="500"/>
                                        <p:tgtEl>
                                          <p:spTgt spid="215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2" grpId="0"/>
      <p:bldP spid="215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10"/>
        <p:cNvGrpSpPr/>
        <p:nvPr/>
      </p:nvGrpSpPr>
      <p:grpSpPr>
        <a:xfrm>
          <a:off x="0" y="0"/>
          <a:ext cx="0" cy="0"/>
          <a:chOff x="0" y="0"/>
          <a:chExt cx="0" cy="0"/>
        </a:xfrm>
      </p:grpSpPr>
      <p:sp>
        <p:nvSpPr>
          <p:cNvPr id="1911" name="Google Shape;1911;p28"/>
          <p:cNvSpPr txBox="1">
            <a:spLocks noGrp="1"/>
          </p:cNvSpPr>
          <p:nvPr>
            <p:ph type="title"/>
          </p:nvPr>
        </p:nvSpPr>
        <p:spPr>
          <a:xfrm>
            <a:off x="5835401" y="1374422"/>
            <a:ext cx="1667247" cy="5871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dirty="0"/>
              <a:t>Définition</a:t>
            </a:r>
            <a:endParaRPr dirty="0"/>
          </a:p>
        </p:txBody>
      </p:sp>
      <p:sp>
        <p:nvSpPr>
          <p:cNvPr id="1912" name="Google Shape;1912;p28"/>
          <p:cNvSpPr txBox="1">
            <a:spLocks noGrp="1"/>
          </p:cNvSpPr>
          <p:nvPr>
            <p:ph type="subTitle" idx="1"/>
          </p:nvPr>
        </p:nvSpPr>
        <p:spPr>
          <a:xfrm>
            <a:off x="4914175" y="2204431"/>
            <a:ext cx="3509700" cy="1977673"/>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fr-FR" dirty="0"/>
              <a:t>Permet de calculer les distances de tous les nœuds depuis un nœud source dans un graphe non pondéré (orienté ou non orienté). </a:t>
            </a:r>
          </a:p>
          <a:p>
            <a:pPr marL="0" lvl="0" indent="0" algn="l" rtl="0">
              <a:spcBef>
                <a:spcPts val="0"/>
              </a:spcBef>
              <a:spcAft>
                <a:spcPts val="0"/>
              </a:spcAft>
              <a:buNone/>
            </a:pPr>
            <a:r>
              <a:rPr lang="fr-FR" dirty="0"/>
              <a:t>Il peut aussi servir à déterminer si un graphe non orienté est connexe.</a:t>
            </a:r>
            <a:endParaRPr dirty="0"/>
          </a:p>
        </p:txBody>
      </p:sp>
      <p:pic>
        <p:nvPicPr>
          <p:cNvPr id="3" name="Picture 2" descr="Graphical user interface, application&#10;&#10;Description automatically generated">
            <a:extLst>
              <a:ext uri="{FF2B5EF4-FFF2-40B4-BE49-F238E27FC236}">
                <a16:creationId xmlns:a16="http://schemas.microsoft.com/office/drawing/2014/main" id="{48FC3E14-0725-4D7B-AE74-B6E32AEC7676}"/>
              </a:ext>
            </a:extLst>
          </p:cNvPr>
          <p:cNvPicPr>
            <a:picLocks noChangeAspect="1"/>
          </p:cNvPicPr>
          <p:nvPr/>
        </p:nvPicPr>
        <p:blipFill rotWithShape="1">
          <a:blip r:embed="rId3"/>
          <a:srcRect l="6496" t="20857" r="57432" b="17154"/>
          <a:stretch/>
        </p:blipFill>
        <p:spPr>
          <a:xfrm>
            <a:off x="1322173" y="1873593"/>
            <a:ext cx="2174789" cy="1396314"/>
          </a:xfrm>
          <a:prstGeom prst="rect">
            <a:avLst/>
          </a:prstGeom>
        </p:spPr>
      </p:pic>
      <p:sp>
        <p:nvSpPr>
          <p:cNvPr id="4" name="TextBox 3">
            <a:extLst>
              <a:ext uri="{FF2B5EF4-FFF2-40B4-BE49-F238E27FC236}">
                <a16:creationId xmlns:a16="http://schemas.microsoft.com/office/drawing/2014/main" id="{6BB0949E-A040-47C0-B527-5EA8BF316DEB}"/>
              </a:ext>
            </a:extLst>
          </p:cNvPr>
          <p:cNvSpPr txBox="1"/>
          <p:nvPr/>
        </p:nvSpPr>
        <p:spPr>
          <a:xfrm>
            <a:off x="1952550" y="3269907"/>
            <a:ext cx="914033" cy="307777"/>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wrap="none" rtlCol="0">
            <a:spAutoFit/>
          </a:bodyPr>
          <a:lstStyle/>
          <a:p>
            <a:r>
              <a:rPr lang="en-US" dirty="0"/>
              <a:t>ABCDEF</a:t>
            </a:r>
            <a:endParaRPr lang="fr-FR" dirty="0"/>
          </a:p>
        </p:txBody>
      </p:sp>
    </p:spTree>
    <p:extLst>
      <p:ext uri="{BB962C8B-B14F-4D97-AF65-F5344CB8AC3E}">
        <p14:creationId xmlns:p14="http://schemas.microsoft.com/office/powerpoint/2010/main" val="4289021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withEffect">
                                  <p:stCondLst>
                                    <p:cond delay="0"/>
                                  </p:stCondLst>
                                  <p:childTnLst>
                                    <p:set>
                                      <p:cBhvr>
                                        <p:cTn id="6" dur="1" fill="hold">
                                          <p:stCondLst>
                                            <p:cond delay="0"/>
                                          </p:stCondLst>
                                        </p:cTn>
                                        <p:tgtEl>
                                          <p:spTgt spid="1911"/>
                                        </p:tgtEl>
                                        <p:attrNameLst>
                                          <p:attrName>style.visibility</p:attrName>
                                        </p:attrNameLst>
                                      </p:cBhvr>
                                      <p:to>
                                        <p:strVal val="visible"/>
                                      </p:to>
                                    </p:set>
                                    <p:animEffect transition="in" filter="wheel(1)">
                                      <p:cBhvr>
                                        <p:cTn id="7" dur="1000"/>
                                        <p:tgtEl>
                                          <p:spTgt spid="1911"/>
                                        </p:tgtEl>
                                      </p:cBhvr>
                                    </p:animEffect>
                                  </p:childTnLst>
                                </p:cTn>
                              </p:par>
                              <p:par>
                                <p:cTn id="8" presetID="22" presetClass="entr" presetSubtype="8" fill="hold" grpId="0" nodeType="withEffect">
                                  <p:stCondLst>
                                    <p:cond delay="500"/>
                                  </p:stCondLst>
                                  <p:childTnLst>
                                    <p:set>
                                      <p:cBhvr>
                                        <p:cTn id="9" dur="1" fill="hold">
                                          <p:stCondLst>
                                            <p:cond delay="0"/>
                                          </p:stCondLst>
                                        </p:cTn>
                                        <p:tgtEl>
                                          <p:spTgt spid="1912">
                                            <p:txEl>
                                              <p:pRg st="0" end="0"/>
                                            </p:txEl>
                                          </p:spTgt>
                                        </p:tgtEl>
                                        <p:attrNameLst>
                                          <p:attrName>style.visibility</p:attrName>
                                        </p:attrNameLst>
                                      </p:cBhvr>
                                      <p:to>
                                        <p:strVal val="visible"/>
                                      </p:to>
                                    </p:set>
                                    <p:animEffect transition="in" filter="wipe(left)">
                                      <p:cBhvr>
                                        <p:cTn id="10" dur="500"/>
                                        <p:tgtEl>
                                          <p:spTgt spid="1912">
                                            <p:txEl>
                                              <p:pRg st="0" end="0"/>
                                            </p:txEl>
                                          </p:spTgt>
                                        </p:tgtEl>
                                      </p:cBhvr>
                                    </p:animEffect>
                                  </p:childTnLst>
                                </p:cTn>
                              </p:par>
                              <p:par>
                                <p:cTn id="11" presetID="14" presetClass="entr" presetSubtype="10" fill="hold" nodeType="withEffect">
                                  <p:stCondLst>
                                    <p:cond delay="500"/>
                                  </p:stCondLst>
                                  <p:childTnLst>
                                    <p:set>
                                      <p:cBhvr>
                                        <p:cTn id="12" dur="1" fill="hold">
                                          <p:stCondLst>
                                            <p:cond delay="0"/>
                                          </p:stCondLst>
                                        </p:cTn>
                                        <p:tgtEl>
                                          <p:spTgt spid="3"/>
                                        </p:tgtEl>
                                        <p:attrNameLst>
                                          <p:attrName>style.visibility</p:attrName>
                                        </p:attrNameLst>
                                      </p:cBhvr>
                                      <p:to>
                                        <p:strVal val="visible"/>
                                      </p:to>
                                    </p:set>
                                    <p:animEffect transition="in" filter="randombar(horizontal)">
                                      <p:cBhvr>
                                        <p:cTn id="13" dur="500"/>
                                        <p:tgtEl>
                                          <p:spTgt spid="3"/>
                                        </p:tgtEl>
                                      </p:cBhvr>
                                    </p:animEffect>
                                  </p:childTnLst>
                                </p:cTn>
                              </p:par>
                              <p:par>
                                <p:cTn id="14" presetID="22" presetClass="entr" presetSubtype="4" fill="hold" grpId="0" nodeType="withEffect">
                                  <p:stCondLst>
                                    <p:cond delay="500"/>
                                  </p:stCondLst>
                                  <p:childTnLst>
                                    <p:set>
                                      <p:cBhvr>
                                        <p:cTn id="15" dur="1" fill="hold">
                                          <p:stCondLst>
                                            <p:cond delay="0"/>
                                          </p:stCondLst>
                                        </p:cTn>
                                        <p:tgtEl>
                                          <p:spTgt spid="4"/>
                                        </p:tgtEl>
                                        <p:attrNameLst>
                                          <p:attrName>style.visibility</p:attrName>
                                        </p:attrNameLst>
                                      </p:cBhvr>
                                      <p:to>
                                        <p:strVal val="visible"/>
                                      </p:to>
                                    </p:set>
                                    <p:animEffect transition="in" filter="wipe(down)">
                                      <p:cBhvr>
                                        <p:cTn id="16" dur="500"/>
                                        <p:tgtEl>
                                          <p:spTgt spid="4"/>
                                        </p:tgtEl>
                                      </p:cBhvr>
                                    </p:animEffect>
                                  </p:childTnLst>
                                </p:cTn>
                              </p:par>
                              <p:par>
                                <p:cTn id="17" presetID="22" presetClass="entr" presetSubtype="8" fill="hold" grpId="0" nodeType="withEffect">
                                  <p:stCondLst>
                                    <p:cond delay="500"/>
                                  </p:stCondLst>
                                  <p:childTnLst>
                                    <p:set>
                                      <p:cBhvr>
                                        <p:cTn id="18" dur="1" fill="hold">
                                          <p:stCondLst>
                                            <p:cond delay="0"/>
                                          </p:stCondLst>
                                        </p:cTn>
                                        <p:tgtEl>
                                          <p:spTgt spid="1912">
                                            <p:txEl>
                                              <p:pRg st="1" end="1"/>
                                            </p:txEl>
                                          </p:spTgt>
                                        </p:tgtEl>
                                        <p:attrNameLst>
                                          <p:attrName>style.visibility</p:attrName>
                                        </p:attrNameLst>
                                      </p:cBhvr>
                                      <p:to>
                                        <p:strVal val="visible"/>
                                      </p:to>
                                    </p:set>
                                    <p:animEffect transition="in" filter="wipe(left)">
                                      <p:cBhvr>
                                        <p:cTn id="19" dur="500"/>
                                        <p:tgtEl>
                                          <p:spTgt spid="191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1" grpId="0"/>
      <p:bldP spid="1912" grpId="0" uiExpand="1" build="p"/>
      <p:bldP spid="4" grpId="0" uiExpand="1"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36"/>
        <p:cNvGrpSpPr/>
        <p:nvPr/>
      </p:nvGrpSpPr>
      <p:grpSpPr>
        <a:xfrm>
          <a:off x="0" y="0"/>
          <a:ext cx="0" cy="0"/>
          <a:chOff x="0" y="0"/>
          <a:chExt cx="0" cy="0"/>
        </a:xfrm>
      </p:grpSpPr>
      <p:sp>
        <p:nvSpPr>
          <p:cNvPr id="2037" name="Google Shape;2037;p30"/>
          <p:cNvSpPr txBox="1">
            <a:spLocks noGrp="1"/>
          </p:cNvSpPr>
          <p:nvPr>
            <p:ph type="title"/>
          </p:nvPr>
        </p:nvSpPr>
        <p:spPr>
          <a:xfrm>
            <a:off x="720000" y="713059"/>
            <a:ext cx="3509700" cy="6330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dirty="0"/>
              <a:t>Principe</a:t>
            </a:r>
            <a:endParaRPr dirty="0"/>
          </a:p>
        </p:txBody>
      </p:sp>
      <p:sp>
        <p:nvSpPr>
          <p:cNvPr id="2038" name="Google Shape;2038;p30"/>
          <p:cNvSpPr txBox="1">
            <a:spLocks noGrp="1"/>
          </p:cNvSpPr>
          <p:nvPr>
            <p:ph type="subTitle" idx="1"/>
          </p:nvPr>
        </p:nvSpPr>
        <p:spPr>
          <a:xfrm>
            <a:off x="218745" y="1300916"/>
            <a:ext cx="4010955" cy="3214639"/>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fr-FR" dirty="0"/>
              <a:t>Un parcours en largeur débute à partir d'un nœud source. Puis il liste tous les voisins de la source, pour ensuite les explorer un par un.</a:t>
            </a:r>
          </a:p>
          <a:p>
            <a:pPr marL="0" lvl="0" indent="0" algn="l" rtl="0">
              <a:spcBef>
                <a:spcPts val="0"/>
              </a:spcBef>
              <a:spcAft>
                <a:spcPts val="0"/>
              </a:spcAft>
              <a:buNone/>
            </a:pPr>
            <a:endParaRPr lang="fr-FR" dirty="0"/>
          </a:p>
          <a:p>
            <a:pPr marL="0" lvl="0" indent="0" algn="l" rtl="0">
              <a:spcBef>
                <a:spcPts val="0"/>
              </a:spcBef>
              <a:spcAft>
                <a:spcPts val="0"/>
              </a:spcAft>
              <a:buNone/>
            </a:pPr>
            <a:r>
              <a:rPr lang="fr-FR" dirty="0"/>
              <a:t>Les étapes de l'algorithme :</a:t>
            </a:r>
          </a:p>
          <a:p>
            <a:pPr marL="342900" lvl="0" indent="-342900" algn="l" rtl="0">
              <a:spcBef>
                <a:spcPts val="0"/>
              </a:spcBef>
              <a:spcAft>
                <a:spcPts val="0"/>
              </a:spcAft>
              <a:buFont typeface="+mj-lt"/>
              <a:buAutoNum type="arabicPeriod"/>
            </a:pPr>
            <a:r>
              <a:rPr lang="fr-FR" dirty="0"/>
              <a:t>Mettre le nœud source dans la file.</a:t>
            </a:r>
          </a:p>
          <a:p>
            <a:pPr marL="342900" lvl="0" indent="-342900" algn="l" rtl="0">
              <a:spcBef>
                <a:spcPts val="0"/>
              </a:spcBef>
              <a:spcAft>
                <a:spcPts val="0"/>
              </a:spcAft>
              <a:buFont typeface="+mj-lt"/>
              <a:buAutoNum type="arabicPeriod"/>
            </a:pPr>
            <a:r>
              <a:rPr lang="fr-FR" dirty="0"/>
              <a:t>Retirer le nœud du début de la file pour le traiter.</a:t>
            </a:r>
          </a:p>
          <a:p>
            <a:pPr marL="342900" lvl="0" indent="-342900" algn="l" rtl="0">
              <a:spcBef>
                <a:spcPts val="0"/>
              </a:spcBef>
              <a:spcAft>
                <a:spcPts val="0"/>
              </a:spcAft>
              <a:buFont typeface="+mj-lt"/>
              <a:buAutoNum type="arabicPeriod"/>
            </a:pPr>
            <a:r>
              <a:rPr lang="fr-FR" dirty="0"/>
              <a:t>Mettre tous ses voisins non explorés dans la file (à la fin).</a:t>
            </a:r>
          </a:p>
          <a:p>
            <a:pPr marL="342900" lvl="0" indent="-342900" algn="l" rtl="0">
              <a:spcBef>
                <a:spcPts val="0"/>
              </a:spcBef>
              <a:spcAft>
                <a:spcPts val="0"/>
              </a:spcAft>
              <a:buFont typeface="+mj-lt"/>
              <a:buAutoNum type="arabicPeriod"/>
            </a:pPr>
            <a:r>
              <a:rPr lang="fr-FR" dirty="0"/>
              <a:t>Si la file n'est pas vide reprendre à l'étape 2.</a:t>
            </a:r>
          </a:p>
        </p:txBody>
      </p:sp>
      <p:sp>
        <p:nvSpPr>
          <p:cNvPr id="4" name="Flowchart: Connector 3">
            <a:extLst>
              <a:ext uri="{FF2B5EF4-FFF2-40B4-BE49-F238E27FC236}">
                <a16:creationId xmlns:a16="http://schemas.microsoft.com/office/drawing/2014/main" id="{82826D1F-0867-4FF3-B248-7D608795FF88}"/>
              </a:ext>
            </a:extLst>
          </p:cNvPr>
          <p:cNvSpPr/>
          <p:nvPr/>
        </p:nvSpPr>
        <p:spPr>
          <a:xfrm>
            <a:off x="6370862" y="1037801"/>
            <a:ext cx="308258" cy="308258"/>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A</a:t>
            </a:r>
            <a:endParaRPr lang="fr-FR" dirty="0"/>
          </a:p>
        </p:txBody>
      </p:sp>
      <p:sp>
        <p:nvSpPr>
          <p:cNvPr id="5" name="Flowchart: Connector 4">
            <a:extLst>
              <a:ext uri="{FF2B5EF4-FFF2-40B4-BE49-F238E27FC236}">
                <a16:creationId xmlns:a16="http://schemas.microsoft.com/office/drawing/2014/main" id="{91005174-02C8-4BBC-9AA1-78BB9056F232}"/>
              </a:ext>
            </a:extLst>
          </p:cNvPr>
          <p:cNvSpPr/>
          <p:nvPr/>
        </p:nvSpPr>
        <p:spPr>
          <a:xfrm>
            <a:off x="6379155" y="2032154"/>
            <a:ext cx="308258" cy="308258"/>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C</a:t>
            </a:r>
            <a:endParaRPr lang="fr-FR" dirty="0"/>
          </a:p>
        </p:txBody>
      </p:sp>
      <p:sp>
        <p:nvSpPr>
          <p:cNvPr id="6" name="Flowchart: Connector 5">
            <a:extLst>
              <a:ext uri="{FF2B5EF4-FFF2-40B4-BE49-F238E27FC236}">
                <a16:creationId xmlns:a16="http://schemas.microsoft.com/office/drawing/2014/main" id="{10733A8B-81B4-4451-85C4-D5E4CFBC7B33}"/>
              </a:ext>
            </a:extLst>
          </p:cNvPr>
          <p:cNvSpPr/>
          <p:nvPr/>
        </p:nvSpPr>
        <p:spPr>
          <a:xfrm>
            <a:off x="7790485" y="2032154"/>
            <a:ext cx="308258" cy="308258"/>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D</a:t>
            </a:r>
            <a:endParaRPr lang="fr-FR" dirty="0"/>
          </a:p>
        </p:txBody>
      </p:sp>
      <p:sp>
        <p:nvSpPr>
          <p:cNvPr id="7" name="Flowchart: Connector 6">
            <a:extLst>
              <a:ext uri="{FF2B5EF4-FFF2-40B4-BE49-F238E27FC236}">
                <a16:creationId xmlns:a16="http://schemas.microsoft.com/office/drawing/2014/main" id="{179A2EBC-8E7F-4E32-B705-2A42855D57D2}"/>
              </a:ext>
            </a:extLst>
          </p:cNvPr>
          <p:cNvSpPr/>
          <p:nvPr/>
        </p:nvSpPr>
        <p:spPr>
          <a:xfrm>
            <a:off x="5209594" y="2032154"/>
            <a:ext cx="308258" cy="308258"/>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B</a:t>
            </a:r>
            <a:endParaRPr lang="fr-FR" dirty="0"/>
          </a:p>
        </p:txBody>
      </p:sp>
      <p:sp>
        <p:nvSpPr>
          <p:cNvPr id="8" name="Flowchart: Connector 7">
            <a:extLst>
              <a:ext uri="{FF2B5EF4-FFF2-40B4-BE49-F238E27FC236}">
                <a16:creationId xmlns:a16="http://schemas.microsoft.com/office/drawing/2014/main" id="{D1323D03-0AAB-4D33-834A-40EDFB5ED0B3}"/>
              </a:ext>
            </a:extLst>
          </p:cNvPr>
          <p:cNvSpPr/>
          <p:nvPr/>
        </p:nvSpPr>
        <p:spPr>
          <a:xfrm>
            <a:off x="7790485" y="3028894"/>
            <a:ext cx="308258" cy="308258"/>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G</a:t>
            </a:r>
            <a:endParaRPr lang="fr-FR" dirty="0"/>
          </a:p>
        </p:txBody>
      </p:sp>
      <p:sp>
        <p:nvSpPr>
          <p:cNvPr id="9" name="Flowchart: Connector 8">
            <a:extLst>
              <a:ext uri="{FF2B5EF4-FFF2-40B4-BE49-F238E27FC236}">
                <a16:creationId xmlns:a16="http://schemas.microsoft.com/office/drawing/2014/main" id="{DED17095-2540-45E2-976E-23518870E982}"/>
              </a:ext>
            </a:extLst>
          </p:cNvPr>
          <p:cNvSpPr/>
          <p:nvPr/>
        </p:nvSpPr>
        <p:spPr>
          <a:xfrm>
            <a:off x="5209594" y="2769296"/>
            <a:ext cx="308258" cy="308258"/>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E</a:t>
            </a:r>
            <a:endParaRPr lang="fr-FR" dirty="0"/>
          </a:p>
        </p:txBody>
      </p:sp>
      <p:sp>
        <p:nvSpPr>
          <p:cNvPr id="10" name="Flowchart: Connector 9">
            <a:extLst>
              <a:ext uri="{FF2B5EF4-FFF2-40B4-BE49-F238E27FC236}">
                <a16:creationId xmlns:a16="http://schemas.microsoft.com/office/drawing/2014/main" id="{2F50DA22-FD50-4BD8-8EB8-2BDA2CCFA84B}"/>
              </a:ext>
            </a:extLst>
          </p:cNvPr>
          <p:cNvSpPr/>
          <p:nvPr/>
        </p:nvSpPr>
        <p:spPr>
          <a:xfrm>
            <a:off x="4572000" y="3507387"/>
            <a:ext cx="308258" cy="308258"/>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I</a:t>
            </a:r>
            <a:endParaRPr lang="fr-FR" dirty="0"/>
          </a:p>
        </p:txBody>
      </p:sp>
      <p:sp>
        <p:nvSpPr>
          <p:cNvPr id="11" name="Flowchart: Connector 10">
            <a:extLst>
              <a:ext uri="{FF2B5EF4-FFF2-40B4-BE49-F238E27FC236}">
                <a16:creationId xmlns:a16="http://schemas.microsoft.com/office/drawing/2014/main" id="{4BDA2124-07B0-49E3-BDCF-FE000871044E}"/>
              </a:ext>
            </a:extLst>
          </p:cNvPr>
          <p:cNvSpPr/>
          <p:nvPr/>
        </p:nvSpPr>
        <p:spPr>
          <a:xfrm>
            <a:off x="5219085" y="3506437"/>
            <a:ext cx="308258" cy="308258"/>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J</a:t>
            </a:r>
            <a:endParaRPr lang="fr-FR" dirty="0"/>
          </a:p>
        </p:txBody>
      </p:sp>
      <p:sp>
        <p:nvSpPr>
          <p:cNvPr id="12" name="Flowchart: Connector 11">
            <a:extLst>
              <a:ext uri="{FF2B5EF4-FFF2-40B4-BE49-F238E27FC236}">
                <a16:creationId xmlns:a16="http://schemas.microsoft.com/office/drawing/2014/main" id="{A909FB23-1815-4462-AA29-D40AF7857B19}"/>
              </a:ext>
            </a:extLst>
          </p:cNvPr>
          <p:cNvSpPr/>
          <p:nvPr/>
        </p:nvSpPr>
        <p:spPr>
          <a:xfrm>
            <a:off x="5866170" y="3506437"/>
            <a:ext cx="308258" cy="308258"/>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K</a:t>
            </a:r>
            <a:endParaRPr lang="fr-FR" dirty="0"/>
          </a:p>
        </p:txBody>
      </p:sp>
      <p:sp>
        <p:nvSpPr>
          <p:cNvPr id="13" name="Flowchart: Connector 12">
            <a:extLst>
              <a:ext uri="{FF2B5EF4-FFF2-40B4-BE49-F238E27FC236}">
                <a16:creationId xmlns:a16="http://schemas.microsoft.com/office/drawing/2014/main" id="{005002EB-BF51-4169-A6CB-6F0B5BA7337B}"/>
              </a:ext>
            </a:extLst>
          </p:cNvPr>
          <p:cNvSpPr/>
          <p:nvPr/>
        </p:nvSpPr>
        <p:spPr>
          <a:xfrm>
            <a:off x="6963972" y="3028894"/>
            <a:ext cx="308258" cy="308258"/>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F</a:t>
            </a:r>
            <a:endParaRPr lang="fr-FR" dirty="0"/>
          </a:p>
        </p:txBody>
      </p:sp>
      <p:sp>
        <p:nvSpPr>
          <p:cNvPr id="14" name="Flowchart: Connector 13">
            <a:extLst>
              <a:ext uri="{FF2B5EF4-FFF2-40B4-BE49-F238E27FC236}">
                <a16:creationId xmlns:a16="http://schemas.microsoft.com/office/drawing/2014/main" id="{33159E4B-6E76-4995-B7BE-09860F5AA8A9}"/>
              </a:ext>
            </a:extLst>
          </p:cNvPr>
          <p:cNvSpPr/>
          <p:nvPr/>
        </p:nvSpPr>
        <p:spPr>
          <a:xfrm>
            <a:off x="8616997" y="3028894"/>
            <a:ext cx="308258" cy="308258"/>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H</a:t>
            </a:r>
            <a:endParaRPr lang="fr-FR" dirty="0"/>
          </a:p>
        </p:txBody>
      </p:sp>
      <p:cxnSp>
        <p:nvCxnSpPr>
          <p:cNvPr id="15" name="Straight Arrow Connector 14">
            <a:extLst>
              <a:ext uri="{FF2B5EF4-FFF2-40B4-BE49-F238E27FC236}">
                <a16:creationId xmlns:a16="http://schemas.microsoft.com/office/drawing/2014/main" id="{C1162D99-F71D-492A-A793-1BC7475A3332}"/>
              </a:ext>
            </a:extLst>
          </p:cNvPr>
          <p:cNvCxnSpPr>
            <a:stCxn id="4" idx="3"/>
            <a:endCxn id="7" idx="7"/>
          </p:cNvCxnSpPr>
          <p:nvPr/>
        </p:nvCxnSpPr>
        <p:spPr>
          <a:xfrm flipH="1">
            <a:off x="5472708" y="1300916"/>
            <a:ext cx="943297" cy="776382"/>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16" name="Straight Arrow Connector 15">
            <a:extLst>
              <a:ext uri="{FF2B5EF4-FFF2-40B4-BE49-F238E27FC236}">
                <a16:creationId xmlns:a16="http://schemas.microsoft.com/office/drawing/2014/main" id="{C6EF57D0-78EE-4904-A328-79C2C34D6E5A}"/>
              </a:ext>
            </a:extLst>
          </p:cNvPr>
          <p:cNvCxnSpPr>
            <a:stCxn id="4" idx="4"/>
            <a:endCxn id="5" idx="0"/>
          </p:cNvCxnSpPr>
          <p:nvPr/>
        </p:nvCxnSpPr>
        <p:spPr>
          <a:xfrm>
            <a:off x="6524991" y="1346059"/>
            <a:ext cx="8293" cy="686096"/>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17" name="Straight Arrow Connector 16">
            <a:extLst>
              <a:ext uri="{FF2B5EF4-FFF2-40B4-BE49-F238E27FC236}">
                <a16:creationId xmlns:a16="http://schemas.microsoft.com/office/drawing/2014/main" id="{BFB03DA2-BB28-4BFD-BA81-5C2C564FC4FF}"/>
              </a:ext>
            </a:extLst>
          </p:cNvPr>
          <p:cNvCxnSpPr>
            <a:stCxn id="4" idx="5"/>
            <a:endCxn id="6" idx="1"/>
          </p:cNvCxnSpPr>
          <p:nvPr/>
        </p:nvCxnSpPr>
        <p:spPr>
          <a:xfrm>
            <a:off x="6633976" y="1300916"/>
            <a:ext cx="1201651" cy="776382"/>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18" name="Straight Arrow Connector 17">
            <a:extLst>
              <a:ext uri="{FF2B5EF4-FFF2-40B4-BE49-F238E27FC236}">
                <a16:creationId xmlns:a16="http://schemas.microsoft.com/office/drawing/2014/main" id="{E285D00D-5BF8-4E32-A876-39B45F278AF2}"/>
              </a:ext>
            </a:extLst>
          </p:cNvPr>
          <p:cNvCxnSpPr>
            <a:stCxn id="7" idx="4"/>
            <a:endCxn id="9" idx="0"/>
          </p:cNvCxnSpPr>
          <p:nvPr/>
        </p:nvCxnSpPr>
        <p:spPr>
          <a:xfrm>
            <a:off x="5363722" y="2340412"/>
            <a:ext cx="0" cy="428884"/>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19" name="Straight Arrow Connector 18">
            <a:extLst>
              <a:ext uri="{FF2B5EF4-FFF2-40B4-BE49-F238E27FC236}">
                <a16:creationId xmlns:a16="http://schemas.microsoft.com/office/drawing/2014/main" id="{35647203-FF6A-4F7D-8EC9-6A9498A3982F}"/>
              </a:ext>
            </a:extLst>
          </p:cNvPr>
          <p:cNvCxnSpPr>
            <a:stCxn id="9" idx="3"/>
            <a:endCxn id="10" idx="0"/>
          </p:cNvCxnSpPr>
          <p:nvPr/>
        </p:nvCxnSpPr>
        <p:spPr>
          <a:xfrm flipH="1">
            <a:off x="4726129" y="3032410"/>
            <a:ext cx="528608" cy="474977"/>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20" name="Straight Arrow Connector 19">
            <a:extLst>
              <a:ext uri="{FF2B5EF4-FFF2-40B4-BE49-F238E27FC236}">
                <a16:creationId xmlns:a16="http://schemas.microsoft.com/office/drawing/2014/main" id="{41BA2FE1-4D67-4703-B01D-B316AF3B706B}"/>
              </a:ext>
            </a:extLst>
          </p:cNvPr>
          <p:cNvCxnSpPr>
            <a:stCxn id="9" idx="4"/>
            <a:endCxn id="11" idx="0"/>
          </p:cNvCxnSpPr>
          <p:nvPr/>
        </p:nvCxnSpPr>
        <p:spPr>
          <a:xfrm>
            <a:off x="5363722" y="3077553"/>
            <a:ext cx="9491" cy="428884"/>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21" name="Straight Arrow Connector 20">
            <a:extLst>
              <a:ext uri="{FF2B5EF4-FFF2-40B4-BE49-F238E27FC236}">
                <a16:creationId xmlns:a16="http://schemas.microsoft.com/office/drawing/2014/main" id="{D91123B9-F5F6-4EA6-A87C-DCF255FF4118}"/>
              </a:ext>
            </a:extLst>
          </p:cNvPr>
          <p:cNvCxnSpPr>
            <a:stCxn id="9" idx="5"/>
            <a:endCxn id="12" idx="0"/>
          </p:cNvCxnSpPr>
          <p:nvPr/>
        </p:nvCxnSpPr>
        <p:spPr>
          <a:xfrm>
            <a:off x="5472708" y="3032410"/>
            <a:ext cx="547590" cy="474027"/>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22" name="Straight Arrow Connector 21">
            <a:extLst>
              <a:ext uri="{FF2B5EF4-FFF2-40B4-BE49-F238E27FC236}">
                <a16:creationId xmlns:a16="http://schemas.microsoft.com/office/drawing/2014/main" id="{085BABC0-D5D1-4026-9416-79C6F2CBB9DF}"/>
              </a:ext>
            </a:extLst>
          </p:cNvPr>
          <p:cNvCxnSpPr>
            <a:stCxn id="6" idx="3"/>
            <a:endCxn id="13" idx="0"/>
          </p:cNvCxnSpPr>
          <p:nvPr/>
        </p:nvCxnSpPr>
        <p:spPr>
          <a:xfrm flipH="1">
            <a:off x="7118101" y="2295269"/>
            <a:ext cx="717527" cy="733625"/>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23" name="Straight Arrow Connector 22">
            <a:extLst>
              <a:ext uri="{FF2B5EF4-FFF2-40B4-BE49-F238E27FC236}">
                <a16:creationId xmlns:a16="http://schemas.microsoft.com/office/drawing/2014/main" id="{6EC569A2-60C2-428C-990C-D3783F990CE4}"/>
              </a:ext>
            </a:extLst>
          </p:cNvPr>
          <p:cNvCxnSpPr>
            <a:stCxn id="6" idx="4"/>
            <a:endCxn id="8" idx="0"/>
          </p:cNvCxnSpPr>
          <p:nvPr/>
        </p:nvCxnSpPr>
        <p:spPr>
          <a:xfrm>
            <a:off x="7944613" y="2340412"/>
            <a:ext cx="0" cy="688482"/>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24" name="Straight Arrow Connector 23">
            <a:extLst>
              <a:ext uri="{FF2B5EF4-FFF2-40B4-BE49-F238E27FC236}">
                <a16:creationId xmlns:a16="http://schemas.microsoft.com/office/drawing/2014/main" id="{DD7DE8D7-B0C6-4F4B-9361-42CEFA3B05BC}"/>
              </a:ext>
            </a:extLst>
          </p:cNvPr>
          <p:cNvCxnSpPr>
            <a:stCxn id="6" idx="5"/>
            <a:endCxn id="14" idx="0"/>
          </p:cNvCxnSpPr>
          <p:nvPr/>
        </p:nvCxnSpPr>
        <p:spPr>
          <a:xfrm>
            <a:off x="8053599" y="2295269"/>
            <a:ext cx="717527" cy="733625"/>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Tree>
    <p:extLst>
      <p:ext uri="{BB962C8B-B14F-4D97-AF65-F5344CB8AC3E}">
        <p14:creationId xmlns:p14="http://schemas.microsoft.com/office/powerpoint/2010/main" val="3497407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037"/>
                                        </p:tgtEl>
                                        <p:attrNameLst>
                                          <p:attrName>style.visibility</p:attrName>
                                        </p:attrNameLst>
                                      </p:cBhvr>
                                      <p:to>
                                        <p:strVal val="visible"/>
                                      </p:to>
                                    </p:set>
                                    <p:anim calcmode="lin" valueType="num">
                                      <p:cBhvr additive="base">
                                        <p:cTn id="7" dur="500" fill="hold"/>
                                        <p:tgtEl>
                                          <p:spTgt spid="2037"/>
                                        </p:tgtEl>
                                        <p:attrNameLst>
                                          <p:attrName>ppt_x</p:attrName>
                                        </p:attrNameLst>
                                      </p:cBhvr>
                                      <p:tavLst>
                                        <p:tav tm="0">
                                          <p:val>
                                            <p:strVal val="0-#ppt_w/2"/>
                                          </p:val>
                                        </p:tav>
                                        <p:tav tm="100000">
                                          <p:val>
                                            <p:strVal val="#ppt_x"/>
                                          </p:val>
                                        </p:tav>
                                      </p:tavLst>
                                    </p:anim>
                                    <p:anim calcmode="lin" valueType="num">
                                      <p:cBhvr additive="base">
                                        <p:cTn id="8" dur="500" fill="hold"/>
                                        <p:tgtEl>
                                          <p:spTgt spid="203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2038">
                                            <p:txEl>
                                              <p:pRg st="0" end="0"/>
                                            </p:txEl>
                                          </p:spTgt>
                                        </p:tgtEl>
                                        <p:attrNameLst>
                                          <p:attrName>style.visibility</p:attrName>
                                        </p:attrNameLst>
                                      </p:cBhvr>
                                      <p:to>
                                        <p:strVal val="visible"/>
                                      </p:to>
                                    </p:set>
                                    <p:animEffect transition="in" filter="wipe(left)">
                                      <p:cBhvr>
                                        <p:cTn id="12" dur="500"/>
                                        <p:tgtEl>
                                          <p:spTgt spid="2038">
                                            <p:txEl>
                                              <p:pRg st="0" end="0"/>
                                            </p:txEl>
                                          </p:spTgt>
                                        </p:tgtEl>
                                      </p:cBhvr>
                                    </p:animEffect>
                                  </p:childTnLst>
                                </p:cTn>
                              </p:par>
                            </p:childTnLst>
                          </p:cTn>
                        </p:par>
                        <p:par>
                          <p:cTn id="13" fill="hold">
                            <p:stCondLst>
                              <p:cond delay="1000"/>
                            </p:stCondLst>
                            <p:childTnLst>
                              <p:par>
                                <p:cTn id="14" presetID="22" presetClass="entr" presetSubtype="8" fill="hold" grpId="0" nodeType="afterEffect">
                                  <p:stCondLst>
                                    <p:cond delay="0"/>
                                  </p:stCondLst>
                                  <p:childTnLst>
                                    <p:set>
                                      <p:cBhvr>
                                        <p:cTn id="15" dur="1" fill="hold">
                                          <p:stCondLst>
                                            <p:cond delay="0"/>
                                          </p:stCondLst>
                                        </p:cTn>
                                        <p:tgtEl>
                                          <p:spTgt spid="2038">
                                            <p:txEl>
                                              <p:pRg st="2" end="2"/>
                                            </p:txEl>
                                          </p:spTgt>
                                        </p:tgtEl>
                                        <p:attrNameLst>
                                          <p:attrName>style.visibility</p:attrName>
                                        </p:attrNameLst>
                                      </p:cBhvr>
                                      <p:to>
                                        <p:strVal val="visible"/>
                                      </p:to>
                                    </p:set>
                                    <p:animEffect transition="in" filter="wipe(left)">
                                      <p:cBhvr>
                                        <p:cTn id="16" dur="500"/>
                                        <p:tgtEl>
                                          <p:spTgt spid="2038">
                                            <p:txEl>
                                              <p:pRg st="2" end="2"/>
                                            </p:txEl>
                                          </p:spTgt>
                                        </p:tgtEl>
                                      </p:cBhvr>
                                    </p:animEffect>
                                  </p:childTnLst>
                                </p:cTn>
                              </p:par>
                            </p:childTnLst>
                          </p:cTn>
                        </p:par>
                        <p:par>
                          <p:cTn id="17" fill="hold">
                            <p:stCondLst>
                              <p:cond delay="1500"/>
                            </p:stCondLst>
                            <p:childTnLst>
                              <p:par>
                                <p:cTn id="18" presetID="22" presetClass="entr" presetSubtype="8" fill="hold" grpId="0" nodeType="afterEffect">
                                  <p:stCondLst>
                                    <p:cond delay="0"/>
                                  </p:stCondLst>
                                  <p:childTnLst>
                                    <p:set>
                                      <p:cBhvr>
                                        <p:cTn id="19" dur="1" fill="hold">
                                          <p:stCondLst>
                                            <p:cond delay="0"/>
                                          </p:stCondLst>
                                        </p:cTn>
                                        <p:tgtEl>
                                          <p:spTgt spid="2038">
                                            <p:txEl>
                                              <p:pRg st="3" end="3"/>
                                            </p:txEl>
                                          </p:spTgt>
                                        </p:tgtEl>
                                        <p:attrNameLst>
                                          <p:attrName>style.visibility</p:attrName>
                                        </p:attrNameLst>
                                      </p:cBhvr>
                                      <p:to>
                                        <p:strVal val="visible"/>
                                      </p:to>
                                    </p:set>
                                    <p:animEffect transition="in" filter="wipe(left)">
                                      <p:cBhvr>
                                        <p:cTn id="20" dur="500"/>
                                        <p:tgtEl>
                                          <p:spTgt spid="2038">
                                            <p:txEl>
                                              <p:pRg st="3" end="3"/>
                                            </p:txEl>
                                          </p:spTgt>
                                        </p:tgtEl>
                                      </p:cBhvr>
                                    </p:animEffect>
                                  </p:childTnLst>
                                </p:cTn>
                              </p:par>
                            </p:childTnLst>
                          </p:cTn>
                        </p:par>
                        <p:par>
                          <p:cTn id="21" fill="hold">
                            <p:stCondLst>
                              <p:cond delay="2000"/>
                            </p:stCondLst>
                            <p:childTnLst>
                              <p:par>
                                <p:cTn id="22" presetID="22" presetClass="entr" presetSubtype="8" fill="hold" grpId="0" nodeType="afterEffect">
                                  <p:stCondLst>
                                    <p:cond delay="0"/>
                                  </p:stCondLst>
                                  <p:childTnLst>
                                    <p:set>
                                      <p:cBhvr>
                                        <p:cTn id="23" dur="1" fill="hold">
                                          <p:stCondLst>
                                            <p:cond delay="0"/>
                                          </p:stCondLst>
                                        </p:cTn>
                                        <p:tgtEl>
                                          <p:spTgt spid="2038">
                                            <p:txEl>
                                              <p:pRg st="4" end="4"/>
                                            </p:txEl>
                                          </p:spTgt>
                                        </p:tgtEl>
                                        <p:attrNameLst>
                                          <p:attrName>style.visibility</p:attrName>
                                        </p:attrNameLst>
                                      </p:cBhvr>
                                      <p:to>
                                        <p:strVal val="visible"/>
                                      </p:to>
                                    </p:set>
                                    <p:animEffect transition="in" filter="wipe(left)">
                                      <p:cBhvr>
                                        <p:cTn id="24" dur="500"/>
                                        <p:tgtEl>
                                          <p:spTgt spid="2038">
                                            <p:txEl>
                                              <p:pRg st="4" end="4"/>
                                            </p:txEl>
                                          </p:spTgt>
                                        </p:tgtEl>
                                      </p:cBhvr>
                                    </p:animEffect>
                                  </p:childTnLst>
                                </p:cTn>
                              </p:par>
                            </p:childTnLst>
                          </p:cTn>
                        </p:par>
                        <p:par>
                          <p:cTn id="25" fill="hold">
                            <p:stCondLst>
                              <p:cond delay="2500"/>
                            </p:stCondLst>
                            <p:childTnLst>
                              <p:par>
                                <p:cTn id="26" presetID="22" presetClass="entr" presetSubtype="8" fill="hold" grpId="0" nodeType="afterEffect">
                                  <p:stCondLst>
                                    <p:cond delay="0"/>
                                  </p:stCondLst>
                                  <p:childTnLst>
                                    <p:set>
                                      <p:cBhvr>
                                        <p:cTn id="27" dur="1" fill="hold">
                                          <p:stCondLst>
                                            <p:cond delay="0"/>
                                          </p:stCondLst>
                                        </p:cTn>
                                        <p:tgtEl>
                                          <p:spTgt spid="2038">
                                            <p:txEl>
                                              <p:pRg st="5" end="5"/>
                                            </p:txEl>
                                          </p:spTgt>
                                        </p:tgtEl>
                                        <p:attrNameLst>
                                          <p:attrName>style.visibility</p:attrName>
                                        </p:attrNameLst>
                                      </p:cBhvr>
                                      <p:to>
                                        <p:strVal val="visible"/>
                                      </p:to>
                                    </p:set>
                                    <p:animEffect transition="in" filter="wipe(left)">
                                      <p:cBhvr>
                                        <p:cTn id="28" dur="500"/>
                                        <p:tgtEl>
                                          <p:spTgt spid="2038">
                                            <p:txEl>
                                              <p:pRg st="5" end="5"/>
                                            </p:txEl>
                                          </p:spTgt>
                                        </p:tgtEl>
                                      </p:cBhvr>
                                    </p:animEffect>
                                  </p:childTnLst>
                                </p:cTn>
                              </p:par>
                            </p:childTnLst>
                          </p:cTn>
                        </p:par>
                        <p:par>
                          <p:cTn id="29" fill="hold">
                            <p:stCondLst>
                              <p:cond delay="3000"/>
                            </p:stCondLst>
                            <p:childTnLst>
                              <p:par>
                                <p:cTn id="30" presetID="22" presetClass="entr" presetSubtype="8" fill="hold" grpId="0" nodeType="afterEffect">
                                  <p:stCondLst>
                                    <p:cond delay="0"/>
                                  </p:stCondLst>
                                  <p:childTnLst>
                                    <p:set>
                                      <p:cBhvr>
                                        <p:cTn id="31" dur="1" fill="hold">
                                          <p:stCondLst>
                                            <p:cond delay="0"/>
                                          </p:stCondLst>
                                        </p:cTn>
                                        <p:tgtEl>
                                          <p:spTgt spid="2038">
                                            <p:txEl>
                                              <p:pRg st="6" end="6"/>
                                            </p:txEl>
                                          </p:spTgt>
                                        </p:tgtEl>
                                        <p:attrNameLst>
                                          <p:attrName>style.visibility</p:attrName>
                                        </p:attrNameLst>
                                      </p:cBhvr>
                                      <p:to>
                                        <p:strVal val="visible"/>
                                      </p:to>
                                    </p:set>
                                    <p:animEffect transition="in" filter="wipe(left)">
                                      <p:cBhvr>
                                        <p:cTn id="32" dur="500"/>
                                        <p:tgtEl>
                                          <p:spTgt spid="2038">
                                            <p:txEl>
                                              <p:pRg st="6" end="6"/>
                                            </p:txEl>
                                          </p:spTgt>
                                        </p:tgtEl>
                                      </p:cBhvr>
                                    </p:animEffect>
                                  </p:childTnLst>
                                </p:cTn>
                              </p:par>
                            </p:childTnLst>
                          </p:cTn>
                        </p:par>
                        <p:par>
                          <p:cTn id="33" fill="hold">
                            <p:stCondLst>
                              <p:cond delay="3500"/>
                            </p:stCondLst>
                            <p:childTnLst>
                              <p:par>
                                <p:cTn id="34" presetID="22" presetClass="entr" presetSubtype="1" fill="hold" grpId="0" nodeType="afterEffect">
                                  <p:stCondLst>
                                    <p:cond delay="0"/>
                                  </p:stCondLst>
                                  <p:childTnLst>
                                    <p:set>
                                      <p:cBhvr>
                                        <p:cTn id="35" dur="1" fill="hold">
                                          <p:stCondLst>
                                            <p:cond delay="0"/>
                                          </p:stCondLst>
                                        </p:cTn>
                                        <p:tgtEl>
                                          <p:spTgt spid="4"/>
                                        </p:tgtEl>
                                        <p:attrNameLst>
                                          <p:attrName>style.visibility</p:attrName>
                                        </p:attrNameLst>
                                      </p:cBhvr>
                                      <p:to>
                                        <p:strVal val="visible"/>
                                      </p:to>
                                    </p:set>
                                    <p:animEffect transition="in" filter="wipe(up)">
                                      <p:cBhvr>
                                        <p:cTn id="36" dur="500"/>
                                        <p:tgtEl>
                                          <p:spTgt spid="4"/>
                                        </p:tgtEl>
                                      </p:cBhvr>
                                    </p:animEffect>
                                  </p:childTnLst>
                                </p:cTn>
                              </p:par>
                              <p:par>
                                <p:cTn id="37" presetID="22" presetClass="entr" presetSubtype="1" fill="hold" grpId="0" nodeType="with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wipe(up)">
                                      <p:cBhvr>
                                        <p:cTn id="39" dur="500"/>
                                        <p:tgtEl>
                                          <p:spTgt spid="7"/>
                                        </p:tgtEl>
                                      </p:cBhvr>
                                    </p:animEffect>
                                  </p:childTnLst>
                                </p:cTn>
                              </p:par>
                              <p:par>
                                <p:cTn id="40" presetID="22" presetClass="entr" presetSubtype="1" fill="hold" grpId="0" nodeType="with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wipe(up)">
                                      <p:cBhvr>
                                        <p:cTn id="42" dur="500"/>
                                        <p:tgtEl>
                                          <p:spTgt spid="5"/>
                                        </p:tgtEl>
                                      </p:cBhvr>
                                    </p:animEffect>
                                  </p:childTnLst>
                                </p:cTn>
                              </p:par>
                              <p:par>
                                <p:cTn id="43" presetID="22" presetClass="entr" presetSubtype="1" fill="hold" grpId="0" nodeType="withEffect">
                                  <p:stCondLst>
                                    <p:cond delay="0"/>
                                  </p:stCondLst>
                                  <p:childTnLst>
                                    <p:set>
                                      <p:cBhvr>
                                        <p:cTn id="44" dur="1" fill="hold">
                                          <p:stCondLst>
                                            <p:cond delay="0"/>
                                          </p:stCondLst>
                                        </p:cTn>
                                        <p:tgtEl>
                                          <p:spTgt spid="6"/>
                                        </p:tgtEl>
                                        <p:attrNameLst>
                                          <p:attrName>style.visibility</p:attrName>
                                        </p:attrNameLst>
                                      </p:cBhvr>
                                      <p:to>
                                        <p:strVal val="visible"/>
                                      </p:to>
                                    </p:set>
                                    <p:animEffect transition="in" filter="wipe(up)">
                                      <p:cBhvr>
                                        <p:cTn id="45" dur="500"/>
                                        <p:tgtEl>
                                          <p:spTgt spid="6"/>
                                        </p:tgtEl>
                                      </p:cBhvr>
                                    </p:animEffect>
                                  </p:childTnLst>
                                </p:cTn>
                              </p:par>
                              <p:par>
                                <p:cTn id="46" presetID="22" presetClass="entr" presetSubtype="1" fill="hold" grpId="0" nodeType="withEffect">
                                  <p:stCondLst>
                                    <p:cond delay="0"/>
                                  </p:stCondLst>
                                  <p:childTnLst>
                                    <p:set>
                                      <p:cBhvr>
                                        <p:cTn id="47" dur="1" fill="hold">
                                          <p:stCondLst>
                                            <p:cond delay="0"/>
                                          </p:stCondLst>
                                        </p:cTn>
                                        <p:tgtEl>
                                          <p:spTgt spid="9"/>
                                        </p:tgtEl>
                                        <p:attrNameLst>
                                          <p:attrName>style.visibility</p:attrName>
                                        </p:attrNameLst>
                                      </p:cBhvr>
                                      <p:to>
                                        <p:strVal val="visible"/>
                                      </p:to>
                                    </p:set>
                                    <p:animEffect transition="in" filter="wipe(up)">
                                      <p:cBhvr>
                                        <p:cTn id="48" dur="500"/>
                                        <p:tgtEl>
                                          <p:spTgt spid="9"/>
                                        </p:tgtEl>
                                      </p:cBhvr>
                                    </p:animEffect>
                                  </p:childTnLst>
                                </p:cTn>
                              </p:par>
                              <p:par>
                                <p:cTn id="49" presetID="22" presetClass="entr" presetSubtype="1" fill="hold" grpId="0" nodeType="with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wipe(up)">
                                      <p:cBhvr>
                                        <p:cTn id="51" dur="500"/>
                                        <p:tgtEl>
                                          <p:spTgt spid="13"/>
                                        </p:tgtEl>
                                      </p:cBhvr>
                                    </p:animEffect>
                                  </p:childTnLst>
                                </p:cTn>
                              </p:par>
                              <p:par>
                                <p:cTn id="52" presetID="22" presetClass="entr" presetSubtype="1" fill="hold" grpId="0" nodeType="withEffect">
                                  <p:stCondLst>
                                    <p:cond delay="0"/>
                                  </p:stCondLst>
                                  <p:childTnLst>
                                    <p:set>
                                      <p:cBhvr>
                                        <p:cTn id="53" dur="1" fill="hold">
                                          <p:stCondLst>
                                            <p:cond delay="0"/>
                                          </p:stCondLst>
                                        </p:cTn>
                                        <p:tgtEl>
                                          <p:spTgt spid="8"/>
                                        </p:tgtEl>
                                        <p:attrNameLst>
                                          <p:attrName>style.visibility</p:attrName>
                                        </p:attrNameLst>
                                      </p:cBhvr>
                                      <p:to>
                                        <p:strVal val="visible"/>
                                      </p:to>
                                    </p:set>
                                    <p:animEffect transition="in" filter="wipe(up)">
                                      <p:cBhvr>
                                        <p:cTn id="54" dur="500"/>
                                        <p:tgtEl>
                                          <p:spTgt spid="8"/>
                                        </p:tgtEl>
                                      </p:cBhvr>
                                    </p:animEffect>
                                  </p:childTnLst>
                                </p:cTn>
                              </p:par>
                              <p:par>
                                <p:cTn id="55" presetID="22" presetClass="entr" presetSubtype="1" fill="hold" grpId="0" nodeType="with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wipe(up)">
                                      <p:cBhvr>
                                        <p:cTn id="57" dur="500"/>
                                        <p:tgtEl>
                                          <p:spTgt spid="14"/>
                                        </p:tgtEl>
                                      </p:cBhvr>
                                    </p:animEffect>
                                  </p:childTnLst>
                                </p:cTn>
                              </p:par>
                              <p:par>
                                <p:cTn id="58" presetID="22" presetClass="entr" presetSubtype="1" fill="hold" grpId="0" nodeType="withEffect">
                                  <p:stCondLst>
                                    <p:cond delay="0"/>
                                  </p:stCondLst>
                                  <p:childTnLst>
                                    <p:set>
                                      <p:cBhvr>
                                        <p:cTn id="59" dur="1" fill="hold">
                                          <p:stCondLst>
                                            <p:cond delay="0"/>
                                          </p:stCondLst>
                                        </p:cTn>
                                        <p:tgtEl>
                                          <p:spTgt spid="12"/>
                                        </p:tgtEl>
                                        <p:attrNameLst>
                                          <p:attrName>style.visibility</p:attrName>
                                        </p:attrNameLst>
                                      </p:cBhvr>
                                      <p:to>
                                        <p:strVal val="visible"/>
                                      </p:to>
                                    </p:set>
                                    <p:animEffect transition="in" filter="wipe(up)">
                                      <p:cBhvr>
                                        <p:cTn id="60" dur="500"/>
                                        <p:tgtEl>
                                          <p:spTgt spid="12"/>
                                        </p:tgtEl>
                                      </p:cBhvr>
                                    </p:animEffect>
                                  </p:childTnLst>
                                </p:cTn>
                              </p:par>
                              <p:par>
                                <p:cTn id="61" presetID="22" presetClass="entr" presetSubtype="1" fill="hold" grpId="0" nodeType="withEffect">
                                  <p:stCondLst>
                                    <p:cond delay="0"/>
                                  </p:stCondLst>
                                  <p:childTnLst>
                                    <p:set>
                                      <p:cBhvr>
                                        <p:cTn id="62" dur="1" fill="hold">
                                          <p:stCondLst>
                                            <p:cond delay="0"/>
                                          </p:stCondLst>
                                        </p:cTn>
                                        <p:tgtEl>
                                          <p:spTgt spid="11"/>
                                        </p:tgtEl>
                                        <p:attrNameLst>
                                          <p:attrName>style.visibility</p:attrName>
                                        </p:attrNameLst>
                                      </p:cBhvr>
                                      <p:to>
                                        <p:strVal val="visible"/>
                                      </p:to>
                                    </p:set>
                                    <p:animEffect transition="in" filter="wipe(up)">
                                      <p:cBhvr>
                                        <p:cTn id="63" dur="500"/>
                                        <p:tgtEl>
                                          <p:spTgt spid="11"/>
                                        </p:tgtEl>
                                      </p:cBhvr>
                                    </p:animEffect>
                                  </p:childTnLst>
                                </p:cTn>
                              </p:par>
                              <p:par>
                                <p:cTn id="64" presetID="22" presetClass="entr" presetSubtype="1" fill="hold" grpId="0" nodeType="withEffect">
                                  <p:stCondLst>
                                    <p:cond delay="0"/>
                                  </p:stCondLst>
                                  <p:childTnLst>
                                    <p:set>
                                      <p:cBhvr>
                                        <p:cTn id="65" dur="1" fill="hold">
                                          <p:stCondLst>
                                            <p:cond delay="0"/>
                                          </p:stCondLst>
                                        </p:cTn>
                                        <p:tgtEl>
                                          <p:spTgt spid="10"/>
                                        </p:tgtEl>
                                        <p:attrNameLst>
                                          <p:attrName>style.visibility</p:attrName>
                                        </p:attrNameLst>
                                      </p:cBhvr>
                                      <p:to>
                                        <p:strVal val="visible"/>
                                      </p:to>
                                    </p:set>
                                    <p:animEffect transition="in" filter="wipe(up)">
                                      <p:cBhvr>
                                        <p:cTn id="66" dur="500"/>
                                        <p:tgtEl>
                                          <p:spTgt spid="10"/>
                                        </p:tgtEl>
                                      </p:cBhvr>
                                    </p:animEffect>
                                  </p:childTnLst>
                                </p:cTn>
                              </p:par>
                              <p:par>
                                <p:cTn id="67" presetID="22" presetClass="entr" presetSubtype="1" fill="hold" nodeType="withEffect">
                                  <p:stCondLst>
                                    <p:cond delay="0"/>
                                  </p:stCondLst>
                                  <p:childTnLst>
                                    <p:set>
                                      <p:cBhvr>
                                        <p:cTn id="68" dur="1" fill="hold">
                                          <p:stCondLst>
                                            <p:cond delay="0"/>
                                          </p:stCondLst>
                                        </p:cTn>
                                        <p:tgtEl>
                                          <p:spTgt spid="15"/>
                                        </p:tgtEl>
                                        <p:attrNameLst>
                                          <p:attrName>style.visibility</p:attrName>
                                        </p:attrNameLst>
                                      </p:cBhvr>
                                      <p:to>
                                        <p:strVal val="visible"/>
                                      </p:to>
                                    </p:set>
                                    <p:animEffect transition="in" filter="wipe(up)">
                                      <p:cBhvr>
                                        <p:cTn id="69" dur="500"/>
                                        <p:tgtEl>
                                          <p:spTgt spid="15"/>
                                        </p:tgtEl>
                                      </p:cBhvr>
                                    </p:animEffect>
                                  </p:childTnLst>
                                </p:cTn>
                              </p:par>
                              <p:par>
                                <p:cTn id="70" presetID="22" presetClass="entr" presetSubtype="1" fill="hold" nodeType="withEffect">
                                  <p:stCondLst>
                                    <p:cond delay="0"/>
                                  </p:stCondLst>
                                  <p:childTnLst>
                                    <p:set>
                                      <p:cBhvr>
                                        <p:cTn id="71" dur="1" fill="hold">
                                          <p:stCondLst>
                                            <p:cond delay="0"/>
                                          </p:stCondLst>
                                        </p:cTn>
                                        <p:tgtEl>
                                          <p:spTgt spid="16"/>
                                        </p:tgtEl>
                                        <p:attrNameLst>
                                          <p:attrName>style.visibility</p:attrName>
                                        </p:attrNameLst>
                                      </p:cBhvr>
                                      <p:to>
                                        <p:strVal val="visible"/>
                                      </p:to>
                                    </p:set>
                                    <p:animEffect transition="in" filter="wipe(up)">
                                      <p:cBhvr>
                                        <p:cTn id="72" dur="500"/>
                                        <p:tgtEl>
                                          <p:spTgt spid="16"/>
                                        </p:tgtEl>
                                      </p:cBhvr>
                                    </p:animEffect>
                                  </p:childTnLst>
                                </p:cTn>
                              </p:par>
                              <p:par>
                                <p:cTn id="73" presetID="22" presetClass="entr" presetSubtype="1" fill="hold" nodeType="withEffect">
                                  <p:stCondLst>
                                    <p:cond delay="0"/>
                                  </p:stCondLst>
                                  <p:childTnLst>
                                    <p:set>
                                      <p:cBhvr>
                                        <p:cTn id="74" dur="1" fill="hold">
                                          <p:stCondLst>
                                            <p:cond delay="0"/>
                                          </p:stCondLst>
                                        </p:cTn>
                                        <p:tgtEl>
                                          <p:spTgt spid="17"/>
                                        </p:tgtEl>
                                        <p:attrNameLst>
                                          <p:attrName>style.visibility</p:attrName>
                                        </p:attrNameLst>
                                      </p:cBhvr>
                                      <p:to>
                                        <p:strVal val="visible"/>
                                      </p:to>
                                    </p:set>
                                    <p:animEffect transition="in" filter="wipe(up)">
                                      <p:cBhvr>
                                        <p:cTn id="75" dur="500"/>
                                        <p:tgtEl>
                                          <p:spTgt spid="17"/>
                                        </p:tgtEl>
                                      </p:cBhvr>
                                    </p:animEffect>
                                  </p:childTnLst>
                                </p:cTn>
                              </p:par>
                              <p:par>
                                <p:cTn id="76" presetID="22" presetClass="entr" presetSubtype="1" fill="hold" nodeType="withEffect">
                                  <p:stCondLst>
                                    <p:cond delay="0"/>
                                  </p:stCondLst>
                                  <p:childTnLst>
                                    <p:set>
                                      <p:cBhvr>
                                        <p:cTn id="77" dur="1" fill="hold">
                                          <p:stCondLst>
                                            <p:cond delay="0"/>
                                          </p:stCondLst>
                                        </p:cTn>
                                        <p:tgtEl>
                                          <p:spTgt spid="18"/>
                                        </p:tgtEl>
                                        <p:attrNameLst>
                                          <p:attrName>style.visibility</p:attrName>
                                        </p:attrNameLst>
                                      </p:cBhvr>
                                      <p:to>
                                        <p:strVal val="visible"/>
                                      </p:to>
                                    </p:set>
                                    <p:animEffect transition="in" filter="wipe(up)">
                                      <p:cBhvr>
                                        <p:cTn id="78" dur="500"/>
                                        <p:tgtEl>
                                          <p:spTgt spid="18"/>
                                        </p:tgtEl>
                                      </p:cBhvr>
                                    </p:animEffect>
                                  </p:childTnLst>
                                </p:cTn>
                              </p:par>
                              <p:par>
                                <p:cTn id="79" presetID="22" presetClass="entr" presetSubtype="1" fill="hold" nodeType="withEffect">
                                  <p:stCondLst>
                                    <p:cond delay="0"/>
                                  </p:stCondLst>
                                  <p:childTnLst>
                                    <p:set>
                                      <p:cBhvr>
                                        <p:cTn id="80" dur="1" fill="hold">
                                          <p:stCondLst>
                                            <p:cond delay="0"/>
                                          </p:stCondLst>
                                        </p:cTn>
                                        <p:tgtEl>
                                          <p:spTgt spid="19"/>
                                        </p:tgtEl>
                                        <p:attrNameLst>
                                          <p:attrName>style.visibility</p:attrName>
                                        </p:attrNameLst>
                                      </p:cBhvr>
                                      <p:to>
                                        <p:strVal val="visible"/>
                                      </p:to>
                                    </p:set>
                                    <p:animEffect transition="in" filter="wipe(up)">
                                      <p:cBhvr>
                                        <p:cTn id="81" dur="500"/>
                                        <p:tgtEl>
                                          <p:spTgt spid="19"/>
                                        </p:tgtEl>
                                      </p:cBhvr>
                                    </p:animEffect>
                                  </p:childTnLst>
                                </p:cTn>
                              </p:par>
                              <p:par>
                                <p:cTn id="82" presetID="22" presetClass="entr" presetSubtype="1" fill="hold" nodeType="withEffect">
                                  <p:stCondLst>
                                    <p:cond delay="0"/>
                                  </p:stCondLst>
                                  <p:childTnLst>
                                    <p:set>
                                      <p:cBhvr>
                                        <p:cTn id="83" dur="1" fill="hold">
                                          <p:stCondLst>
                                            <p:cond delay="0"/>
                                          </p:stCondLst>
                                        </p:cTn>
                                        <p:tgtEl>
                                          <p:spTgt spid="20"/>
                                        </p:tgtEl>
                                        <p:attrNameLst>
                                          <p:attrName>style.visibility</p:attrName>
                                        </p:attrNameLst>
                                      </p:cBhvr>
                                      <p:to>
                                        <p:strVal val="visible"/>
                                      </p:to>
                                    </p:set>
                                    <p:animEffect transition="in" filter="wipe(up)">
                                      <p:cBhvr>
                                        <p:cTn id="84" dur="500"/>
                                        <p:tgtEl>
                                          <p:spTgt spid="20"/>
                                        </p:tgtEl>
                                      </p:cBhvr>
                                    </p:animEffect>
                                  </p:childTnLst>
                                </p:cTn>
                              </p:par>
                              <p:par>
                                <p:cTn id="85" presetID="22" presetClass="entr" presetSubtype="1" fill="hold" nodeType="withEffect">
                                  <p:stCondLst>
                                    <p:cond delay="0"/>
                                  </p:stCondLst>
                                  <p:childTnLst>
                                    <p:set>
                                      <p:cBhvr>
                                        <p:cTn id="86" dur="1" fill="hold">
                                          <p:stCondLst>
                                            <p:cond delay="0"/>
                                          </p:stCondLst>
                                        </p:cTn>
                                        <p:tgtEl>
                                          <p:spTgt spid="21"/>
                                        </p:tgtEl>
                                        <p:attrNameLst>
                                          <p:attrName>style.visibility</p:attrName>
                                        </p:attrNameLst>
                                      </p:cBhvr>
                                      <p:to>
                                        <p:strVal val="visible"/>
                                      </p:to>
                                    </p:set>
                                    <p:animEffect transition="in" filter="wipe(up)">
                                      <p:cBhvr>
                                        <p:cTn id="87" dur="500"/>
                                        <p:tgtEl>
                                          <p:spTgt spid="21"/>
                                        </p:tgtEl>
                                      </p:cBhvr>
                                    </p:animEffect>
                                  </p:childTnLst>
                                </p:cTn>
                              </p:par>
                              <p:par>
                                <p:cTn id="88" presetID="22" presetClass="entr" presetSubtype="1" fill="hold" nodeType="withEffect">
                                  <p:stCondLst>
                                    <p:cond delay="0"/>
                                  </p:stCondLst>
                                  <p:childTnLst>
                                    <p:set>
                                      <p:cBhvr>
                                        <p:cTn id="89" dur="1" fill="hold">
                                          <p:stCondLst>
                                            <p:cond delay="0"/>
                                          </p:stCondLst>
                                        </p:cTn>
                                        <p:tgtEl>
                                          <p:spTgt spid="22"/>
                                        </p:tgtEl>
                                        <p:attrNameLst>
                                          <p:attrName>style.visibility</p:attrName>
                                        </p:attrNameLst>
                                      </p:cBhvr>
                                      <p:to>
                                        <p:strVal val="visible"/>
                                      </p:to>
                                    </p:set>
                                    <p:animEffect transition="in" filter="wipe(up)">
                                      <p:cBhvr>
                                        <p:cTn id="90" dur="500"/>
                                        <p:tgtEl>
                                          <p:spTgt spid="22"/>
                                        </p:tgtEl>
                                      </p:cBhvr>
                                    </p:animEffect>
                                  </p:childTnLst>
                                </p:cTn>
                              </p:par>
                              <p:par>
                                <p:cTn id="91" presetID="22" presetClass="entr" presetSubtype="1" fill="hold" nodeType="withEffect">
                                  <p:stCondLst>
                                    <p:cond delay="0"/>
                                  </p:stCondLst>
                                  <p:childTnLst>
                                    <p:set>
                                      <p:cBhvr>
                                        <p:cTn id="92" dur="1" fill="hold">
                                          <p:stCondLst>
                                            <p:cond delay="0"/>
                                          </p:stCondLst>
                                        </p:cTn>
                                        <p:tgtEl>
                                          <p:spTgt spid="23"/>
                                        </p:tgtEl>
                                        <p:attrNameLst>
                                          <p:attrName>style.visibility</p:attrName>
                                        </p:attrNameLst>
                                      </p:cBhvr>
                                      <p:to>
                                        <p:strVal val="visible"/>
                                      </p:to>
                                    </p:set>
                                    <p:animEffect transition="in" filter="wipe(up)">
                                      <p:cBhvr>
                                        <p:cTn id="93" dur="500"/>
                                        <p:tgtEl>
                                          <p:spTgt spid="23"/>
                                        </p:tgtEl>
                                      </p:cBhvr>
                                    </p:animEffect>
                                  </p:childTnLst>
                                </p:cTn>
                              </p:par>
                              <p:par>
                                <p:cTn id="94" presetID="22" presetClass="entr" presetSubtype="1" fill="hold" nodeType="withEffect">
                                  <p:stCondLst>
                                    <p:cond delay="0"/>
                                  </p:stCondLst>
                                  <p:childTnLst>
                                    <p:set>
                                      <p:cBhvr>
                                        <p:cTn id="95" dur="1" fill="hold">
                                          <p:stCondLst>
                                            <p:cond delay="0"/>
                                          </p:stCondLst>
                                        </p:cTn>
                                        <p:tgtEl>
                                          <p:spTgt spid="24"/>
                                        </p:tgtEl>
                                        <p:attrNameLst>
                                          <p:attrName>style.visibility</p:attrName>
                                        </p:attrNameLst>
                                      </p:cBhvr>
                                      <p:to>
                                        <p:strVal val="visible"/>
                                      </p:to>
                                    </p:set>
                                    <p:animEffect transition="in" filter="wipe(up)">
                                      <p:cBhvr>
                                        <p:cTn id="96" dur="500"/>
                                        <p:tgtEl>
                                          <p:spTgt spid="24"/>
                                        </p:tgtEl>
                                      </p:cBhvr>
                                    </p:animEffect>
                                  </p:childTnLst>
                                </p:cTn>
                              </p:par>
                            </p:childTnLst>
                          </p:cTn>
                        </p:par>
                      </p:childTnLst>
                    </p:cTn>
                  </p:par>
                  <p:par>
                    <p:cTn id="97" fill="hold">
                      <p:stCondLst>
                        <p:cond delay="indefinite"/>
                      </p:stCondLst>
                      <p:childTnLst>
                        <p:par>
                          <p:cTn id="98" fill="hold">
                            <p:stCondLst>
                              <p:cond delay="0"/>
                            </p:stCondLst>
                            <p:childTnLst>
                              <p:par>
                                <p:cTn id="99" presetID="1" presetClass="emph" presetSubtype="2" fill="hold" nodeType="clickEffect">
                                  <p:stCondLst>
                                    <p:cond delay="0"/>
                                  </p:stCondLst>
                                  <p:childTnLst>
                                    <p:animClr clrSpc="rgb" dir="cw">
                                      <p:cBhvr>
                                        <p:cTn id="100" dur="1000" fill="hold"/>
                                        <p:tgtEl>
                                          <p:spTgt spid="4"/>
                                        </p:tgtEl>
                                        <p:attrNameLst>
                                          <p:attrName>fillcolor</p:attrName>
                                        </p:attrNameLst>
                                      </p:cBhvr>
                                      <p:to>
                                        <a:srgbClr val="00B050"/>
                                      </p:to>
                                    </p:animClr>
                                    <p:set>
                                      <p:cBhvr>
                                        <p:cTn id="101" dur="1000" fill="hold"/>
                                        <p:tgtEl>
                                          <p:spTgt spid="4"/>
                                        </p:tgtEl>
                                        <p:attrNameLst>
                                          <p:attrName>fill.type</p:attrName>
                                        </p:attrNameLst>
                                      </p:cBhvr>
                                      <p:to>
                                        <p:strVal val="solid"/>
                                      </p:to>
                                    </p:set>
                                    <p:set>
                                      <p:cBhvr>
                                        <p:cTn id="102" dur="1000" fill="hold"/>
                                        <p:tgtEl>
                                          <p:spTgt spid="4"/>
                                        </p:tgtEl>
                                        <p:attrNameLst>
                                          <p:attrName>fill.on</p:attrName>
                                        </p:attrNameLst>
                                      </p:cBhvr>
                                      <p:to>
                                        <p:strVal val="true"/>
                                      </p:to>
                                    </p:set>
                                  </p:childTnLst>
                                </p:cTn>
                              </p:par>
                            </p:childTnLst>
                          </p:cTn>
                        </p:par>
                        <p:par>
                          <p:cTn id="103" fill="hold">
                            <p:stCondLst>
                              <p:cond delay="1000"/>
                            </p:stCondLst>
                            <p:childTnLst>
                              <p:par>
                                <p:cTn id="104" presetID="1" presetClass="emph" presetSubtype="2" fill="hold" nodeType="afterEffect">
                                  <p:stCondLst>
                                    <p:cond delay="0"/>
                                  </p:stCondLst>
                                  <p:childTnLst>
                                    <p:animClr clrSpc="rgb" dir="cw">
                                      <p:cBhvr>
                                        <p:cTn id="105" dur="1000" fill="hold"/>
                                        <p:tgtEl>
                                          <p:spTgt spid="7"/>
                                        </p:tgtEl>
                                        <p:attrNameLst>
                                          <p:attrName>fillcolor</p:attrName>
                                        </p:attrNameLst>
                                      </p:cBhvr>
                                      <p:to>
                                        <a:srgbClr val="FF0000"/>
                                      </p:to>
                                    </p:animClr>
                                    <p:set>
                                      <p:cBhvr>
                                        <p:cTn id="106" dur="1000" fill="hold"/>
                                        <p:tgtEl>
                                          <p:spTgt spid="7"/>
                                        </p:tgtEl>
                                        <p:attrNameLst>
                                          <p:attrName>fill.type</p:attrName>
                                        </p:attrNameLst>
                                      </p:cBhvr>
                                      <p:to>
                                        <p:strVal val="solid"/>
                                      </p:to>
                                    </p:set>
                                    <p:set>
                                      <p:cBhvr>
                                        <p:cTn id="107" dur="1000" fill="hold"/>
                                        <p:tgtEl>
                                          <p:spTgt spid="7"/>
                                        </p:tgtEl>
                                        <p:attrNameLst>
                                          <p:attrName>fill.on</p:attrName>
                                        </p:attrNameLst>
                                      </p:cBhvr>
                                      <p:to>
                                        <p:strVal val="true"/>
                                      </p:to>
                                    </p:set>
                                  </p:childTnLst>
                                </p:cTn>
                              </p:par>
                              <p:par>
                                <p:cTn id="108" presetID="1" presetClass="emph" presetSubtype="2" fill="hold" nodeType="withEffect">
                                  <p:stCondLst>
                                    <p:cond delay="0"/>
                                  </p:stCondLst>
                                  <p:childTnLst>
                                    <p:animClr clrSpc="rgb" dir="cw">
                                      <p:cBhvr>
                                        <p:cTn id="109" dur="1000" fill="hold"/>
                                        <p:tgtEl>
                                          <p:spTgt spid="5"/>
                                        </p:tgtEl>
                                        <p:attrNameLst>
                                          <p:attrName>fillcolor</p:attrName>
                                        </p:attrNameLst>
                                      </p:cBhvr>
                                      <p:to>
                                        <a:srgbClr val="FF0000"/>
                                      </p:to>
                                    </p:animClr>
                                    <p:set>
                                      <p:cBhvr>
                                        <p:cTn id="110" dur="1000" fill="hold"/>
                                        <p:tgtEl>
                                          <p:spTgt spid="5"/>
                                        </p:tgtEl>
                                        <p:attrNameLst>
                                          <p:attrName>fill.type</p:attrName>
                                        </p:attrNameLst>
                                      </p:cBhvr>
                                      <p:to>
                                        <p:strVal val="solid"/>
                                      </p:to>
                                    </p:set>
                                    <p:set>
                                      <p:cBhvr>
                                        <p:cTn id="111" dur="1000" fill="hold"/>
                                        <p:tgtEl>
                                          <p:spTgt spid="5"/>
                                        </p:tgtEl>
                                        <p:attrNameLst>
                                          <p:attrName>fill.on</p:attrName>
                                        </p:attrNameLst>
                                      </p:cBhvr>
                                      <p:to>
                                        <p:strVal val="true"/>
                                      </p:to>
                                    </p:set>
                                  </p:childTnLst>
                                </p:cTn>
                              </p:par>
                              <p:par>
                                <p:cTn id="112" presetID="1" presetClass="emph" presetSubtype="2" fill="hold" nodeType="withEffect">
                                  <p:stCondLst>
                                    <p:cond delay="0"/>
                                  </p:stCondLst>
                                  <p:childTnLst>
                                    <p:animClr clrSpc="rgb" dir="cw">
                                      <p:cBhvr>
                                        <p:cTn id="113" dur="1000" fill="hold"/>
                                        <p:tgtEl>
                                          <p:spTgt spid="6"/>
                                        </p:tgtEl>
                                        <p:attrNameLst>
                                          <p:attrName>fillcolor</p:attrName>
                                        </p:attrNameLst>
                                      </p:cBhvr>
                                      <p:to>
                                        <a:srgbClr val="FF0000"/>
                                      </p:to>
                                    </p:animClr>
                                    <p:set>
                                      <p:cBhvr>
                                        <p:cTn id="114" dur="1000" fill="hold"/>
                                        <p:tgtEl>
                                          <p:spTgt spid="6"/>
                                        </p:tgtEl>
                                        <p:attrNameLst>
                                          <p:attrName>fill.type</p:attrName>
                                        </p:attrNameLst>
                                      </p:cBhvr>
                                      <p:to>
                                        <p:strVal val="solid"/>
                                      </p:to>
                                    </p:set>
                                    <p:set>
                                      <p:cBhvr>
                                        <p:cTn id="115" dur="1000" fill="hold"/>
                                        <p:tgtEl>
                                          <p:spTgt spid="6"/>
                                        </p:tgtEl>
                                        <p:attrNameLst>
                                          <p:attrName>fill.on</p:attrName>
                                        </p:attrNameLst>
                                      </p:cBhvr>
                                      <p:to>
                                        <p:strVal val="true"/>
                                      </p:to>
                                    </p:set>
                                  </p:childTnLst>
                                </p:cTn>
                              </p:par>
                            </p:childTnLst>
                          </p:cTn>
                        </p:par>
                        <p:par>
                          <p:cTn id="116" fill="hold">
                            <p:stCondLst>
                              <p:cond delay="2000"/>
                            </p:stCondLst>
                            <p:childTnLst>
                              <p:par>
                                <p:cTn id="117" presetID="1" presetClass="emph" presetSubtype="2" fill="hold" nodeType="afterEffect">
                                  <p:stCondLst>
                                    <p:cond delay="0"/>
                                  </p:stCondLst>
                                  <p:childTnLst>
                                    <p:animClr clrSpc="rgb" dir="cw">
                                      <p:cBhvr>
                                        <p:cTn id="118" dur="1000" fill="hold"/>
                                        <p:tgtEl>
                                          <p:spTgt spid="7"/>
                                        </p:tgtEl>
                                        <p:attrNameLst>
                                          <p:attrName>fillcolor</p:attrName>
                                        </p:attrNameLst>
                                      </p:cBhvr>
                                      <p:to>
                                        <a:srgbClr val="00B050"/>
                                      </p:to>
                                    </p:animClr>
                                    <p:set>
                                      <p:cBhvr>
                                        <p:cTn id="119" dur="1000" fill="hold"/>
                                        <p:tgtEl>
                                          <p:spTgt spid="7"/>
                                        </p:tgtEl>
                                        <p:attrNameLst>
                                          <p:attrName>fill.type</p:attrName>
                                        </p:attrNameLst>
                                      </p:cBhvr>
                                      <p:to>
                                        <p:strVal val="solid"/>
                                      </p:to>
                                    </p:set>
                                    <p:set>
                                      <p:cBhvr>
                                        <p:cTn id="120" dur="1000" fill="hold"/>
                                        <p:tgtEl>
                                          <p:spTgt spid="7"/>
                                        </p:tgtEl>
                                        <p:attrNameLst>
                                          <p:attrName>fill.on</p:attrName>
                                        </p:attrNameLst>
                                      </p:cBhvr>
                                      <p:to>
                                        <p:strVal val="true"/>
                                      </p:to>
                                    </p:set>
                                  </p:childTnLst>
                                </p:cTn>
                              </p:par>
                            </p:childTnLst>
                          </p:cTn>
                        </p:par>
                        <p:par>
                          <p:cTn id="121" fill="hold">
                            <p:stCondLst>
                              <p:cond delay="3000"/>
                            </p:stCondLst>
                            <p:childTnLst>
                              <p:par>
                                <p:cTn id="122" presetID="1" presetClass="emph" presetSubtype="2" fill="hold" nodeType="afterEffect">
                                  <p:stCondLst>
                                    <p:cond delay="0"/>
                                  </p:stCondLst>
                                  <p:childTnLst>
                                    <p:animClr clrSpc="rgb" dir="cw">
                                      <p:cBhvr>
                                        <p:cTn id="123" dur="1000" fill="hold"/>
                                        <p:tgtEl>
                                          <p:spTgt spid="9"/>
                                        </p:tgtEl>
                                        <p:attrNameLst>
                                          <p:attrName>fillcolor</p:attrName>
                                        </p:attrNameLst>
                                      </p:cBhvr>
                                      <p:to>
                                        <a:srgbClr val="FF0000"/>
                                      </p:to>
                                    </p:animClr>
                                    <p:set>
                                      <p:cBhvr>
                                        <p:cTn id="124" dur="1000" fill="hold"/>
                                        <p:tgtEl>
                                          <p:spTgt spid="9"/>
                                        </p:tgtEl>
                                        <p:attrNameLst>
                                          <p:attrName>fill.type</p:attrName>
                                        </p:attrNameLst>
                                      </p:cBhvr>
                                      <p:to>
                                        <p:strVal val="solid"/>
                                      </p:to>
                                    </p:set>
                                    <p:set>
                                      <p:cBhvr>
                                        <p:cTn id="125" dur="1000" fill="hold"/>
                                        <p:tgtEl>
                                          <p:spTgt spid="9"/>
                                        </p:tgtEl>
                                        <p:attrNameLst>
                                          <p:attrName>fill.on</p:attrName>
                                        </p:attrNameLst>
                                      </p:cBhvr>
                                      <p:to>
                                        <p:strVal val="true"/>
                                      </p:to>
                                    </p:set>
                                  </p:childTnLst>
                                </p:cTn>
                              </p:par>
                            </p:childTnLst>
                          </p:cTn>
                        </p:par>
                        <p:par>
                          <p:cTn id="126" fill="hold">
                            <p:stCondLst>
                              <p:cond delay="4000"/>
                            </p:stCondLst>
                            <p:childTnLst>
                              <p:par>
                                <p:cTn id="127" presetID="1" presetClass="emph" presetSubtype="2" fill="hold" nodeType="afterEffect">
                                  <p:stCondLst>
                                    <p:cond delay="0"/>
                                  </p:stCondLst>
                                  <p:childTnLst>
                                    <p:animClr clrSpc="rgb" dir="cw">
                                      <p:cBhvr>
                                        <p:cTn id="128" dur="1000" fill="hold"/>
                                        <p:tgtEl>
                                          <p:spTgt spid="5"/>
                                        </p:tgtEl>
                                        <p:attrNameLst>
                                          <p:attrName>fillcolor</p:attrName>
                                        </p:attrNameLst>
                                      </p:cBhvr>
                                      <p:to>
                                        <a:srgbClr val="00B050"/>
                                      </p:to>
                                    </p:animClr>
                                    <p:set>
                                      <p:cBhvr>
                                        <p:cTn id="129" dur="1000" fill="hold"/>
                                        <p:tgtEl>
                                          <p:spTgt spid="5"/>
                                        </p:tgtEl>
                                        <p:attrNameLst>
                                          <p:attrName>fill.type</p:attrName>
                                        </p:attrNameLst>
                                      </p:cBhvr>
                                      <p:to>
                                        <p:strVal val="solid"/>
                                      </p:to>
                                    </p:set>
                                    <p:set>
                                      <p:cBhvr>
                                        <p:cTn id="130" dur="1000" fill="hold"/>
                                        <p:tgtEl>
                                          <p:spTgt spid="5"/>
                                        </p:tgtEl>
                                        <p:attrNameLst>
                                          <p:attrName>fill.on</p:attrName>
                                        </p:attrNameLst>
                                      </p:cBhvr>
                                      <p:to>
                                        <p:strVal val="true"/>
                                      </p:to>
                                    </p:set>
                                  </p:childTnLst>
                                </p:cTn>
                              </p:par>
                            </p:childTnLst>
                          </p:cTn>
                        </p:par>
                        <p:par>
                          <p:cTn id="131" fill="hold">
                            <p:stCondLst>
                              <p:cond delay="5000"/>
                            </p:stCondLst>
                            <p:childTnLst>
                              <p:par>
                                <p:cTn id="132" presetID="1" presetClass="emph" presetSubtype="2" fill="hold" nodeType="afterEffect">
                                  <p:stCondLst>
                                    <p:cond delay="0"/>
                                  </p:stCondLst>
                                  <p:childTnLst>
                                    <p:animClr clrSpc="rgb" dir="cw">
                                      <p:cBhvr>
                                        <p:cTn id="133" dur="1000" fill="hold"/>
                                        <p:tgtEl>
                                          <p:spTgt spid="6"/>
                                        </p:tgtEl>
                                        <p:attrNameLst>
                                          <p:attrName>fillcolor</p:attrName>
                                        </p:attrNameLst>
                                      </p:cBhvr>
                                      <p:to>
                                        <a:srgbClr val="00B050"/>
                                      </p:to>
                                    </p:animClr>
                                    <p:set>
                                      <p:cBhvr>
                                        <p:cTn id="134" dur="1000" fill="hold"/>
                                        <p:tgtEl>
                                          <p:spTgt spid="6"/>
                                        </p:tgtEl>
                                        <p:attrNameLst>
                                          <p:attrName>fill.type</p:attrName>
                                        </p:attrNameLst>
                                      </p:cBhvr>
                                      <p:to>
                                        <p:strVal val="solid"/>
                                      </p:to>
                                    </p:set>
                                    <p:set>
                                      <p:cBhvr>
                                        <p:cTn id="135" dur="1000" fill="hold"/>
                                        <p:tgtEl>
                                          <p:spTgt spid="6"/>
                                        </p:tgtEl>
                                        <p:attrNameLst>
                                          <p:attrName>fill.on</p:attrName>
                                        </p:attrNameLst>
                                      </p:cBhvr>
                                      <p:to>
                                        <p:strVal val="true"/>
                                      </p:to>
                                    </p:set>
                                  </p:childTnLst>
                                </p:cTn>
                              </p:par>
                            </p:childTnLst>
                          </p:cTn>
                        </p:par>
                        <p:par>
                          <p:cTn id="136" fill="hold">
                            <p:stCondLst>
                              <p:cond delay="6000"/>
                            </p:stCondLst>
                            <p:childTnLst>
                              <p:par>
                                <p:cTn id="137" presetID="1" presetClass="emph" presetSubtype="2" fill="hold" nodeType="afterEffect">
                                  <p:stCondLst>
                                    <p:cond delay="0"/>
                                  </p:stCondLst>
                                  <p:childTnLst>
                                    <p:animClr clrSpc="rgb" dir="cw">
                                      <p:cBhvr>
                                        <p:cTn id="138" dur="1000" fill="hold"/>
                                        <p:tgtEl>
                                          <p:spTgt spid="13"/>
                                        </p:tgtEl>
                                        <p:attrNameLst>
                                          <p:attrName>fillcolor</p:attrName>
                                        </p:attrNameLst>
                                      </p:cBhvr>
                                      <p:to>
                                        <a:srgbClr val="FF0000"/>
                                      </p:to>
                                    </p:animClr>
                                    <p:set>
                                      <p:cBhvr>
                                        <p:cTn id="139" dur="1000" fill="hold"/>
                                        <p:tgtEl>
                                          <p:spTgt spid="13"/>
                                        </p:tgtEl>
                                        <p:attrNameLst>
                                          <p:attrName>fill.type</p:attrName>
                                        </p:attrNameLst>
                                      </p:cBhvr>
                                      <p:to>
                                        <p:strVal val="solid"/>
                                      </p:to>
                                    </p:set>
                                    <p:set>
                                      <p:cBhvr>
                                        <p:cTn id="140" dur="1000" fill="hold"/>
                                        <p:tgtEl>
                                          <p:spTgt spid="13"/>
                                        </p:tgtEl>
                                        <p:attrNameLst>
                                          <p:attrName>fill.on</p:attrName>
                                        </p:attrNameLst>
                                      </p:cBhvr>
                                      <p:to>
                                        <p:strVal val="true"/>
                                      </p:to>
                                    </p:set>
                                  </p:childTnLst>
                                </p:cTn>
                              </p:par>
                              <p:par>
                                <p:cTn id="141" presetID="1" presetClass="emph" presetSubtype="2" fill="hold" nodeType="withEffect">
                                  <p:stCondLst>
                                    <p:cond delay="0"/>
                                  </p:stCondLst>
                                  <p:childTnLst>
                                    <p:animClr clrSpc="rgb" dir="cw">
                                      <p:cBhvr>
                                        <p:cTn id="142" dur="1000" fill="hold"/>
                                        <p:tgtEl>
                                          <p:spTgt spid="8"/>
                                        </p:tgtEl>
                                        <p:attrNameLst>
                                          <p:attrName>fillcolor</p:attrName>
                                        </p:attrNameLst>
                                      </p:cBhvr>
                                      <p:to>
                                        <a:srgbClr val="FF0000"/>
                                      </p:to>
                                    </p:animClr>
                                    <p:set>
                                      <p:cBhvr>
                                        <p:cTn id="143" dur="1000" fill="hold"/>
                                        <p:tgtEl>
                                          <p:spTgt spid="8"/>
                                        </p:tgtEl>
                                        <p:attrNameLst>
                                          <p:attrName>fill.type</p:attrName>
                                        </p:attrNameLst>
                                      </p:cBhvr>
                                      <p:to>
                                        <p:strVal val="solid"/>
                                      </p:to>
                                    </p:set>
                                    <p:set>
                                      <p:cBhvr>
                                        <p:cTn id="144" dur="1000" fill="hold"/>
                                        <p:tgtEl>
                                          <p:spTgt spid="8"/>
                                        </p:tgtEl>
                                        <p:attrNameLst>
                                          <p:attrName>fill.on</p:attrName>
                                        </p:attrNameLst>
                                      </p:cBhvr>
                                      <p:to>
                                        <p:strVal val="true"/>
                                      </p:to>
                                    </p:set>
                                  </p:childTnLst>
                                </p:cTn>
                              </p:par>
                              <p:par>
                                <p:cTn id="145" presetID="1" presetClass="emph" presetSubtype="2" fill="hold" nodeType="withEffect">
                                  <p:stCondLst>
                                    <p:cond delay="0"/>
                                  </p:stCondLst>
                                  <p:childTnLst>
                                    <p:animClr clrSpc="rgb" dir="cw">
                                      <p:cBhvr>
                                        <p:cTn id="146" dur="1000" fill="hold"/>
                                        <p:tgtEl>
                                          <p:spTgt spid="14"/>
                                        </p:tgtEl>
                                        <p:attrNameLst>
                                          <p:attrName>fillcolor</p:attrName>
                                        </p:attrNameLst>
                                      </p:cBhvr>
                                      <p:to>
                                        <a:srgbClr val="FF0000"/>
                                      </p:to>
                                    </p:animClr>
                                    <p:set>
                                      <p:cBhvr>
                                        <p:cTn id="147" dur="1000" fill="hold"/>
                                        <p:tgtEl>
                                          <p:spTgt spid="14"/>
                                        </p:tgtEl>
                                        <p:attrNameLst>
                                          <p:attrName>fill.type</p:attrName>
                                        </p:attrNameLst>
                                      </p:cBhvr>
                                      <p:to>
                                        <p:strVal val="solid"/>
                                      </p:to>
                                    </p:set>
                                    <p:set>
                                      <p:cBhvr>
                                        <p:cTn id="148" dur="1000" fill="hold"/>
                                        <p:tgtEl>
                                          <p:spTgt spid="14"/>
                                        </p:tgtEl>
                                        <p:attrNameLst>
                                          <p:attrName>fill.on</p:attrName>
                                        </p:attrNameLst>
                                      </p:cBhvr>
                                      <p:to>
                                        <p:strVal val="true"/>
                                      </p:to>
                                    </p:set>
                                  </p:childTnLst>
                                </p:cTn>
                              </p:par>
                            </p:childTnLst>
                          </p:cTn>
                        </p:par>
                        <p:par>
                          <p:cTn id="149" fill="hold">
                            <p:stCondLst>
                              <p:cond delay="7000"/>
                            </p:stCondLst>
                            <p:childTnLst>
                              <p:par>
                                <p:cTn id="150" presetID="1" presetClass="emph" presetSubtype="2" fill="hold" nodeType="afterEffect">
                                  <p:stCondLst>
                                    <p:cond delay="0"/>
                                  </p:stCondLst>
                                  <p:childTnLst>
                                    <p:animClr clrSpc="rgb" dir="cw">
                                      <p:cBhvr>
                                        <p:cTn id="151" dur="1000" fill="hold"/>
                                        <p:tgtEl>
                                          <p:spTgt spid="9"/>
                                        </p:tgtEl>
                                        <p:attrNameLst>
                                          <p:attrName>fillcolor</p:attrName>
                                        </p:attrNameLst>
                                      </p:cBhvr>
                                      <p:to>
                                        <a:srgbClr val="00B050"/>
                                      </p:to>
                                    </p:animClr>
                                    <p:set>
                                      <p:cBhvr>
                                        <p:cTn id="152" dur="1000" fill="hold"/>
                                        <p:tgtEl>
                                          <p:spTgt spid="9"/>
                                        </p:tgtEl>
                                        <p:attrNameLst>
                                          <p:attrName>fill.type</p:attrName>
                                        </p:attrNameLst>
                                      </p:cBhvr>
                                      <p:to>
                                        <p:strVal val="solid"/>
                                      </p:to>
                                    </p:set>
                                    <p:set>
                                      <p:cBhvr>
                                        <p:cTn id="153" dur="1000" fill="hold"/>
                                        <p:tgtEl>
                                          <p:spTgt spid="9"/>
                                        </p:tgtEl>
                                        <p:attrNameLst>
                                          <p:attrName>fill.on</p:attrName>
                                        </p:attrNameLst>
                                      </p:cBhvr>
                                      <p:to>
                                        <p:strVal val="true"/>
                                      </p:to>
                                    </p:set>
                                  </p:childTnLst>
                                </p:cTn>
                              </p:par>
                            </p:childTnLst>
                          </p:cTn>
                        </p:par>
                        <p:par>
                          <p:cTn id="154" fill="hold">
                            <p:stCondLst>
                              <p:cond delay="8000"/>
                            </p:stCondLst>
                            <p:childTnLst>
                              <p:par>
                                <p:cTn id="155" presetID="1" presetClass="emph" presetSubtype="2" fill="hold" nodeType="afterEffect">
                                  <p:stCondLst>
                                    <p:cond delay="0"/>
                                  </p:stCondLst>
                                  <p:childTnLst>
                                    <p:animClr clrSpc="rgb" dir="cw">
                                      <p:cBhvr>
                                        <p:cTn id="156" dur="1000" fill="hold"/>
                                        <p:tgtEl>
                                          <p:spTgt spid="12"/>
                                        </p:tgtEl>
                                        <p:attrNameLst>
                                          <p:attrName>fillcolor</p:attrName>
                                        </p:attrNameLst>
                                      </p:cBhvr>
                                      <p:to>
                                        <a:srgbClr val="FF0000"/>
                                      </p:to>
                                    </p:animClr>
                                    <p:set>
                                      <p:cBhvr>
                                        <p:cTn id="157" dur="1000" fill="hold"/>
                                        <p:tgtEl>
                                          <p:spTgt spid="12"/>
                                        </p:tgtEl>
                                        <p:attrNameLst>
                                          <p:attrName>fill.type</p:attrName>
                                        </p:attrNameLst>
                                      </p:cBhvr>
                                      <p:to>
                                        <p:strVal val="solid"/>
                                      </p:to>
                                    </p:set>
                                    <p:set>
                                      <p:cBhvr>
                                        <p:cTn id="158" dur="1000" fill="hold"/>
                                        <p:tgtEl>
                                          <p:spTgt spid="12"/>
                                        </p:tgtEl>
                                        <p:attrNameLst>
                                          <p:attrName>fill.on</p:attrName>
                                        </p:attrNameLst>
                                      </p:cBhvr>
                                      <p:to>
                                        <p:strVal val="true"/>
                                      </p:to>
                                    </p:set>
                                  </p:childTnLst>
                                </p:cTn>
                              </p:par>
                              <p:par>
                                <p:cTn id="159" presetID="1" presetClass="emph" presetSubtype="2" fill="hold" nodeType="withEffect">
                                  <p:stCondLst>
                                    <p:cond delay="0"/>
                                  </p:stCondLst>
                                  <p:childTnLst>
                                    <p:animClr clrSpc="rgb" dir="cw">
                                      <p:cBhvr>
                                        <p:cTn id="160" dur="1000" fill="hold"/>
                                        <p:tgtEl>
                                          <p:spTgt spid="11"/>
                                        </p:tgtEl>
                                        <p:attrNameLst>
                                          <p:attrName>fillcolor</p:attrName>
                                        </p:attrNameLst>
                                      </p:cBhvr>
                                      <p:to>
                                        <a:srgbClr val="FF0000"/>
                                      </p:to>
                                    </p:animClr>
                                    <p:set>
                                      <p:cBhvr>
                                        <p:cTn id="161" dur="1000" fill="hold"/>
                                        <p:tgtEl>
                                          <p:spTgt spid="11"/>
                                        </p:tgtEl>
                                        <p:attrNameLst>
                                          <p:attrName>fill.type</p:attrName>
                                        </p:attrNameLst>
                                      </p:cBhvr>
                                      <p:to>
                                        <p:strVal val="solid"/>
                                      </p:to>
                                    </p:set>
                                    <p:set>
                                      <p:cBhvr>
                                        <p:cTn id="162" dur="1000" fill="hold"/>
                                        <p:tgtEl>
                                          <p:spTgt spid="11"/>
                                        </p:tgtEl>
                                        <p:attrNameLst>
                                          <p:attrName>fill.on</p:attrName>
                                        </p:attrNameLst>
                                      </p:cBhvr>
                                      <p:to>
                                        <p:strVal val="true"/>
                                      </p:to>
                                    </p:set>
                                  </p:childTnLst>
                                </p:cTn>
                              </p:par>
                              <p:par>
                                <p:cTn id="163" presetID="1" presetClass="emph" presetSubtype="2" fill="hold" nodeType="withEffect">
                                  <p:stCondLst>
                                    <p:cond delay="0"/>
                                  </p:stCondLst>
                                  <p:childTnLst>
                                    <p:animClr clrSpc="rgb" dir="cw">
                                      <p:cBhvr>
                                        <p:cTn id="164" dur="1000" fill="hold"/>
                                        <p:tgtEl>
                                          <p:spTgt spid="10"/>
                                        </p:tgtEl>
                                        <p:attrNameLst>
                                          <p:attrName>fillcolor</p:attrName>
                                        </p:attrNameLst>
                                      </p:cBhvr>
                                      <p:to>
                                        <a:srgbClr val="FF0000"/>
                                      </p:to>
                                    </p:animClr>
                                    <p:set>
                                      <p:cBhvr>
                                        <p:cTn id="165" dur="1000" fill="hold"/>
                                        <p:tgtEl>
                                          <p:spTgt spid="10"/>
                                        </p:tgtEl>
                                        <p:attrNameLst>
                                          <p:attrName>fill.type</p:attrName>
                                        </p:attrNameLst>
                                      </p:cBhvr>
                                      <p:to>
                                        <p:strVal val="solid"/>
                                      </p:to>
                                    </p:set>
                                    <p:set>
                                      <p:cBhvr>
                                        <p:cTn id="166" dur="1000" fill="hold"/>
                                        <p:tgtEl>
                                          <p:spTgt spid="10"/>
                                        </p:tgtEl>
                                        <p:attrNameLst>
                                          <p:attrName>fill.on</p:attrName>
                                        </p:attrNameLst>
                                      </p:cBhvr>
                                      <p:to>
                                        <p:strVal val="true"/>
                                      </p:to>
                                    </p:set>
                                  </p:childTnLst>
                                </p:cTn>
                              </p:par>
                            </p:childTnLst>
                          </p:cTn>
                        </p:par>
                        <p:par>
                          <p:cTn id="167" fill="hold">
                            <p:stCondLst>
                              <p:cond delay="9000"/>
                            </p:stCondLst>
                            <p:childTnLst>
                              <p:par>
                                <p:cTn id="168" presetID="1" presetClass="emph" presetSubtype="2" fill="hold" nodeType="afterEffect">
                                  <p:stCondLst>
                                    <p:cond delay="0"/>
                                  </p:stCondLst>
                                  <p:childTnLst>
                                    <p:animClr clrSpc="rgb" dir="cw">
                                      <p:cBhvr>
                                        <p:cTn id="169" dur="1000" fill="hold"/>
                                        <p:tgtEl>
                                          <p:spTgt spid="13"/>
                                        </p:tgtEl>
                                        <p:attrNameLst>
                                          <p:attrName>fillcolor</p:attrName>
                                        </p:attrNameLst>
                                      </p:cBhvr>
                                      <p:to>
                                        <a:srgbClr val="00B050"/>
                                      </p:to>
                                    </p:animClr>
                                    <p:set>
                                      <p:cBhvr>
                                        <p:cTn id="170" dur="1000" fill="hold"/>
                                        <p:tgtEl>
                                          <p:spTgt spid="13"/>
                                        </p:tgtEl>
                                        <p:attrNameLst>
                                          <p:attrName>fill.type</p:attrName>
                                        </p:attrNameLst>
                                      </p:cBhvr>
                                      <p:to>
                                        <p:strVal val="solid"/>
                                      </p:to>
                                    </p:set>
                                    <p:set>
                                      <p:cBhvr>
                                        <p:cTn id="171" dur="1000" fill="hold"/>
                                        <p:tgtEl>
                                          <p:spTgt spid="13"/>
                                        </p:tgtEl>
                                        <p:attrNameLst>
                                          <p:attrName>fill.on</p:attrName>
                                        </p:attrNameLst>
                                      </p:cBhvr>
                                      <p:to>
                                        <p:strVal val="true"/>
                                      </p:to>
                                    </p:set>
                                  </p:childTnLst>
                                </p:cTn>
                              </p:par>
                            </p:childTnLst>
                          </p:cTn>
                        </p:par>
                        <p:par>
                          <p:cTn id="172" fill="hold">
                            <p:stCondLst>
                              <p:cond delay="10000"/>
                            </p:stCondLst>
                            <p:childTnLst>
                              <p:par>
                                <p:cTn id="173" presetID="1" presetClass="emph" presetSubtype="2" fill="hold" nodeType="afterEffect">
                                  <p:stCondLst>
                                    <p:cond delay="0"/>
                                  </p:stCondLst>
                                  <p:childTnLst>
                                    <p:animClr clrSpc="rgb" dir="cw">
                                      <p:cBhvr>
                                        <p:cTn id="174" dur="1000" fill="hold"/>
                                        <p:tgtEl>
                                          <p:spTgt spid="8"/>
                                        </p:tgtEl>
                                        <p:attrNameLst>
                                          <p:attrName>fillcolor</p:attrName>
                                        </p:attrNameLst>
                                      </p:cBhvr>
                                      <p:to>
                                        <a:srgbClr val="00B050"/>
                                      </p:to>
                                    </p:animClr>
                                    <p:set>
                                      <p:cBhvr>
                                        <p:cTn id="175" dur="1000" fill="hold"/>
                                        <p:tgtEl>
                                          <p:spTgt spid="8"/>
                                        </p:tgtEl>
                                        <p:attrNameLst>
                                          <p:attrName>fill.type</p:attrName>
                                        </p:attrNameLst>
                                      </p:cBhvr>
                                      <p:to>
                                        <p:strVal val="solid"/>
                                      </p:to>
                                    </p:set>
                                    <p:set>
                                      <p:cBhvr>
                                        <p:cTn id="176" dur="1000" fill="hold"/>
                                        <p:tgtEl>
                                          <p:spTgt spid="8"/>
                                        </p:tgtEl>
                                        <p:attrNameLst>
                                          <p:attrName>fill.on</p:attrName>
                                        </p:attrNameLst>
                                      </p:cBhvr>
                                      <p:to>
                                        <p:strVal val="true"/>
                                      </p:to>
                                    </p:set>
                                  </p:childTnLst>
                                </p:cTn>
                              </p:par>
                            </p:childTnLst>
                          </p:cTn>
                        </p:par>
                        <p:par>
                          <p:cTn id="177" fill="hold">
                            <p:stCondLst>
                              <p:cond delay="11000"/>
                            </p:stCondLst>
                            <p:childTnLst>
                              <p:par>
                                <p:cTn id="178" presetID="1" presetClass="emph" presetSubtype="2" fill="hold" nodeType="afterEffect">
                                  <p:stCondLst>
                                    <p:cond delay="0"/>
                                  </p:stCondLst>
                                  <p:childTnLst>
                                    <p:animClr clrSpc="rgb" dir="cw">
                                      <p:cBhvr>
                                        <p:cTn id="179" dur="1000" fill="hold"/>
                                        <p:tgtEl>
                                          <p:spTgt spid="14"/>
                                        </p:tgtEl>
                                        <p:attrNameLst>
                                          <p:attrName>fillcolor</p:attrName>
                                        </p:attrNameLst>
                                      </p:cBhvr>
                                      <p:to>
                                        <a:srgbClr val="00B050"/>
                                      </p:to>
                                    </p:animClr>
                                    <p:set>
                                      <p:cBhvr>
                                        <p:cTn id="180" dur="1000" fill="hold"/>
                                        <p:tgtEl>
                                          <p:spTgt spid="14"/>
                                        </p:tgtEl>
                                        <p:attrNameLst>
                                          <p:attrName>fill.type</p:attrName>
                                        </p:attrNameLst>
                                      </p:cBhvr>
                                      <p:to>
                                        <p:strVal val="solid"/>
                                      </p:to>
                                    </p:set>
                                    <p:set>
                                      <p:cBhvr>
                                        <p:cTn id="181" dur="1000" fill="hold"/>
                                        <p:tgtEl>
                                          <p:spTgt spid="14"/>
                                        </p:tgtEl>
                                        <p:attrNameLst>
                                          <p:attrName>fill.on</p:attrName>
                                        </p:attrNameLst>
                                      </p:cBhvr>
                                      <p:to>
                                        <p:strVal val="true"/>
                                      </p:to>
                                    </p:set>
                                  </p:childTnLst>
                                </p:cTn>
                              </p:par>
                            </p:childTnLst>
                          </p:cTn>
                        </p:par>
                        <p:par>
                          <p:cTn id="182" fill="hold">
                            <p:stCondLst>
                              <p:cond delay="12000"/>
                            </p:stCondLst>
                            <p:childTnLst>
                              <p:par>
                                <p:cTn id="183" presetID="1" presetClass="emph" presetSubtype="2" fill="hold" nodeType="afterEffect">
                                  <p:stCondLst>
                                    <p:cond delay="0"/>
                                  </p:stCondLst>
                                  <p:childTnLst>
                                    <p:animClr clrSpc="rgb" dir="cw">
                                      <p:cBhvr>
                                        <p:cTn id="184" dur="1000" fill="hold"/>
                                        <p:tgtEl>
                                          <p:spTgt spid="10"/>
                                        </p:tgtEl>
                                        <p:attrNameLst>
                                          <p:attrName>fillcolor</p:attrName>
                                        </p:attrNameLst>
                                      </p:cBhvr>
                                      <p:to>
                                        <a:srgbClr val="00B050"/>
                                      </p:to>
                                    </p:animClr>
                                    <p:set>
                                      <p:cBhvr>
                                        <p:cTn id="185" dur="1000" fill="hold"/>
                                        <p:tgtEl>
                                          <p:spTgt spid="10"/>
                                        </p:tgtEl>
                                        <p:attrNameLst>
                                          <p:attrName>fill.type</p:attrName>
                                        </p:attrNameLst>
                                      </p:cBhvr>
                                      <p:to>
                                        <p:strVal val="solid"/>
                                      </p:to>
                                    </p:set>
                                    <p:set>
                                      <p:cBhvr>
                                        <p:cTn id="186" dur="1000" fill="hold"/>
                                        <p:tgtEl>
                                          <p:spTgt spid="10"/>
                                        </p:tgtEl>
                                        <p:attrNameLst>
                                          <p:attrName>fill.on</p:attrName>
                                        </p:attrNameLst>
                                      </p:cBhvr>
                                      <p:to>
                                        <p:strVal val="true"/>
                                      </p:to>
                                    </p:set>
                                  </p:childTnLst>
                                </p:cTn>
                              </p:par>
                            </p:childTnLst>
                          </p:cTn>
                        </p:par>
                        <p:par>
                          <p:cTn id="187" fill="hold">
                            <p:stCondLst>
                              <p:cond delay="13000"/>
                            </p:stCondLst>
                            <p:childTnLst>
                              <p:par>
                                <p:cTn id="188" presetID="1" presetClass="emph" presetSubtype="2" fill="hold" nodeType="afterEffect">
                                  <p:stCondLst>
                                    <p:cond delay="0"/>
                                  </p:stCondLst>
                                  <p:childTnLst>
                                    <p:animClr clrSpc="rgb" dir="cw">
                                      <p:cBhvr>
                                        <p:cTn id="189" dur="1000" fill="hold"/>
                                        <p:tgtEl>
                                          <p:spTgt spid="11"/>
                                        </p:tgtEl>
                                        <p:attrNameLst>
                                          <p:attrName>fillcolor</p:attrName>
                                        </p:attrNameLst>
                                      </p:cBhvr>
                                      <p:to>
                                        <a:srgbClr val="00B050"/>
                                      </p:to>
                                    </p:animClr>
                                    <p:set>
                                      <p:cBhvr>
                                        <p:cTn id="190" dur="1000" fill="hold"/>
                                        <p:tgtEl>
                                          <p:spTgt spid="11"/>
                                        </p:tgtEl>
                                        <p:attrNameLst>
                                          <p:attrName>fill.type</p:attrName>
                                        </p:attrNameLst>
                                      </p:cBhvr>
                                      <p:to>
                                        <p:strVal val="solid"/>
                                      </p:to>
                                    </p:set>
                                    <p:set>
                                      <p:cBhvr>
                                        <p:cTn id="191" dur="1000" fill="hold"/>
                                        <p:tgtEl>
                                          <p:spTgt spid="11"/>
                                        </p:tgtEl>
                                        <p:attrNameLst>
                                          <p:attrName>fill.on</p:attrName>
                                        </p:attrNameLst>
                                      </p:cBhvr>
                                      <p:to>
                                        <p:strVal val="true"/>
                                      </p:to>
                                    </p:set>
                                  </p:childTnLst>
                                </p:cTn>
                              </p:par>
                            </p:childTnLst>
                          </p:cTn>
                        </p:par>
                        <p:par>
                          <p:cTn id="192" fill="hold">
                            <p:stCondLst>
                              <p:cond delay="14000"/>
                            </p:stCondLst>
                            <p:childTnLst>
                              <p:par>
                                <p:cTn id="193" presetID="1" presetClass="emph" presetSubtype="2" fill="hold" nodeType="afterEffect">
                                  <p:stCondLst>
                                    <p:cond delay="0"/>
                                  </p:stCondLst>
                                  <p:childTnLst>
                                    <p:animClr clrSpc="rgb" dir="cw">
                                      <p:cBhvr>
                                        <p:cTn id="194" dur="1000" fill="hold"/>
                                        <p:tgtEl>
                                          <p:spTgt spid="12"/>
                                        </p:tgtEl>
                                        <p:attrNameLst>
                                          <p:attrName>fillcolor</p:attrName>
                                        </p:attrNameLst>
                                      </p:cBhvr>
                                      <p:to>
                                        <a:srgbClr val="00B050"/>
                                      </p:to>
                                    </p:animClr>
                                    <p:set>
                                      <p:cBhvr>
                                        <p:cTn id="195" dur="1000" fill="hold"/>
                                        <p:tgtEl>
                                          <p:spTgt spid="12"/>
                                        </p:tgtEl>
                                        <p:attrNameLst>
                                          <p:attrName>fill.type</p:attrName>
                                        </p:attrNameLst>
                                      </p:cBhvr>
                                      <p:to>
                                        <p:strVal val="solid"/>
                                      </p:to>
                                    </p:set>
                                    <p:set>
                                      <p:cBhvr>
                                        <p:cTn id="196" dur="1000" fill="hold"/>
                                        <p:tgtEl>
                                          <p:spTgt spid="12"/>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7" grpId="0"/>
      <p:bldP spid="2038" grpId="0" uiExpand="1" build="p"/>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51"/>
        <p:cNvGrpSpPr/>
        <p:nvPr/>
      </p:nvGrpSpPr>
      <p:grpSpPr>
        <a:xfrm>
          <a:off x="0" y="0"/>
          <a:ext cx="0" cy="0"/>
          <a:chOff x="0" y="0"/>
          <a:chExt cx="0" cy="0"/>
        </a:xfrm>
      </p:grpSpPr>
      <p:sp>
        <p:nvSpPr>
          <p:cNvPr id="2152" name="Google Shape;2152;p35"/>
          <p:cNvSpPr txBox="1">
            <a:spLocks noGrp="1"/>
          </p:cNvSpPr>
          <p:nvPr>
            <p:ph type="title" idx="2"/>
          </p:nvPr>
        </p:nvSpPr>
        <p:spPr>
          <a:xfrm>
            <a:off x="4362197" y="1053071"/>
            <a:ext cx="419604" cy="7548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dirty="0"/>
              <a:t>3</a:t>
            </a:r>
            <a:endParaRPr dirty="0"/>
          </a:p>
        </p:txBody>
      </p:sp>
      <p:sp>
        <p:nvSpPr>
          <p:cNvPr id="2153" name="Google Shape;2153;p35"/>
          <p:cNvSpPr txBox="1">
            <a:spLocks noGrp="1"/>
          </p:cNvSpPr>
          <p:nvPr>
            <p:ph type="title"/>
          </p:nvPr>
        </p:nvSpPr>
        <p:spPr>
          <a:xfrm>
            <a:off x="1933285" y="1913325"/>
            <a:ext cx="5277429" cy="131685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fr-FR" dirty="0"/>
              <a:t>algorithme de parcours en profondeur</a:t>
            </a:r>
          </a:p>
        </p:txBody>
      </p:sp>
      <p:sp>
        <p:nvSpPr>
          <p:cNvPr id="2154" name="Google Shape;2154;p35"/>
          <p:cNvSpPr txBox="1">
            <a:spLocks noGrp="1"/>
          </p:cNvSpPr>
          <p:nvPr>
            <p:ph type="subTitle" idx="1"/>
          </p:nvPr>
        </p:nvSpPr>
        <p:spPr>
          <a:xfrm>
            <a:off x="2549400" y="3230175"/>
            <a:ext cx="4045200" cy="700500"/>
          </a:xfrm>
          <a:prstGeom prst="rect">
            <a:avLst/>
          </a:prstGeom>
        </p:spPr>
        <p:txBody>
          <a:bodyPr spcFirstLastPara="1" wrap="square" lIns="0" tIns="0" rIns="0" bIns="0" anchor="t" anchorCtr="0">
            <a:noAutofit/>
          </a:bodyPr>
          <a:lstStyle/>
          <a:p>
            <a:pPr marL="0" lvl="0" indent="0" algn="ctr" rtl="0">
              <a:spcBef>
                <a:spcPts val="0"/>
              </a:spcBef>
              <a:spcAft>
                <a:spcPts val="0"/>
              </a:spcAft>
              <a:buNone/>
            </a:pPr>
            <a:r>
              <a:rPr lang="fr-FR" dirty="0" err="1"/>
              <a:t>Depth</a:t>
            </a:r>
            <a:r>
              <a:rPr lang="fr-FR" dirty="0"/>
              <a:t>-First </a:t>
            </a:r>
            <a:r>
              <a:rPr lang="fr-FR" dirty="0" err="1"/>
              <a:t>Search</a:t>
            </a:r>
            <a:r>
              <a:rPr lang="fr-FR" dirty="0"/>
              <a:t> en anglais</a:t>
            </a:r>
          </a:p>
        </p:txBody>
      </p:sp>
    </p:spTree>
    <p:extLst>
      <p:ext uri="{BB962C8B-B14F-4D97-AF65-F5344CB8AC3E}">
        <p14:creationId xmlns:p14="http://schemas.microsoft.com/office/powerpoint/2010/main" val="2848195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withEffect">
                                  <p:stCondLst>
                                    <p:cond delay="0"/>
                                  </p:stCondLst>
                                  <p:childTnLst>
                                    <p:set>
                                      <p:cBhvr>
                                        <p:cTn id="6" dur="1" fill="hold">
                                          <p:stCondLst>
                                            <p:cond delay="0"/>
                                          </p:stCondLst>
                                        </p:cTn>
                                        <p:tgtEl>
                                          <p:spTgt spid="2152"/>
                                        </p:tgtEl>
                                        <p:attrNameLst>
                                          <p:attrName>style.visibility</p:attrName>
                                        </p:attrNameLst>
                                      </p:cBhvr>
                                      <p:to>
                                        <p:strVal val="visible"/>
                                      </p:to>
                                    </p:set>
                                    <p:animEffect transition="in" filter="barn(outVertical)">
                                      <p:cBhvr>
                                        <p:cTn id="7" dur="500"/>
                                        <p:tgtEl>
                                          <p:spTgt spid="2152"/>
                                        </p:tgtEl>
                                      </p:cBhvr>
                                    </p:animEffect>
                                  </p:childTnLst>
                                </p:cTn>
                              </p:par>
                              <p:par>
                                <p:cTn id="8" presetID="53" presetClass="entr" presetSubtype="16" fill="hold" grpId="0" nodeType="withEffect">
                                  <p:stCondLst>
                                    <p:cond delay="250"/>
                                  </p:stCondLst>
                                  <p:childTnLst>
                                    <p:set>
                                      <p:cBhvr>
                                        <p:cTn id="9" dur="1" fill="hold">
                                          <p:stCondLst>
                                            <p:cond delay="0"/>
                                          </p:stCondLst>
                                        </p:cTn>
                                        <p:tgtEl>
                                          <p:spTgt spid="2153"/>
                                        </p:tgtEl>
                                        <p:attrNameLst>
                                          <p:attrName>style.visibility</p:attrName>
                                        </p:attrNameLst>
                                      </p:cBhvr>
                                      <p:to>
                                        <p:strVal val="visible"/>
                                      </p:to>
                                    </p:set>
                                    <p:anim calcmode="lin" valueType="num">
                                      <p:cBhvr>
                                        <p:cTn id="10" dur="500" fill="hold"/>
                                        <p:tgtEl>
                                          <p:spTgt spid="2153"/>
                                        </p:tgtEl>
                                        <p:attrNameLst>
                                          <p:attrName>ppt_w</p:attrName>
                                        </p:attrNameLst>
                                      </p:cBhvr>
                                      <p:tavLst>
                                        <p:tav tm="0">
                                          <p:val>
                                            <p:fltVal val="0"/>
                                          </p:val>
                                        </p:tav>
                                        <p:tav tm="100000">
                                          <p:val>
                                            <p:strVal val="#ppt_w"/>
                                          </p:val>
                                        </p:tav>
                                      </p:tavLst>
                                    </p:anim>
                                    <p:anim calcmode="lin" valueType="num">
                                      <p:cBhvr>
                                        <p:cTn id="11" dur="500" fill="hold"/>
                                        <p:tgtEl>
                                          <p:spTgt spid="2153"/>
                                        </p:tgtEl>
                                        <p:attrNameLst>
                                          <p:attrName>ppt_h</p:attrName>
                                        </p:attrNameLst>
                                      </p:cBhvr>
                                      <p:tavLst>
                                        <p:tav tm="0">
                                          <p:val>
                                            <p:fltVal val="0"/>
                                          </p:val>
                                        </p:tav>
                                        <p:tav tm="100000">
                                          <p:val>
                                            <p:strVal val="#ppt_h"/>
                                          </p:val>
                                        </p:tav>
                                      </p:tavLst>
                                    </p:anim>
                                    <p:animEffect transition="in" filter="fade">
                                      <p:cBhvr>
                                        <p:cTn id="12" dur="500"/>
                                        <p:tgtEl>
                                          <p:spTgt spid="2153"/>
                                        </p:tgtEl>
                                      </p:cBhvr>
                                    </p:animEffect>
                                  </p:childTnLst>
                                </p:cTn>
                              </p:par>
                              <p:par>
                                <p:cTn id="13" presetID="22" presetClass="entr" presetSubtype="8" fill="hold" grpId="0" nodeType="withEffect">
                                  <p:stCondLst>
                                    <p:cond delay="500"/>
                                  </p:stCondLst>
                                  <p:childTnLst>
                                    <p:set>
                                      <p:cBhvr>
                                        <p:cTn id="14" dur="1" fill="hold">
                                          <p:stCondLst>
                                            <p:cond delay="0"/>
                                          </p:stCondLst>
                                        </p:cTn>
                                        <p:tgtEl>
                                          <p:spTgt spid="2154">
                                            <p:txEl>
                                              <p:pRg st="0" end="0"/>
                                            </p:txEl>
                                          </p:spTgt>
                                        </p:tgtEl>
                                        <p:attrNameLst>
                                          <p:attrName>style.visibility</p:attrName>
                                        </p:attrNameLst>
                                      </p:cBhvr>
                                      <p:to>
                                        <p:strVal val="visible"/>
                                      </p:to>
                                    </p:set>
                                    <p:animEffect transition="in" filter="wipe(left)">
                                      <p:cBhvr>
                                        <p:cTn id="15" dur="500"/>
                                        <p:tgtEl>
                                          <p:spTgt spid="215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2" grpId="0"/>
      <p:bldP spid="2153" grpId="0"/>
      <p:bldP spid="2154"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0"/>
        <p:cNvGrpSpPr/>
        <p:nvPr/>
      </p:nvGrpSpPr>
      <p:grpSpPr>
        <a:xfrm>
          <a:off x="0" y="0"/>
          <a:ext cx="0" cy="0"/>
          <a:chOff x="0" y="0"/>
          <a:chExt cx="0" cy="0"/>
        </a:xfrm>
      </p:grpSpPr>
      <p:sp>
        <p:nvSpPr>
          <p:cNvPr id="1911" name="Google Shape;1911;p28"/>
          <p:cNvSpPr txBox="1">
            <a:spLocks noGrp="1"/>
          </p:cNvSpPr>
          <p:nvPr>
            <p:ph type="title"/>
          </p:nvPr>
        </p:nvSpPr>
        <p:spPr>
          <a:xfrm>
            <a:off x="4914175" y="1363133"/>
            <a:ext cx="1573122" cy="5871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dirty="0"/>
              <a:t>Définition</a:t>
            </a:r>
            <a:endParaRPr dirty="0"/>
          </a:p>
        </p:txBody>
      </p:sp>
      <p:sp>
        <p:nvSpPr>
          <p:cNvPr id="1912" name="Google Shape;1912;p28"/>
          <p:cNvSpPr txBox="1">
            <a:spLocks noGrp="1"/>
          </p:cNvSpPr>
          <p:nvPr>
            <p:ph type="subTitle" idx="1"/>
          </p:nvPr>
        </p:nvSpPr>
        <p:spPr>
          <a:xfrm>
            <a:off x="4914175" y="2309031"/>
            <a:ext cx="3509700" cy="1977673"/>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fr-FR" dirty="0"/>
              <a:t>Il se décrit naturellement de manière </a:t>
            </a:r>
            <a:r>
              <a:rPr lang="fr-FR" b="1" dirty="0"/>
              <a:t>récursive</a:t>
            </a:r>
            <a:r>
              <a:rPr lang="fr-FR" dirty="0"/>
              <a:t>.</a:t>
            </a:r>
          </a:p>
          <a:p>
            <a:pPr marL="0" lvl="0" indent="0" algn="l" rtl="0">
              <a:spcBef>
                <a:spcPts val="0"/>
              </a:spcBef>
              <a:spcAft>
                <a:spcPts val="0"/>
              </a:spcAft>
              <a:buNone/>
            </a:pPr>
            <a:r>
              <a:rPr lang="fr-FR" dirty="0"/>
              <a:t>Son application la plus simple consiste à déterminer s'il existe un chemin d'un sommet à un autre.</a:t>
            </a:r>
            <a:endParaRPr dirty="0"/>
          </a:p>
        </p:txBody>
      </p:sp>
      <p:pic>
        <p:nvPicPr>
          <p:cNvPr id="3" name="Picture 2" descr="Graphical user interface, application&#10;&#10;Description automatically generated">
            <a:extLst>
              <a:ext uri="{FF2B5EF4-FFF2-40B4-BE49-F238E27FC236}">
                <a16:creationId xmlns:a16="http://schemas.microsoft.com/office/drawing/2014/main" id="{CC10AA7A-EC6F-4081-92F1-FC8184F988B2}"/>
              </a:ext>
            </a:extLst>
          </p:cNvPr>
          <p:cNvPicPr>
            <a:picLocks noChangeAspect="1"/>
          </p:cNvPicPr>
          <p:nvPr/>
        </p:nvPicPr>
        <p:blipFill rotWithShape="1">
          <a:blip r:embed="rId3"/>
          <a:srcRect l="56893" t="19696" r="7874" b="15439"/>
          <a:stretch/>
        </p:blipFill>
        <p:spPr>
          <a:xfrm>
            <a:off x="1366490" y="1845633"/>
            <a:ext cx="2068688" cy="1452234"/>
          </a:xfrm>
          <a:prstGeom prst="rect">
            <a:avLst/>
          </a:prstGeom>
        </p:spPr>
      </p:pic>
      <p:sp>
        <p:nvSpPr>
          <p:cNvPr id="25" name="TextBox 24">
            <a:extLst>
              <a:ext uri="{FF2B5EF4-FFF2-40B4-BE49-F238E27FC236}">
                <a16:creationId xmlns:a16="http://schemas.microsoft.com/office/drawing/2014/main" id="{BA6F5D4A-60CF-482C-ACD0-424547C9298A}"/>
              </a:ext>
            </a:extLst>
          </p:cNvPr>
          <p:cNvSpPr txBox="1"/>
          <p:nvPr/>
        </p:nvSpPr>
        <p:spPr>
          <a:xfrm>
            <a:off x="1943817" y="3297867"/>
            <a:ext cx="914033" cy="307777"/>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wrap="none" rtlCol="0">
            <a:spAutoFit/>
          </a:bodyPr>
          <a:lstStyle/>
          <a:p>
            <a:r>
              <a:rPr lang="en-US" dirty="0"/>
              <a:t>ADFCEB</a:t>
            </a:r>
            <a:endParaRPr lang="fr-FR" dirty="0"/>
          </a:p>
        </p:txBody>
      </p:sp>
    </p:spTree>
    <p:extLst>
      <p:ext uri="{BB962C8B-B14F-4D97-AF65-F5344CB8AC3E}">
        <p14:creationId xmlns:p14="http://schemas.microsoft.com/office/powerpoint/2010/main" val="2593724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1911"/>
                                        </p:tgtEl>
                                        <p:attrNameLst>
                                          <p:attrName>style.visibility</p:attrName>
                                        </p:attrNameLst>
                                      </p:cBhvr>
                                      <p:to>
                                        <p:strVal val="visible"/>
                                      </p:to>
                                    </p:set>
                                    <p:animEffect transition="in" filter="wipe(up)">
                                      <p:cBhvr>
                                        <p:cTn id="7" dur="500"/>
                                        <p:tgtEl>
                                          <p:spTgt spid="1911"/>
                                        </p:tgtEl>
                                      </p:cBhvr>
                                    </p:animEffect>
                                  </p:childTnLst>
                                </p:cTn>
                              </p:par>
                              <p:par>
                                <p:cTn id="8" presetID="14" presetClass="entr" presetSubtype="10" fill="hold" nodeType="withEffect">
                                  <p:stCondLst>
                                    <p:cond delay="250"/>
                                  </p:stCondLst>
                                  <p:childTnLst>
                                    <p:set>
                                      <p:cBhvr>
                                        <p:cTn id="9" dur="1" fill="hold">
                                          <p:stCondLst>
                                            <p:cond delay="0"/>
                                          </p:stCondLst>
                                        </p:cTn>
                                        <p:tgtEl>
                                          <p:spTgt spid="3"/>
                                        </p:tgtEl>
                                        <p:attrNameLst>
                                          <p:attrName>style.visibility</p:attrName>
                                        </p:attrNameLst>
                                      </p:cBhvr>
                                      <p:to>
                                        <p:strVal val="visible"/>
                                      </p:to>
                                    </p:set>
                                    <p:animEffect transition="in" filter="randombar(horizontal)">
                                      <p:cBhvr>
                                        <p:cTn id="10" dur="500"/>
                                        <p:tgtEl>
                                          <p:spTgt spid="3"/>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912">
                                            <p:txEl>
                                              <p:pRg st="0" end="0"/>
                                            </p:txEl>
                                          </p:spTgt>
                                        </p:tgtEl>
                                        <p:attrNameLst>
                                          <p:attrName>style.visibility</p:attrName>
                                        </p:attrNameLst>
                                      </p:cBhvr>
                                      <p:to>
                                        <p:strVal val="visible"/>
                                      </p:to>
                                    </p:set>
                                    <p:animEffect transition="in" filter="wipe(left)">
                                      <p:cBhvr>
                                        <p:cTn id="13" dur="500"/>
                                        <p:tgtEl>
                                          <p:spTgt spid="1912">
                                            <p:txEl>
                                              <p:pRg st="0" end="0"/>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912">
                                            <p:txEl>
                                              <p:pRg st="1" end="1"/>
                                            </p:txEl>
                                          </p:spTgt>
                                        </p:tgtEl>
                                        <p:attrNameLst>
                                          <p:attrName>style.visibility</p:attrName>
                                        </p:attrNameLst>
                                      </p:cBhvr>
                                      <p:to>
                                        <p:strVal val="visible"/>
                                      </p:to>
                                    </p:set>
                                    <p:animEffect transition="in" filter="wipe(left)">
                                      <p:cBhvr>
                                        <p:cTn id="16" dur="500"/>
                                        <p:tgtEl>
                                          <p:spTgt spid="1912">
                                            <p:txEl>
                                              <p:pRg st="1" end="1"/>
                                            </p:txEl>
                                          </p:spTgt>
                                        </p:tgtEl>
                                      </p:cBhvr>
                                    </p:animEffect>
                                  </p:childTnLst>
                                </p:cTn>
                              </p:par>
                            </p:childTnLst>
                          </p:cTn>
                        </p:par>
                        <p:par>
                          <p:cTn id="17" fill="hold">
                            <p:stCondLst>
                              <p:cond delay="750"/>
                            </p:stCondLst>
                            <p:childTnLst>
                              <p:par>
                                <p:cTn id="18" presetID="22" presetClass="entr" presetSubtype="4" fill="hold" grpId="0" nodeType="after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wipe(down)">
                                      <p:cBhvr>
                                        <p:cTn id="20"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1" grpId="0"/>
      <p:bldP spid="1912" grpId="0" uiExpand="1" build="p"/>
      <p:bldP spid="2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36"/>
        <p:cNvGrpSpPr/>
        <p:nvPr/>
      </p:nvGrpSpPr>
      <p:grpSpPr>
        <a:xfrm>
          <a:off x="0" y="0"/>
          <a:ext cx="0" cy="0"/>
          <a:chOff x="0" y="0"/>
          <a:chExt cx="0" cy="0"/>
        </a:xfrm>
      </p:grpSpPr>
      <p:sp>
        <p:nvSpPr>
          <p:cNvPr id="2037" name="Google Shape;2037;p30"/>
          <p:cNvSpPr txBox="1">
            <a:spLocks noGrp="1"/>
          </p:cNvSpPr>
          <p:nvPr>
            <p:ph type="title"/>
          </p:nvPr>
        </p:nvSpPr>
        <p:spPr>
          <a:xfrm>
            <a:off x="720000" y="1137337"/>
            <a:ext cx="3509700" cy="6330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dirty="0"/>
              <a:t>Principe</a:t>
            </a:r>
            <a:endParaRPr dirty="0"/>
          </a:p>
        </p:txBody>
      </p:sp>
      <p:sp>
        <p:nvSpPr>
          <p:cNvPr id="2038" name="Google Shape;2038;p30"/>
          <p:cNvSpPr txBox="1">
            <a:spLocks noGrp="1"/>
          </p:cNvSpPr>
          <p:nvPr>
            <p:ph type="subTitle" idx="1"/>
          </p:nvPr>
        </p:nvSpPr>
        <p:spPr>
          <a:xfrm>
            <a:off x="720000" y="1770336"/>
            <a:ext cx="3509700" cy="264868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fr-FR" dirty="0"/>
              <a:t>Explore les sommets possibles (à partir d'une racine donnée) sur chaque branche avant de revenir en arrière.</a:t>
            </a:r>
          </a:p>
          <a:p>
            <a:pPr marL="0" lvl="0" indent="0" algn="l" rtl="0">
              <a:spcBef>
                <a:spcPts val="0"/>
              </a:spcBef>
              <a:spcAft>
                <a:spcPts val="0"/>
              </a:spcAft>
              <a:buNone/>
            </a:pPr>
            <a:endParaRPr lang="fr-FR" dirty="0"/>
          </a:p>
          <a:p>
            <a:pPr marL="0" lvl="0" indent="0" algn="l" rtl="0">
              <a:spcBef>
                <a:spcPts val="0"/>
              </a:spcBef>
              <a:spcAft>
                <a:spcPts val="0"/>
              </a:spcAft>
              <a:buNone/>
            </a:pPr>
            <a:r>
              <a:rPr lang="fr-FR" dirty="0"/>
              <a:t>À chaque visite d'un nœud :</a:t>
            </a:r>
          </a:p>
          <a:p>
            <a:pPr marL="285750" lvl="0" indent="-285750" algn="l" rtl="0">
              <a:spcBef>
                <a:spcPts val="0"/>
              </a:spcBef>
              <a:spcAft>
                <a:spcPts val="0"/>
              </a:spcAft>
              <a:buFont typeface="Arial" panose="020B0604020202020204" pitchFamily="34" charset="0"/>
              <a:buChar char="•"/>
            </a:pPr>
            <a:r>
              <a:rPr lang="fr-FR" dirty="0"/>
              <a:t>Marquer le sommet actuel comme étant visité.</a:t>
            </a:r>
          </a:p>
          <a:p>
            <a:pPr marL="285750" lvl="0" indent="-285750" algn="l" rtl="0">
              <a:spcBef>
                <a:spcPts val="0"/>
              </a:spcBef>
              <a:spcAft>
                <a:spcPts val="0"/>
              </a:spcAft>
              <a:buFont typeface="Arial" panose="020B0604020202020204" pitchFamily="34" charset="0"/>
              <a:buChar char="•"/>
            </a:pPr>
            <a:r>
              <a:rPr lang="fr-FR" dirty="0"/>
              <a:t>Explorer chaque sommet adjacent qui n'est pas inclus dans l'ensemble visité.</a:t>
            </a:r>
            <a:endParaRPr dirty="0"/>
          </a:p>
        </p:txBody>
      </p:sp>
      <p:sp>
        <p:nvSpPr>
          <p:cNvPr id="5" name="Flowchart: Connector 4">
            <a:extLst>
              <a:ext uri="{FF2B5EF4-FFF2-40B4-BE49-F238E27FC236}">
                <a16:creationId xmlns:a16="http://schemas.microsoft.com/office/drawing/2014/main" id="{52442A6A-B3F4-4495-A231-E739D7BFD76D}"/>
              </a:ext>
            </a:extLst>
          </p:cNvPr>
          <p:cNvSpPr/>
          <p:nvPr/>
        </p:nvSpPr>
        <p:spPr>
          <a:xfrm>
            <a:off x="6378172" y="1137337"/>
            <a:ext cx="309510" cy="309510"/>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300" dirty="0"/>
              <a:t>A</a:t>
            </a:r>
            <a:endParaRPr lang="fr-FR" sz="1300" dirty="0"/>
          </a:p>
        </p:txBody>
      </p:sp>
      <p:sp>
        <p:nvSpPr>
          <p:cNvPr id="6" name="Flowchart: Connector 5">
            <a:extLst>
              <a:ext uri="{FF2B5EF4-FFF2-40B4-BE49-F238E27FC236}">
                <a16:creationId xmlns:a16="http://schemas.microsoft.com/office/drawing/2014/main" id="{D1F1940C-06AD-4B2E-A918-10FE23FC20B9}"/>
              </a:ext>
            </a:extLst>
          </p:cNvPr>
          <p:cNvSpPr/>
          <p:nvPr/>
        </p:nvSpPr>
        <p:spPr>
          <a:xfrm>
            <a:off x="6386499" y="2135731"/>
            <a:ext cx="309510" cy="309510"/>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300" dirty="0"/>
              <a:t>C</a:t>
            </a:r>
            <a:endParaRPr lang="fr-FR" sz="1300" dirty="0"/>
          </a:p>
        </p:txBody>
      </p:sp>
      <p:sp>
        <p:nvSpPr>
          <p:cNvPr id="7" name="Flowchart: Connector 6">
            <a:extLst>
              <a:ext uri="{FF2B5EF4-FFF2-40B4-BE49-F238E27FC236}">
                <a16:creationId xmlns:a16="http://schemas.microsoft.com/office/drawing/2014/main" id="{88012DBA-371E-4285-8C6F-5DA9B3E39D19}"/>
              </a:ext>
            </a:extLst>
          </p:cNvPr>
          <p:cNvSpPr/>
          <p:nvPr/>
        </p:nvSpPr>
        <p:spPr>
          <a:xfrm>
            <a:off x="7803564" y="2135731"/>
            <a:ext cx="309510" cy="309510"/>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300" dirty="0"/>
              <a:t>D</a:t>
            </a:r>
            <a:endParaRPr lang="fr-FR" sz="1300" dirty="0"/>
          </a:p>
        </p:txBody>
      </p:sp>
      <p:sp>
        <p:nvSpPr>
          <p:cNvPr id="8" name="Flowchart: Connector 7">
            <a:extLst>
              <a:ext uri="{FF2B5EF4-FFF2-40B4-BE49-F238E27FC236}">
                <a16:creationId xmlns:a16="http://schemas.microsoft.com/office/drawing/2014/main" id="{80E53EAE-C845-4BE3-8484-5D319F993959}"/>
              </a:ext>
            </a:extLst>
          </p:cNvPr>
          <p:cNvSpPr/>
          <p:nvPr/>
        </p:nvSpPr>
        <p:spPr>
          <a:xfrm>
            <a:off x="5212185" y="2135731"/>
            <a:ext cx="309510" cy="309510"/>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300" dirty="0"/>
              <a:t>B</a:t>
            </a:r>
            <a:endParaRPr lang="fr-FR" sz="1300" dirty="0"/>
          </a:p>
        </p:txBody>
      </p:sp>
      <p:sp>
        <p:nvSpPr>
          <p:cNvPr id="9" name="Flowchart: Connector 8">
            <a:extLst>
              <a:ext uri="{FF2B5EF4-FFF2-40B4-BE49-F238E27FC236}">
                <a16:creationId xmlns:a16="http://schemas.microsoft.com/office/drawing/2014/main" id="{9C93457E-58CA-481C-BC6F-A1AAF8102F3A}"/>
              </a:ext>
            </a:extLst>
          </p:cNvPr>
          <p:cNvSpPr/>
          <p:nvPr/>
        </p:nvSpPr>
        <p:spPr>
          <a:xfrm>
            <a:off x="7803564" y="3136521"/>
            <a:ext cx="309510" cy="309510"/>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300" dirty="0"/>
              <a:t>G</a:t>
            </a:r>
            <a:endParaRPr lang="fr-FR" sz="1300" dirty="0"/>
          </a:p>
        </p:txBody>
      </p:sp>
      <p:sp>
        <p:nvSpPr>
          <p:cNvPr id="10" name="Flowchart: Connector 9">
            <a:extLst>
              <a:ext uri="{FF2B5EF4-FFF2-40B4-BE49-F238E27FC236}">
                <a16:creationId xmlns:a16="http://schemas.microsoft.com/office/drawing/2014/main" id="{72B30BCA-756A-43EC-AB27-7840CE4C8113}"/>
              </a:ext>
            </a:extLst>
          </p:cNvPr>
          <p:cNvSpPr/>
          <p:nvPr/>
        </p:nvSpPr>
        <p:spPr>
          <a:xfrm>
            <a:off x="5212185" y="2875869"/>
            <a:ext cx="309510" cy="309510"/>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300" dirty="0"/>
              <a:t>E</a:t>
            </a:r>
            <a:endParaRPr lang="fr-FR" sz="1300" dirty="0"/>
          </a:p>
        </p:txBody>
      </p:sp>
      <p:sp>
        <p:nvSpPr>
          <p:cNvPr id="11" name="Flowchart: Connector 10">
            <a:extLst>
              <a:ext uri="{FF2B5EF4-FFF2-40B4-BE49-F238E27FC236}">
                <a16:creationId xmlns:a16="http://schemas.microsoft.com/office/drawing/2014/main" id="{B4B0646A-FE40-4C2E-BF99-148EF5849704}"/>
              </a:ext>
            </a:extLst>
          </p:cNvPr>
          <p:cNvSpPr/>
          <p:nvPr/>
        </p:nvSpPr>
        <p:spPr>
          <a:xfrm>
            <a:off x="4572000" y="3616960"/>
            <a:ext cx="309510" cy="309510"/>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300" dirty="0"/>
              <a:t>I</a:t>
            </a:r>
            <a:endParaRPr lang="fr-FR" sz="1300" dirty="0"/>
          </a:p>
        </p:txBody>
      </p:sp>
      <p:sp>
        <p:nvSpPr>
          <p:cNvPr id="12" name="Flowchart: Connector 11">
            <a:extLst>
              <a:ext uri="{FF2B5EF4-FFF2-40B4-BE49-F238E27FC236}">
                <a16:creationId xmlns:a16="http://schemas.microsoft.com/office/drawing/2014/main" id="{2E68FE24-7544-496E-A90F-2DA155747C46}"/>
              </a:ext>
            </a:extLst>
          </p:cNvPr>
          <p:cNvSpPr/>
          <p:nvPr/>
        </p:nvSpPr>
        <p:spPr>
          <a:xfrm>
            <a:off x="5221714" y="3616006"/>
            <a:ext cx="309510" cy="309510"/>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300" dirty="0"/>
              <a:t>J</a:t>
            </a:r>
            <a:endParaRPr lang="fr-FR" sz="1300" dirty="0"/>
          </a:p>
        </p:txBody>
      </p:sp>
      <p:sp>
        <p:nvSpPr>
          <p:cNvPr id="13" name="Flowchart: Connector 12">
            <a:extLst>
              <a:ext uri="{FF2B5EF4-FFF2-40B4-BE49-F238E27FC236}">
                <a16:creationId xmlns:a16="http://schemas.microsoft.com/office/drawing/2014/main" id="{8D983AED-C317-43A3-B2EB-9C4D0EF123C6}"/>
              </a:ext>
            </a:extLst>
          </p:cNvPr>
          <p:cNvSpPr/>
          <p:nvPr/>
        </p:nvSpPr>
        <p:spPr>
          <a:xfrm>
            <a:off x="5871429" y="3616006"/>
            <a:ext cx="309510" cy="309510"/>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300" dirty="0"/>
              <a:t>K</a:t>
            </a:r>
            <a:endParaRPr lang="fr-FR" sz="1300" dirty="0"/>
          </a:p>
        </p:txBody>
      </p:sp>
      <p:sp>
        <p:nvSpPr>
          <p:cNvPr id="14" name="Flowchart: Connector 13">
            <a:extLst>
              <a:ext uri="{FF2B5EF4-FFF2-40B4-BE49-F238E27FC236}">
                <a16:creationId xmlns:a16="http://schemas.microsoft.com/office/drawing/2014/main" id="{F035711E-0086-4121-A8A7-387DD212D9B5}"/>
              </a:ext>
            </a:extLst>
          </p:cNvPr>
          <p:cNvSpPr/>
          <p:nvPr/>
        </p:nvSpPr>
        <p:spPr>
          <a:xfrm>
            <a:off x="6973693" y="3136521"/>
            <a:ext cx="309510" cy="309510"/>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300" dirty="0"/>
              <a:t>F</a:t>
            </a:r>
            <a:endParaRPr lang="fr-FR" sz="1300" dirty="0"/>
          </a:p>
        </p:txBody>
      </p:sp>
      <p:sp>
        <p:nvSpPr>
          <p:cNvPr id="15" name="Flowchart: Connector 14">
            <a:extLst>
              <a:ext uri="{FF2B5EF4-FFF2-40B4-BE49-F238E27FC236}">
                <a16:creationId xmlns:a16="http://schemas.microsoft.com/office/drawing/2014/main" id="{52C1A500-613D-4C33-9D3D-36D0E3796977}"/>
              </a:ext>
            </a:extLst>
          </p:cNvPr>
          <p:cNvSpPr/>
          <p:nvPr/>
        </p:nvSpPr>
        <p:spPr>
          <a:xfrm>
            <a:off x="8633436" y="3136521"/>
            <a:ext cx="309510" cy="309510"/>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300" dirty="0"/>
              <a:t>H</a:t>
            </a:r>
            <a:endParaRPr lang="fr-FR" sz="1300" dirty="0"/>
          </a:p>
        </p:txBody>
      </p:sp>
      <p:cxnSp>
        <p:nvCxnSpPr>
          <p:cNvPr id="16" name="Straight Arrow Connector 15">
            <a:extLst>
              <a:ext uri="{FF2B5EF4-FFF2-40B4-BE49-F238E27FC236}">
                <a16:creationId xmlns:a16="http://schemas.microsoft.com/office/drawing/2014/main" id="{5D2EC873-7D3B-44C0-821E-610C0EF8B2EE}"/>
              </a:ext>
            </a:extLst>
          </p:cNvPr>
          <p:cNvCxnSpPr>
            <a:stCxn id="5" idx="3"/>
            <a:endCxn id="8" idx="7"/>
          </p:cNvCxnSpPr>
          <p:nvPr/>
        </p:nvCxnSpPr>
        <p:spPr>
          <a:xfrm flipH="1">
            <a:off x="5476369" y="1401521"/>
            <a:ext cx="947130" cy="779537"/>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17" name="Straight Arrow Connector 16">
            <a:extLst>
              <a:ext uri="{FF2B5EF4-FFF2-40B4-BE49-F238E27FC236}">
                <a16:creationId xmlns:a16="http://schemas.microsoft.com/office/drawing/2014/main" id="{61FADC67-5E7B-4E9D-97B5-E0E385F43AEC}"/>
              </a:ext>
            </a:extLst>
          </p:cNvPr>
          <p:cNvCxnSpPr>
            <a:stCxn id="5" idx="4"/>
            <a:endCxn id="6" idx="0"/>
          </p:cNvCxnSpPr>
          <p:nvPr/>
        </p:nvCxnSpPr>
        <p:spPr>
          <a:xfrm>
            <a:off x="6532927" y="1446847"/>
            <a:ext cx="8327" cy="688884"/>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18" name="Straight Arrow Connector 17">
            <a:extLst>
              <a:ext uri="{FF2B5EF4-FFF2-40B4-BE49-F238E27FC236}">
                <a16:creationId xmlns:a16="http://schemas.microsoft.com/office/drawing/2014/main" id="{B893207A-A719-4D94-BFD3-C8AF33BB70DD}"/>
              </a:ext>
            </a:extLst>
          </p:cNvPr>
          <p:cNvCxnSpPr>
            <a:stCxn id="5" idx="5"/>
            <a:endCxn id="7" idx="1"/>
          </p:cNvCxnSpPr>
          <p:nvPr/>
        </p:nvCxnSpPr>
        <p:spPr>
          <a:xfrm>
            <a:off x="6642356" y="1401521"/>
            <a:ext cx="1206535" cy="779537"/>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19" name="Straight Arrow Connector 18">
            <a:extLst>
              <a:ext uri="{FF2B5EF4-FFF2-40B4-BE49-F238E27FC236}">
                <a16:creationId xmlns:a16="http://schemas.microsoft.com/office/drawing/2014/main" id="{EAC63830-30F9-4F98-9FE8-460F60DD693D}"/>
              </a:ext>
            </a:extLst>
          </p:cNvPr>
          <p:cNvCxnSpPr>
            <a:stCxn id="8" idx="4"/>
            <a:endCxn id="10" idx="0"/>
          </p:cNvCxnSpPr>
          <p:nvPr/>
        </p:nvCxnSpPr>
        <p:spPr>
          <a:xfrm>
            <a:off x="5366940" y="2445242"/>
            <a:ext cx="0" cy="430627"/>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20" name="Straight Arrow Connector 19">
            <a:extLst>
              <a:ext uri="{FF2B5EF4-FFF2-40B4-BE49-F238E27FC236}">
                <a16:creationId xmlns:a16="http://schemas.microsoft.com/office/drawing/2014/main" id="{47F105EE-EC48-4E48-972B-DF6A5A889B83}"/>
              </a:ext>
            </a:extLst>
          </p:cNvPr>
          <p:cNvCxnSpPr>
            <a:stCxn id="10" idx="3"/>
            <a:endCxn id="11" idx="0"/>
          </p:cNvCxnSpPr>
          <p:nvPr/>
        </p:nvCxnSpPr>
        <p:spPr>
          <a:xfrm flipH="1">
            <a:off x="4726755" y="3140052"/>
            <a:ext cx="530756" cy="476907"/>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21" name="Straight Arrow Connector 20">
            <a:extLst>
              <a:ext uri="{FF2B5EF4-FFF2-40B4-BE49-F238E27FC236}">
                <a16:creationId xmlns:a16="http://schemas.microsoft.com/office/drawing/2014/main" id="{F0843FA0-1D35-43B7-B638-0A11ADF13128}"/>
              </a:ext>
            </a:extLst>
          </p:cNvPr>
          <p:cNvCxnSpPr>
            <a:stCxn id="10" idx="4"/>
            <a:endCxn id="12" idx="0"/>
          </p:cNvCxnSpPr>
          <p:nvPr/>
        </p:nvCxnSpPr>
        <p:spPr>
          <a:xfrm>
            <a:off x="5366940" y="3185379"/>
            <a:ext cx="9530" cy="430627"/>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22" name="Straight Arrow Connector 21">
            <a:extLst>
              <a:ext uri="{FF2B5EF4-FFF2-40B4-BE49-F238E27FC236}">
                <a16:creationId xmlns:a16="http://schemas.microsoft.com/office/drawing/2014/main" id="{AD10D4E2-565D-49F2-A04F-FCFA3986B75F}"/>
              </a:ext>
            </a:extLst>
          </p:cNvPr>
          <p:cNvCxnSpPr>
            <a:stCxn id="10" idx="5"/>
            <a:endCxn id="13" idx="0"/>
          </p:cNvCxnSpPr>
          <p:nvPr/>
        </p:nvCxnSpPr>
        <p:spPr>
          <a:xfrm>
            <a:off x="5476369" y="3140052"/>
            <a:ext cx="549815" cy="475953"/>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23" name="Straight Arrow Connector 22">
            <a:extLst>
              <a:ext uri="{FF2B5EF4-FFF2-40B4-BE49-F238E27FC236}">
                <a16:creationId xmlns:a16="http://schemas.microsoft.com/office/drawing/2014/main" id="{1FA9C465-87EB-4804-8205-9A90D4CDAA2E}"/>
              </a:ext>
            </a:extLst>
          </p:cNvPr>
          <p:cNvCxnSpPr>
            <a:stCxn id="7" idx="3"/>
            <a:endCxn id="14" idx="0"/>
          </p:cNvCxnSpPr>
          <p:nvPr/>
        </p:nvCxnSpPr>
        <p:spPr>
          <a:xfrm flipH="1">
            <a:off x="7128448" y="2399915"/>
            <a:ext cx="720443" cy="736606"/>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24" name="Straight Arrow Connector 23">
            <a:extLst>
              <a:ext uri="{FF2B5EF4-FFF2-40B4-BE49-F238E27FC236}">
                <a16:creationId xmlns:a16="http://schemas.microsoft.com/office/drawing/2014/main" id="{C21A992F-91F6-45BB-97F3-68A93F301316}"/>
              </a:ext>
            </a:extLst>
          </p:cNvPr>
          <p:cNvCxnSpPr>
            <a:stCxn id="7" idx="4"/>
            <a:endCxn id="9" idx="0"/>
          </p:cNvCxnSpPr>
          <p:nvPr/>
        </p:nvCxnSpPr>
        <p:spPr>
          <a:xfrm>
            <a:off x="7958319" y="2445242"/>
            <a:ext cx="0" cy="69128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25" name="Straight Arrow Connector 24">
            <a:extLst>
              <a:ext uri="{FF2B5EF4-FFF2-40B4-BE49-F238E27FC236}">
                <a16:creationId xmlns:a16="http://schemas.microsoft.com/office/drawing/2014/main" id="{C792FEC8-0678-4F56-AFFC-D912442A3A51}"/>
              </a:ext>
            </a:extLst>
          </p:cNvPr>
          <p:cNvCxnSpPr>
            <a:stCxn id="7" idx="5"/>
            <a:endCxn id="15" idx="0"/>
          </p:cNvCxnSpPr>
          <p:nvPr/>
        </p:nvCxnSpPr>
        <p:spPr>
          <a:xfrm>
            <a:off x="8067748" y="2399915"/>
            <a:ext cx="720443" cy="736606"/>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Tree>
    <p:extLst>
      <p:ext uri="{BB962C8B-B14F-4D97-AF65-F5344CB8AC3E}">
        <p14:creationId xmlns:p14="http://schemas.microsoft.com/office/powerpoint/2010/main" val="3328048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37"/>
                                        </p:tgtEl>
                                        <p:attrNameLst>
                                          <p:attrName>style.visibility</p:attrName>
                                        </p:attrNameLst>
                                      </p:cBhvr>
                                      <p:to>
                                        <p:strVal val="visible"/>
                                      </p:to>
                                    </p:set>
                                    <p:animEffect transition="in" filter="fade">
                                      <p:cBhvr>
                                        <p:cTn id="7" dur="500"/>
                                        <p:tgtEl>
                                          <p:spTgt spid="2037"/>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038">
                                            <p:txEl>
                                              <p:pRg st="0" end="0"/>
                                            </p:txEl>
                                          </p:spTgt>
                                        </p:tgtEl>
                                        <p:attrNameLst>
                                          <p:attrName>style.visibility</p:attrName>
                                        </p:attrNameLst>
                                      </p:cBhvr>
                                      <p:to>
                                        <p:strVal val="visible"/>
                                      </p:to>
                                    </p:set>
                                    <p:animEffect transition="in" filter="wipe(left)">
                                      <p:cBhvr>
                                        <p:cTn id="11" dur="500"/>
                                        <p:tgtEl>
                                          <p:spTgt spid="2038">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038">
                                            <p:txEl>
                                              <p:pRg st="2" end="2"/>
                                            </p:txEl>
                                          </p:spTgt>
                                        </p:tgtEl>
                                        <p:attrNameLst>
                                          <p:attrName>style.visibility</p:attrName>
                                        </p:attrNameLst>
                                      </p:cBhvr>
                                      <p:to>
                                        <p:strVal val="visible"/>
                                      </p:to>
                                    </p:set>
                                    <p:animEffect transition="in" filter="wipe(left)">
                                      <p:cBhvr>
                                        <p:cTn id="15" dur="500"/>
                                        <p:tgtEl>
                                          <p:spTgt spid="2038">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2038">
                                            <p:txEl>
                                              <p:pRg st="3" end="3"/>
                                            </p:txEl>
                                          </p:spTgt>
                                        </p:tgtEl>
                                        <p:attrNameLst>
                                          <p:attrName>style.visibility</p:attrName>
                                        </p:attrNameLst>
                                      </p:cBhvr>
                                      <p:to>
                                        <p:strVal val="visible"/>
                                      </p:to>
                                    </p:set>
                                    <p:animEffect transition="in" filter="wipe(left)">
                                      <p:cBhvr>
                                        <p:cTn id="19" dur="500"/>
                                        <p:tgtEl>
                                          <p:spTgt spid="2038">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2038">
                                            <p:txEl>
                                              <p:pRg st="4" end="4"/>
                                            </p:txEl>
                                          </p:spTgt>
                                        </p:tgtEl>
                                        <p:attrNameLst>
                                          <p:attrName>style.visibility</p:attrName>
                                        </p:attrNameLst>
                                      </p:cBhvr>
                                      <p:to>
                                        <p:strVal val="visible"/>
                                      </p:to>
                                    </p:set>
                                    <p:animEffect transition="in" filter="wipe(left)">
                                      <p:cBhvr>
                                        <p:cTn id="23" dur="500"/>
                                        <p:tgtEl>
                                          <p:spTgt spid="2038">
                                            <p:txEl>
                                              <p:pRg st="4" end="4"/>
                                            </p:txEl>
                                          </p:spTgt>
                                        </p:tgtEl>
                                      </p:cBhvr>
                                    </p:animEffect>
                                  </p:childTnLst>
                                </p:cTn>
                              </p:par>
                            </p:childTnLst>
                          </p:cTn>
                        </p:par>
                        <p:par>
                          <p:cTn id="24" fill="hold">
                            <p:stCondLst>
                              <p:cond delay="2500"/>
                            </p:stCondLst>
                            <p:childTnLst>
                              <p:par>
                                <p:cTn id="25" presetID="22" presetClass="entr" presetSubtype="1" fill="hold" grpId="0" nodeType="after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up)">
                                      <p:cBhvr>
                                        <p:cTn id="27" dur="500"/>
                                        <p:tgtEl>
                                          <p:spTgt spid="5"/>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wipe(up)">
                                      <p:cBhvr>
                                        <p:cTn id="30" dur="500"/>
                                        <p:tgtEl>
                                          <p:spTgt spid="8"/>
                                        </p:tgtEl>
                                      </p:cBhvr>
                                    </p:animEffect>
                                  </p:childTnLst>
                                </p:cTn>
                              </p:par>
                              <p:par>
                                <p:cTn id="31" presetID="22" presetClass="entr" presetSubtype="1" fill="hold" grpId="0" nodeType="with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wipe(up)">
                                      <p:cBhvr>
                                        <p:cTn id="33" dur="500"/>
                                        <p:tgtEl>
                                          <p:spTgt spid="6"/>
                                        </p:tgtEl>
                                      </p:cBhvr>
                                    </p:animEffect>
                                  </p:childTnLst>
                                </p:cTn>
                              </p:par>
                              <p:par>
                                <p:cTn id="34" presetID="22" presetClass="entr" presetSubtype="1" fill="hold" grpId="0" nodeType="with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wipe(up)">
                                      <p:cBhvr>
                                        <p:cTn id="36" dur="500"/>
                                        <p:tgtEl>
                                          <p:spTgt spid="7"/>
                                        </p:tgtEl>
                                      </p:cBhvr>
                                    </p:animEffect>
                                  </p:childTnLst>
                                </p:cTn>
                              </p:par>
                              <p:par>
                                <p:cTn id="37" presetID="22" presetClass="entr" presetSubtype="1"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wipe(up)">
                                      <p:cBhvr>
                                        <p:cTn id="39" dur="500"/>
                                        <p:tgtEl>
                                          <p:spTgt spid="10"/>
                                        </p:tgtEl>
                                      </p:cBhvr>
                                    </p:animEffect>
                                  </p:childTnLst>
                                </p:cTn>
                              </p:par>
                              <p:par>
                                <p:cTn id="40" presetID="22" presetClass="entr" presetSubtype="1" fill="hold" grpId="0" nodeType="with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wipe(up)">
                                      <p:cBhvr>
                                        <p:cTn id="42" dur="500"/>
                                        <p:tgtEl>
                                          <p:spTgt spid="11"/>
                                        </p:tgtEl>
                                      </p:cBhvr>
                                    </p:animEffect>
                                  </p:childTnLst>
                                </p:cTn>
                              </p:par>
                              <p:par>
                                <p:cTn id="43" presetID="22" presetClass="entr" presetSubtype="1" fill="hold" grpId="0" nodeType="with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wipe(up)">
                                      <p:cBhvr>
                                        <p:cTn id="45" dur="500"/>
                                        <p:tgtEl>
                                          <p:spTgt spid="12"/>
                                        </p:tgtEl>
                                      </p:cBhvr>
                                    </p:animEffect>
                                  </p:childTnLst>
                                </p:cTn>
                              </p:par>
                              <p:par>
                                <p:cTn id="46" presetID="22" presetClass="entr" presetSubtype="1" fill="hold" grpId="0" nodeType="with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wipe(up)">
                                      <p:cBhvr>
                                        <p:cTn id="48" dur="500"/>
                                        <p:tgtEl>
                                          <p:spTgt spid="13"/>
                                        </p:tgtEl>
                                      </p:cBhvr>
                                    </p:animEffect>
                                  </p:childTnLst>
                                </p:cTn>
                              </p:par>
                              <p:par>
                                <p:cTn id="49" presetID="22" presetClass="entr" presetSubtype="1" fill="hold" grpId="0" nodeType="withEffect">
                                  <p:stCondLst>
                                    <p:cond delay="0"/>
                                  </p:stCondLst>
                                  <p:childTnLst>
                                    <p:set>
                                      <p:cBhvr>
                                        <p:cTn id="50" dur="1" fill="hold">
                                          <p:stCondLst>
                                            <p:cond delay="0"/>
                                          </p:stCondLst>
                                        </p:cTn>
                                        <p:tgtEl>
                                          <p:spTgt spid="14"/>
                                        </p:tgtEl>
                                        <p:attrNameLst>
                                          <p:attrName>style.visibility</p:attrName>
                                        </p:attrNameLst>
                                      </p:cBhvr>
                                      <p:to>
                                        <p:strVal val="visible"/>
                                      </p:to>
                                    </p:set>
                                    <p:animEffect transition="in" filter="wipe(up)">
                                      <p:cBhvr>
                                        <p:cTn id="51" dur="500"/>
                                        <p:tgtEl>
                                          <p:spTgt spid="14"/>
                                        </p:tgtEl>
                                      </p:cBhvr>
                                    </p:animEffect>
                                  </p:childTnLst>
                                </p:cTn>
                              </p:par>
                              <p:par>
                                <p:cTn id="52" presetID="22" presetClass="entr" presetSubtype="1" fill="hold" grpId="0" nodeType="withEffect">
                                  <p:stCondLst>
                                    <p:cond delay="0"/>
                                  </p:stCondLst>
                                  <p:childTnLst>
                                    <p:set>
                                      <p:cBhvr>
                                        <p:cTn id="53" dur="1" fill="hold">
                                          <p:stCondLst>
                                            <p:cond delay="0"/>
                                          </p:stCondLst>
                                        </p:cTn>
                                        <p:tgtEl>
                                          <p:spTgt spid="9"/>
                                        </p:tgtEl>
                                        <p:attrNameLst>
                                          <p:attrName>style.visibility</p:attrName>
                                        </p:attrNameLst>
                                      </p:cBhvr>
                                      <p:to>
                                        <p:strVal val="visible"/>
                                      </p:to>
                                    </p:set>
                                    <p:animEffect transition="in" filter="wipe(up)">
                                      <p:cBhvr>
                                        <p:cTn id="54" dur="500"/>
                                        <p:tgtEl>
                                          <p:spTgt spid="9"/>
                                        </p:tgtEl>
                                      </p:cBhvr>
                                    </p:animEffect>
                                  </p:childTnLst>
                                </p:cTn>
                              </p:par>
                              <p:par>
                                <p:cTn id="55" presetID="22" presetClass="entr" presetSubtype="1" fill="hold" grpId="0" nodeType="with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wipe(up)">
                                      <p:cBhvr>
                                        <p:cTn id="57" dur="500"/>
                                        <p:tgtEl>
                                          <p:spTgt spid="15"/>
                                        </p:tgtEl>
                                      </p:cBhvr>
                                    </p:animEffect>
                                  </p:childTnLst>
                                </p:cTn>
                              </p:par>
                              <p:par>
                                <p:cTn id="58" presetID="22" presetClass="entr" presetSubtype="1" fill="hold" nodeType="withEffect">
                                  <p:stCondLst>
                                    <p:cond delay="0"/>
                                  </p:stCondLst>
                                  <p:childTnLst>
                                    <p:set>
                                      <p:cBhvr>
                                        <p:cTn id="59" dur="1" fill="hold">
                                          <p:stCondLst>
                                            <p:cond delay="0"/>
                                          </p:stCondLst>
                                        </p:cTn>
                                        <p:tgtEl>
                                          <p:spTgt spid="16"/>
                                        </p:tgtEl>
                                        <p:attrNameLst>
                                          <p:attrName>style.visibility</p:attrName>
                                        </p:attrNameLst>
                                      </p:cBhvr>
                                      <p:to>
                                        <p:strVal val="visible"/>
                                      </p:to>
                                    </p:set>
                                    <p:animEffect transition="in" filter="wipe(up)">
                                      <p:cBhvr>
                                        <p:cTn id="60" dur="500"/>
                                        <p:tgtEl>
                                          <p:spTgt spid="16"/>
                                        </p:tgtEl>
                                      </p:cBhvr>
                                    </p:animEffect>
                                  </p:childTnLst>
                                </p:cTn>
                              </p:par>
                              <p:par>
                                <p:cTn id="61" presetID="22" presetClass="entr" presetSubtype="1" fill="hold" nodeType="withEffect">
                                  <p:stCondLst>
                                    <p:cond delay="0"/>
                                  </p:stCondLst>
                                  <p:childTnLst>
                                    <p:set>
                                      <p:cBhvr>
                                        <p:cTn id="62" dur="1" fill="hold">
                                          <p:stCondLst>
                                            <p:cond delay="0"/>
                                          </p:stCondLst>
                                        </p:cTn>
                                        <p:tgtEl>
                                          <p:spTgt spid="17"/>
                                        </p:tgtEl>
                                        <p:attrNameLst>
                                          <p:attrName>style.visibility</p:attrName>
                                        </p:attrNameLst>
                                      </p:cBhvr>
                                      <p:to>
                                        <p:strVal val="visible"/>
                                      </p:to>
                                    </p:set>
                                    <p:animEffect transition="in" filter="wipe(up)">
                                      <p:cBhvr>
                                        <p:cTn id="63" dur="500"/>
                                        <p:tgtEl>
                                          <p:spTgt spid="17"/>
                                        </p:tgtEl>
                                      </p:cBhvr>
                                    </p:animEffect>
                                  </p:childTnLst>
                                </p:cTn>
                              </p:par>
                              <p:par>
                                <p:cTn id="64" presetID="22" presetClass="entr" presetSubtype="1" fill="hold" nodeType="with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wipe(up)">
                                      <p:cBhvr>
                                        <p:cTn id="66" dur="500"/>
                                        <p:tgtEl>
                                          <p:spTgt spid="18"/>
                                        </p:tgtEl>
                                      </p:cBhvr>
                                    </p:animEffect>
                                  </p:childTnLst>
                                </p:cTn>
                              </p:par>
                              <p:par>
                                <p:cTn id="67" presetID="22" presetClass="entr" presetSubtype="1" fill="hold" nodeType="withEffect">
                                  <p:stCondLst>
                                    <p:cond delay="0"/>
                                  </p:stCondLst>
                                  <p:childTnLst>
                                    <p:set>
                                      <p:cBhvr>
                                        <p:cTn id="68" dur="1" fill="hold">
                                          <p:stCondLst>
                                            <p:cond delay="0"/>
                                          </p:stCondLst>
                                        </p:cTn>
                                        <p:tgtEl>
                                          <p:spTgt spid="19"/>
                                        </p:tgtEl>
                                        <p:attrNameLst>
                                          <p:attrName>style.visibility</p:attrName>
                                        </p:attrNameLst>
                                      </p:cBhvr>
                                      <p:to>
                                        <p:strVal val="visible"/>
                                      </p:to>
                                    </p:set>
                                    <p:animEffect transition="in" filter="wipe(up)">
                                      <p:cBhvr>
                                        <p:cTn id="69" dur="500"/>
                                        <p:tgtEl>
                                          <p:spTgt spid="19"/>
                                        </p:tgtEl>
                                      </p:cBhvr>
                                    </p:animEffect>
                                  </p:childTnLst>
                                </p:cTn>
                              </p:par>
                              <p:par>
                                <p:cTn id="70" presetID="22" presetClass="entr" presetSubtype="1" fill="hold" nodeType="withEffect">
                                  <p:stCondLst>
                                    <p:cond delay="0"/>
                                  </p:stCondLst>
                                  <p:childTnLst>
                                    <p:set>
                                      <p:cBhvr>
                                        <p:cTn id="71" dur="1" fill="hold">
                                          <p:stCondLst>
                                            <p:cond delay="0"/>
                                          </p:stCondLst>
                                        </p:cTn>
                                        <p:tgtEl>
                                          <p:spTgt spid="20"/>
                                        </p:tgtEl>
                                        <p:attrNameLst>
                                          <p:attrName>style.visibility</p:attrName>
                                        </p:attrNameLst>
                                      </p:cBhvr>
                                      <p:to>
                                        <p:strVal val="visible"/>
                                      </p:to>
                                    </p:set>
                                    <p:animEffect transition="in" filter="wipe(up)">
                                      <p:cBhvr>
                                        <p:cTn id="72" dur="500"/>
                                        <p:tgtEl>
                                          <p:spTgt spid="20"/>
                                        </p:tgtEl>
                                      </p:cBhvr>
                                    </p:animEffect>
                                  </p:childTnLst>
                                </p:cTn>
                              </p:par>
                              <p:par>
                                <p:cTn id="73" presetID="22" presetClass="entr" presetSubtype="1" fill="hold" nodeType="withEffect">
                                  <p:stCondLst>
                                    <p:cond delay="0"/>
                                  </p:stCondLst>
                                  <p:childTnLst>
                                    <p:set>
                                      <p:cBhvr>
                                        <p:cTn id="74" dur="1" fill="hold">
                                          <p:stCondLst>
                                            <p:cond delay="0"/>
                                          </p:stCondLst>
                                        </p:cTn>
                                        <p:tgtEl>
                                          <p:spTgt spid="21"/>
                                        </p:tgtEl>
                                        <p:attrNameLst>
                                          <p:attrName>style.visibility</p:attrName>
                                        </p:attrNameLst>
                                      </p:cBhvr>
                                      <p:to>
                                        <p:strVal val="visible"/>
                                      </p:to>
                                    </p:set>
                                    <p:animEffect transition="in" filter="wipe(up)">
                                      <p:cBhvr>
                                        <p:cTn id="75" dur="500"/>
                                        <p:tgtEl>
                                          <p:spTgt spid="21"/>
                                        </p:tgtEl>
                                      </p:cBhvr>
                                    </p:animEffect>
                                  </p:childTnLst>
                                </p:cTn>
                              </p:par>
                              <p:par>
                                <p:cTn id="76" presetID="22" presetClass="entr" presetSubtype="1" fill="hold" nodeType="withEffect">
                                  <p:stCondLst>
                                    <p:cond delay="0"/>
                                  </p:stCondLst>
                                  <p:childTnLst>
                                    <p:set>
                                      <p:cBhvr>
                                        <p:cTn id="77" dur="1" fill="hold">
                                          <p:stCondLst>
                                            <p:cond delay="0"/>
                                          </p:stCondLst>
                                        </p:cTn>
                                        <p:tgtEl>
                                          <p:spTgt spid="22"/>
                                        </p:tgtEl>
                                        <p:attrNameLst>
                                          <p:attrName>style.visibility</p:attrName>
                                        </p:attrNameLst>
                                      </p:cBhvr>
                                      <p:to>
                                        <p:strVal val="visible"/>
                                      </p:to>
                                    </p:set>
                                    <p:animEffect transition="in" filter="wipe(up)">
                                      <p:cBhvr>
                                        <p:cTn id="78" dur="500"/>
                                        <p:tgtEl>
                                          <p:spTgt spid="22"/>
                                        </p:tgtEl>
                                      </p:cBhvr>
                                    </p:animEffect>
                                  </p:childTnLst>
                                </p:cTn>
                              </p:par>
                              <p:par>
                                <p:cTn id="79" presetID="22" presetClass="entr" presetSubtype="1" fill="hold" nodeType="withEffect">
                                  <p:stCondLst>
                                    <p:cond delay="0"/>
                                  </p:stCondLst>
                                  <p:childTnLst>
                                    <p:set>
                                      <p:cBhvr>
                                        <p:cTn id="80" dur="1" fill="hold">
                                          <p:stCondLst>
                                            <p:cond delay="0"/>
                                          </p:stCondLst>
                                        </p:cTn>
                                        <p:tgtEl>
                                          <p:spTgt spid="23"/>
                                        </p:tgtEl>
                                        <p:attrNameLst>
                                          <p:attrName>style.visibility</p:attrName>
                                        </p:attrNameLst>
                                      </p:cBhvr>
                                      <p:to>
                                        <p:strVal val="visible"/>
                                      </p:to>
                                    </p:set>
                                    <p:animEffect transition="in" filter="wipe(up)">
                                      <p:cBhvr>
                                        <p:cTn id="81" dur="500"/>
                                        <p:tgtEl>
                                          <p:spTgt spid="23"/>
                                        </p:tgtEl>
                                      </p:cBhvr>
                                    </p:animEffect>
                                  </p:childTnLst>
                                </p:cTn>
                              </p:par>
                              <p:par>
                                <p:cTn id="82" presetID="22" presetClass="entr" presetSubtype="1" fill="hold" nodeType="withEffect">
                                  <p:stCondLst>
                                    <p:cond delay="0"/>
                                  </p:stCondLst>
                                  <p:childTnLst>
                                    <p:set>
                                      <p:cBhvr>
                                        <p:cTn id="83" dur="1" fill="hold">
                                          <p:stCondLst>
                                            <p:cond delay="0"/>
                                          </p:stCondLst>
                                        </p:cTn>
                                        <p:tgtEl>
                                          <p:spTgt spid="24"/>
                                        </p:tgtEl>
                                        <p:attrNameLst>
                                          <p:attrName>style.visibility</p:attrName>
                                        </p:attrNameLst>
                                      </p:cBhvr>
                                      <p:to>
                                        <p:strVal val="visible"/>
                                      </p:to>
                                    </p:set>
                                    <p:animEffect transition="in" filter="wipe(up)">
                                      <p:cBhvr>
                                        <p:cTn id="84" dur="500"/>
                                        <p:tgtEl>
                                          <p:spTgt spid="24"/>
                                        </p:tgtEl>
                                      </p:cBhvr>
                                    </p:animEffect>
                                  </p:childTnLst>
                                </p:cTn>
                              </p:par>
                              <p:par>
                                <p:cTn id="85" presetID="22" presetClass="entr" presetSubtype="1" fill="hold" nodeType="withEffect">
                                  <p:stCondLst>
                                    <p:cond delay="0"/>
                                  </p:stCondLst>
                                  <p:childTnLst>
                                    <p:set>
                                      <p:cBhvr>
                                        <p:cTn id="86" dur="1" fill="hold">
                                          <p:stCondLst>
                                            <p:cond delay="0"/>
                                          </p:stCondLst>
                                        </p:cTn>
                                        <p:tgtEl>
                                          <p:spTgt spid="25"/>
                                        </p:tgtEl>
                                        <p:attrNameLst>
                                          <p:attrName>style.visibility</p:attrName>
                                        </p:attrNameLst>
                                      </p:cBhvr>
                                      <p:to>
                                        <p:strVal val="visible"/>
                                      </p:to>
                                    </p:set>
                                    <p:animEffect transition="in" filter="wipe(up)">
                                      <p:cBhvr>
                                        <p:cTn id="87" dur="500"/>
                                        <p:tgtEl>
                                          <p:spTgt spid="25"/>
                                        </p:tgtEl>
                                      </p:cBhvr>
                                    </p:animEffect>
                                  </p:childTnLst>
                                </p:cTn>
                              </p:par>
                            </p:childTnLst>
                          </p:cTn>
                        </p:par>
                        <p:par>
                          <p:cTn id="88" fill="hold">
                            <p:stCondLst>
                              <p:cond delay="3000"/>
                            </p:stCondLst>
                            <p:childTnLst>
                              <p:par>
                                <p:cTn id="89" presetID="1" presetClass="emph" presetSubtype="2" fill="hold" nodeType="afterEffect">
                                  <p:stCondLst>
                                    <p:cond delay="0"/>
                                  </p:stCondLst>
                                  <p:childTnLst>
                                    <p:animClr clrSpc="rgb" dir="cw">
                                      <p:cBhvr>
                                        <p:cTn id="90" dur="1000" fill="hold"/>
                                        <p:tgtEl>
                                          <p:spTgt spid="5"/>
                                        </p:tgtEl>
                                        <p:attrNameLst>
                                          <p:attrName>fillcolor</p:attrName>
                                        </p:attrNameLst>
                                      </p:cBhvr>
                                      <p:to>
                                        <a:srgbClr val="00B050"/>
                                      </p:to>
                                    </p:animClr>
                                    <p:set>
                                      <p:cBhvr>
                                        <p:cTn id="91" dur="1000" fill="hold"/>
                                        <p:tgtEl>
                                          <p:spTgt spid="5"/>
                                        </p:tgtEl>
                                        <p:attrNameLst>
                                          <p:attrName>fill.type</p:attrName>
                                        </p:attrNameLst>
                                      </p:cBhvr>
                                      <p:to>
                                        <p:strVal val="solid"/>
                                      </p:to>
                                    </p:set>
                                    <p:set>
                                      <p:cBhvr>
                                        <p:cTn id="92" dur="1000" fill="hold"/>
                                        <p:tgtEl>
                                          <p:spTgt spid="5"/>
                                        </p:tgtEl>
                                        <p:attrNameLst>
                                          <p:attrName>fill.on</p:attrName>
                                        </p:attrNameLst>
                                      </p:cBhvr>
                                      <p:to>
                                        <p:strVal val="true"/>
                                      </p:to>
                                    </p:set>
                                  </p:childTnLst>
                                </p:cTn>
                              </p:par>
                            </p:childTnLst>
                          </p:cTn>
                        </p:par>
                        <p:par>
                          <p:cTn id="93" fill="hold">
                            <p:stCondLst>
                              <p:cond delay="4000"/>
                            </p:stCondLst>
                            <p:childTnLst>
                              <p:par>
                                <p:cTn id="94" presetID="1" presetClass="emph" presetSubtype="2" fill="hold" nodeType="afterEffect">
                                  <p:stCondLst>
                                    <p:cond delay="0"/>
                                  </p:stCondLst>
                                  <p:childTnLst>
                                    <p:animClr clrSpc="rgb" dir="cw">
                                      <p:cBhvr>
                                        <p:cTn id="95" dur="1000" fill="hold"/>
                                        <p:tgtEl>
                                          <p:spTgt spid="8"/>
                                        </p:tgtEl>
                                        <p:attrNameLst>
                                          <p:attrName>fillcolor</p:attrName>
                                        </p:attrNameLst>
                                      </p:cBhvr>
                                      <p:to>
                                        <a:srgbClr val="FF0000"/>
                                      </p:to>
                                    </p:animClr>
                                    <p:set>
                                      <p:cBhvr>
                                        <p:cTn id="96" dur="1000" fill="hold"/>
                                        <p:tgtEl>
                                          <p:spTgt spid="8"/>
                                        </p:tgtEl>
                                        <p:attrNameLst>
                                          <p:attrName>fill.type</p:attrName>
                                        </p:attrNameLst>
                                      </p:cBhvr>
                                      <p:to>
                                        <p:strVal val="solid"/>
                                      </p:to>
                                    </p:set>
                                    <p:set>
                                      <p:cBhvr>
                                        <p:cTn id="97" dur="1000" fill="hold"/>
                                        <p:tgtEl>
                                          <p:spTgt spid="8"/>
                                        </p:tgtEl>
                                        <p:attrNameLst>
                                          <p:attrName>fill.on</p:attrName>
                                        </p:attrNameLst>
                                      </p:cBhvr>
                                      <p:to>
                                        <p:strVal val="true"/>
                                      </p:to>
                                    </p:set>
                                  </p:childTnLst>
                                </p:cTn>
                              </p:par>
                              <p:par>
                                <p:cTn id="98" presetID="1" presetClass="emph" presetSubtype="2" fill="hold" nodeType="withEffect">
                                  <p:stCondLst>
                                    <p:cond delay="0"/>
                                  </p:stCondLst>
                                  <p:childTnLst>
                                    <p:animClr clrSpc="rgb" dir="cw">
                                      <p:cBhvr>
                                        <p:cTn id="99" dur="1000" fill="hold"/>
                                        <p:tgtEl>
                                          <p:spTgt spid="6"/>
                                        </p:tgtEl>
                                        <p:attrNameLst>
                                          <p:attrName>fillcolor</p:attrName>
                                        </p:attrNameLst>
                                      </p:cBhvr>
                                      <p:to>
                                        <a:srgbClr val="FF0000"/>
                                      </p:to>
                                    </p:animClr>
                                    <p:set>
                                      <p:cBhvr>
                                        <p:cTn id="100" dur="1000" fill="hold"/>
                                        <p:tgtEl>
                                          <p:spTgt spid="6"/>
                                        </p:tgtEl>
                                        <p:attrNameLst>
                                          <p:attrName>fill.type</p:attrName>
                                        </p:attrNameLst>
                                      </p:cBhvr>
                                      <p:to>
                                        <p:strVal val="solid"/>
                                      </p:to>
                                    </p:set>
                                    <p:set>
                                      <p:cBhvr>
                                        <p:cTn id="101" dur="1000" fill="hold"/>
                                        <p:tgtEl>
                                          <p:spTgt spid="6"/>
                                        </p:tgtEl>
                                        <p:attrNameLst>
                                          <p:attrName>fill.on</p:attrName>
                                        </p:attrNameLst>
                                      </p:cBhvr>
                                      <p:to>
                                        <p:strVal val="true"/>
                                      </p:to>
                                    </p:set>
                                  </p:childTnLst>
                                </p:cTn>
                              </p:par>
                              <p:par>
                                <p:cTn id="102" presetID="1" presetClass="emph" presetSubtype="2" fill="hold" nodeType="withEffect">
                                  <p:stCondLst>
                                    <p:cond delay="0"/>
                                  </p:stCondLst>
                                  <p:childTnLst>
                                    <p:animClr clrSpc="rgb" dir="cw">
                                      <p:cBhvr>
                                        <p:cTn id="103" dur="1000" fill="hold"/>
                                        <p:tgtEl>
                                          <p:spTgt spid="7"/>
                                        </p:tgtEl>
                                        <p:attrNameLst>
                                          <p:attrName>fillcolor</p:attrName>
                                        </p:attrNameLst>
                                      </p:cBhvr>
                                      <p:to>
                                        <a:srgbClr val="FF0000"/>
                                      </p:to>
                                    </p:animClr>
                                    <p:set>
                                      <p:cBhvr>
                                        <p:cTn id="104" dur="1000" fill="hold"/>
                                        <p:tgtEl>
                                          <p:spTgt spid="7"/>
                                        </p:tgtEl>
                                        <p:attrNameLst>
                                          <p:attrName>fill.type</p:attrName>
                                        </p:attrNameLst>
                                      </p:cBhvr>
                                      <p:to>
                                        <p:strVal val="solid"/>
                                      </p:to>
                                    </p:set>
                                    <p:set>
                                      <p:cBhvr>
                                        <p:cTn id="105" dur="1000" fill="hold"/>
                                        <p:tgtEl>
                                          <p:spTgt spid="7"/>
                                        </p:tgtEl>
                                        <p:attrNameLst>
                                          <p:attrName>fill.on</p:attrName>
                                        </p:attrNameLst>
                                      </p:cBhvr>
                                      <p:to>
                                        <p:strVal val="true"/>
                                      </p:to>
                                    </p:set>
                                  </p:childTnLst>
                                </p:cTn>
                              </p:par>
                            </p:childTnLst>
                          </p:cTn>
                        </p:par>
                        <p:par>
                          <p:cTn id="106" fill="hold">
                            <p:stCondLst>
                              <p:cond delay="5000"/>
                            </p:stCondLst>
                            <p:childTnLst>
                              <p:par>
                                <p:cTn id="107" presetID="1" presetClass="emph" presetSubtype="2" fill="hold" nodeType="afterEffect">
                                  <p:stCondLst>
                                    <p:cond delay="0"/>
                                  </p:stCondLst>
                                  <p:childTnLst>
                                    <p:animClr clrSpc="rgb" dir="cw">
                                      <p:cBhvr>
                                        <p:cTn id="108" dur="1000" fill="hold"/>
                                        <p:tgtEl>
                                          <p:spTgt spid="8"/>
                                        </p:tgtEl>
                                        <p:attrNameLst>
                                          <p:attrName>fillcolor</p:attrName>
                                        </p:attrNameLst>
                                      </p:cBhvr>
                                      <p:to>
                                        <a:srgbClr val="00B050"/>
                                      </p:to>
                                    </p:animClr>
                                    <p:set>
                                      <p:cBhvr>
                                        <p:cTn id="109" dur="1000" fill="hold"/>
                                        <p:tgtEl>
                                          <p:spTgt spid="8"/>
                                        </p:tgtEl>
                                        <p:attrNameLst>
                                          <p:attrName>fill.type</p:attrName>
                                        </p:attrNameLst>
                                      </p:cBhvr>
                                      <p:to>
                                        <p:strVal val="solid"/>
                                      </p:to>
                                    </p:set>
                                    <p:set>
                                      <p:cBhvr>
                                        <p:cTn id="110" dur="1000" fill="hold"/>
                                        <p:tgtEl>
                                          <p:spTgt spid="8"/>
                                        </p:tgtEl>
                                        <p:attrNameLst>
                                          <p:attrName>fill.on</p:attrName>
                                        </p:attrNameLst>
                                      </p:cBhvr>
                                      <p:to>
                                        <p:strVal val="true"/>
                                      </p:to>
                                    </p:set>
                                  </p:childTnLst>
                                </p:cTn>
                              </p:par>
                            </p:childTnLst>
                          </p:cTn>
                        </p:par>
                        <p:par>
                          <p:cTn id="111" fill="hold">
                            <p:stCondLst>
                              <p:cond delay="6000"/>
                            </p:stCondLst>
                            <p:childTnLst>
                              <p:par>
                                <p:cTn id="112" presetID="1" presetClass="emph" presetSubtype="2" fill="hold" nodeType="afterEffect">
                                  <p:stCondLst>
                                    <p:cond delay="0"/>
                                  </p:stCondLst>
                                  <p:childTnLst>
                                    <p:animClr clrSpc="rgb" dir="cw">
                                      <p:cBhvr>
                                        <p:cTn id="113" dur="1000" fill="hold"/>
                                        <p:tgtEl>
                                          <p:spTgt spid="10"/>
                                        </p:tgtEl>
                                        <p:attrNameLst>
                                          <p:attrName>fillcolor</p:attrName>
                                        </p:attrNameLst>
                                      </p:cBhvr>
                                      <p:to>
                                        <a:srgbClr val="FF0000"/>
                                      </p:to>
                                    </p:animClr>
                                    <p:set>
                                      <p:cBhvr>
                                        <p:cTn id="114" dur="1000" fill="hold"/>
                                        <p:tgtEl>
                                          <p:spTgt spid="10"/>
                                        </p:tgtEl>
                                        <p:attrNameLst>
                                          <p:attrName>fill.type</p:attrName>
                                        </p:attrNameLst>
                                      </p:cBhvr>
                                      <p:to>
                                        <p:strVal val="solid"/>
                                      </p:to>
                                    </p:set>
                                    <p:set>
                                      <p:cBhvr>
                                        <p:cTn id="115" dur="1000" fill="hold"/>
                                        <p:tgtEl>
                                          <p:spTgt spid="10"/>
                                        </p:tgtEl>
                                        <p:attrNameLst>
                                          <p:attrName>fill.on</p:attrName>
                                        </p:attrNameLst>
                                      </p:cBhvr>
                                      <p:to>
                                        <p:strVal val="true"/>
                                      </p:to>
                                    </p:set>
                                  </p:childTnLst>
                                </p:cTn>
                              </p:par>
                            </p:childTnLst>
                          </p:cTn>
                        </p:par>
                        <p:par>
                          <p:cTn id="116" fill="hold">
                            <p:stCondLst>
                              <p:cond delay="7000"/>
                            </p:stCondLst>
                            <p:childTnLst>
                              <p:par>
                                <p:cTn id="117" presetID="1" presetClass="emph" presetSubtype="2" fill="hold" nodeType="afterEffect">
                                  <p:stCondLst>
                                    <p:cond delay="0"/>
                                  </p:stCondLst>
                                  <p:childTnLst>
                                    <p:animClr clrSpc="rgb" dir="cw">
                                      <p:cBhvr>
                                        <p:cTn id="118" dur="1000" fill="hold"/>
                                        <p:tgtEl>
                                          <p:spTgt spid="10"/>
                                        </p:tgtEl>
                                        <p:attrNameLst>
                                          <p:attrName>fillcolor</p:attrName>
                                        </p:attrNameLst>
                                      </p:cBhvr>
                                      <p:to>
                                        <a:srgbClr val="00B050"/>
                                      </p:to>
                                    </p:animClr>
                                    <p:set>
                                      <p:cBhvr>
                                        <p:cTn id="119" dur="1000" fill="hold"/>
                                        <p:tgtEl>
                                          <p:spTgt spid="10"/>
                                        </p:tgtEl>
                                        <p:attrNameLst>
                                          <p:attrName>fill.type</p:attrName>
                                        </p:attrNameLst>
                                      </p:cBhvr>
                                      <p:to>
                                        <p:strVal val="solid"/>
                                      </p:to>
                                    </p:set>
                                    <p:set>
                                      <p:cBhvr>
                                        <p:cTn id="120" dur="1000" fill="hold"/>
                                        <p:tgtEl>
                                          <p:spTgt spid="10"/>
                                        </p:tgtEl>
                                        <p:attrNameLst>
                                          <p:attrName>fill.on</p:attrName>
                                        </p:attrNameLst>
                                      </p:cBhvr>
                                      <p:to>
                                        <p:strVal val="true"/>
                                      </p:to>
                                    </p:set>
                                  </p:childTnLst>
                                </p:cTn>
                              </p:par>
                            </p:childTnLst>
                          </p:cTn>
                        </p:par>
                        <p:par>
                          <p:cTn id="121" fill="hold">
                            <p:stCondLst>
                              <p:cond delay="8000"/>
                            </p:stCondLst>
                            <p:childTnLst>
                              <p:par>
                                <p:cTn id="122" presetID="1" presetClass="emph" presetSubtype="2" fill="hold" nodeType="afterEffect">
                                  <p:stCondLst>
                                    <p:cond delay="0"/>
                                  </p:stCondLst>
                                  <p:childTnLst>
                                    <p:animClr clrSpc="rgb" dir="cw">
                                      <p:cBhvr>
                                        <p:cTn id="123" dur="1000" fill="hold"/>
                                        <p:tgtEl>
                                          <p:spTgt spid="11"/>
                                        </p:tgtEl>
                                        <p:attrNameLst>
                                          <p:attrName>fillcolor</p:attrName>
                                        </p:attrNameLst>
                                      </p:cBhvr>
                                      <p:to>
                                        <a:srgbClr val="FF0000"/>
                                      </p:to>
                                    </p:animClr>
                                    <p:set>
                                      <p:cBhvr>
                                        <p:cTn id="124" dur="1000" fill="hold"/>
                                        <p:tgtEl>
                                          <p:spTgt spid="11"/>
                                        </p:tgtEl>
                                        <p:attrNameLst>
                                          <p:attrName>fill.type</p:attrName>
                                        </p:attrNameLst>
                                      </p:cBhvr>
                                      <p:to>
                                        <p:strVal val="solid"/>
                                      </p:to>
                                    </p:set>
                                    <p:set>
                                      <p:cBhvr>
                                        <p:cTn id="125" dur="1000" fill="hold"/>
                                        <p:tgtEl>
                                          <p:spTgt spid="11"/>
                                        </p:tgtEl>
                                        <p:attrNameLst>
                                          <p:attrName>fill.on</p:attrName>
                                        </p:attrNameLst>
                                      </p:cBhvr>
                                      <p:to>
                                        <p:strVal val="true"/>
                                      </p:to>
                                    </p:set>
                                  </p:childTnLst>
                                </p:cTn>
                              </p:par>
                              <p:par>
                                <p:cTn id="126" presetID="1" presetClass="emph" presetSubtype="2" fill="hold" nodeType="withEffect">
                                  <p:stCondLst>
                                    <p:cond delay="0"/>
                                  </p:stCondLst>
                                  <p:childTnLst>
                                    <p:animClr clrSpc="rgb" dir="cw">
                                      <p:cBhvr>
                                        <p:cTn id="127" dur="1000" fill="hold"/>
                                        <p:tgtEl>
                                          <p:spTgt spid="12"/>
                                        </p:tgtEl>
                                        <p:attrNameLst>
                                          <p:attrName>fillcolor</p:attrName>
                                        </p:attrNameLst>
                                      </p:cBhvr>
                                      <p:to>
                                        <a:srgbClr val="FF0000"/>
                                      </p:to>
                                    </p:animClr>
                                    <p:set>
                                      <p:cBhvr>
                                        <p:cTn id="128" dur="1000" fill="hold"/>
                                        <p:tgtEl>
                                          <p:spTgt spid="12"/>
                                        </p:tgtEl>
                                        <p:attrNameLst>
                                          <p:attrName>fill.type</p:attrName>
                                        </p:attrNameLst>
                                      </p:cBhvr>
                                      <p:to>
                                        <p:strVal val="solid"/>
                                      </p:to>
                                    </p:set>
                                    <p:set>
                                      <p:cBhvr>
                                        <p:cTn id="129" dur="1000" fill="hold"/>
                                        <p:tgtEl>
                                          <p:spTgt spid="12"/>
                                        </p:tgtEl>
                                        <p:attrNameLst>
                                          <p:attrName>fill.on</p:attrName>
                                        </p:attrNameLst>
                                      </p:cBhvr>
                                      <p:to>
                                        <p:strVal val="true"/>
                                      </p:to>
                                    </p:set>
                                  </p:childTnLst>
                                </p:cTn>
                              </p:par>
                              <p:par>
                                <p:cTn id="130" presetID="1" presetClass="emph" presetSubtype="2" fill="hold" nodeType="withEffect">
                                  <p:stCondLst>
                                    <p:cond delay="0"/>
                                  </p:stCondLst>
                                  <p:childTnLst>
                                    <p:animClr clrSpc="rgb" dir="cw">
                                      <p:cBhvr>
                                        <p:cTn id="131" dur="1000" fill="hold"/>
                                        <p:tgtEl>
                                          <p:spTgt spid="13"/>
                                        </p:tgtEl>
                                        <p:attrNameLst>
                                          <p:attrName>fillcolor</p:attrName>
                                        </p:attrNameLst>
                                      </p:cBhvr>
                                      <p:to>
                                        <a:srgbClr val="FF0000"/>
                                      </p:to>
                                    </p:animClr>
                                    <p:set>
                                      <p:cBhvr>
                                        <p:cTn id="132" dur="1000" fill="hold"/>
                                        <p:tgtEl>
                                          <p:spTgt spid="13"/>
                                        </p:tgtEl>
                                        <p:attrNameLst>
                                          <p:attrName>fill.type</p:attrName>
                                        </p:attrNameLst>
                                      </p:cBhvr>
                                      <p:to>
                                        <p:strVal val="solid"/>
                                      </p:to>
                                    </p:set>
                                    <p:set>
                                      <p:cBhvr>
                                        <p:cTn id="133" dur="1000" fill="hold"/>
                                        <p:tgtEl>
                                          <p:spTgt spid="13"/>
                                        </p:tgtEl>
                                        <p:attrNameLst>
                                          <p:attrName>fill.on</p:attrName>
                                        </p:attrNameLst>
                                      </p:cBhvr>
                                      <p:to>
                                        <p:strVal val="true"/>
                                      </p:to>
                                    </p:set>
                                  </p:childTnLst>
                                </p:cTn>
                              </p:par>
                            </p:childTnLst>
                          </p:cTn>
                        </p:par>
                        <p:par>
                          <p:cTn id="134" fill="hold">
                            <p:stCondLst>
                              <p:cond delay="9000"/>
                            </p:stCondLst>
                            <p:childTnLst>
                              <p:par>
                                <p:cTn id="135" presetID="1" presetClass="emph" presetSubtype="2" fill="hold" nodeType="afterEffect">
                                  <p:stCondLst>
                                    <p:cond delay="0"/>
                                  </p:stCondLst>
                                  <p:childTnLst>
                                    <p:animClr clrSpc="rgb" dir="cw">
                                      <p:cBhvr>
                                        <p:cTn id="136" dur="1000" fill="hold"/>
                                        <p:tgtEl>
                                          <p:spTgt spid="11"/>
                                        </p:tgtEl>
                                        <p:attrNameLst>
                                          <p:attrName>fillcolor</p:attrName>
                                        </p:attrNameLst>
                                      </p:cBhvr>
                                      <p:to>
                                        <a:srgbClr val="00B050"/>
                                      </p:to>
                                    </p:animClr>
                                    <p:set>
                                      <p:cBhvr>
                                        <p:cTn id="137" dur="1000" fill="hold"/>
                                        <p:tgtEl>
                                          <p:spTgt spid="11"/>
                                        </p:tgtEl>
                                        <p:attrNameLst>
                                          <p:attrName>fill.type</p:attrName>
                                        </p:attrNameLst>
                                      </p:cBhvr>
                                      <p:to>
                                        <p:strVal val="solid"/>
                                      </p:to>
                                    </p:set>
                                    <p:set>
                                      <p:cBhvr>
                                        <p:cTn id="138" dur="1000" fill="hold"/>
                                        <p:tgtEl>
                                          <p:spTgt spid="11"/>
                                        </p:tgtEl>
                                        <p:attrNameLst>
                                          <p:attrName>fill.on</p:attrName>
                                        </p:attrNameLst>
                                      </p:cBhvr>
                                      <p:to>
                                        <p:strVal val="true"/>
                                      </p:to>
                                    </p:set>
                                  </p:childTnLst>
                                </p:cTn>
                              </p:par>
                            </p:childTnLst>
                          </p:cTn>
                        </p:par>
                        <p:par>
                          <p:cTn id="139" fill="hold">
                            <p:stCondLst>
                              <p:cond delay="10000"/>
                            </p:stCondLst>
                            <p:childTnLst>
                              <p:par>
                                <p:cTn id="140" presetID="1" presetClass="emph" presetSubtype="2" fill="hold" nodeType="afterEffect">
                                  <p:stCondLst>
                                    <p:cond delay="0"/>
                                  </p:stCondLst>
                                  <p:childTnLst>
                                    <p:animClr clrSpc="rgb" dir="cw">
                                      <p:cBhvr>
                                        <p:cTn id="141" dur="1000" fill="hold"/>
                                        <p:tgtEl>
                                          <p:spTgt spid="12"/>
                                        </p:tgtEl>
                                        <p:attrNameLst>
                                          <p:attrName>fillcolor</p:attrName>
                                        </p:attrNameLst>
                                      </p:cBhvr>
                                      <p:to>
                                        <a:srgbClr val="00B050"/>
                                      </p:to>
                                    </p:animClr>
                                    <p:set>
                                      <p:cBhvr>
                                        <p:cTn id="142" dur="1000" fill="hold"/>
                                        <p:tgtEl>
                                          <p:spTgt spid="12"/>
                                        </p:tgtEl>
                                        <p:attrNameLst>
                                          <p:attrName>fill.type</p:attrName>
                                        </p:attrNameLst>
                                      </p:cBhvr>
                                      <p:to>
                                        <p:strVal val="solid"/>
                                      </p:to>
                                    </p:set>
                                    <p:set>
                                      <p:cBhvr>
                                        <p:cTn id="143" dur="1000" fill="hold"/>
                                        <p:tgtEl>
                                          <p:spTgt spid="12"/>
                                        </p:tgtEl>
                                        <p:attrNameLst>
                                          <p:attrName>fill.on</p:attrName>
                                        </p:attrNameLst>
                                      </p:cBhvr>
                                      <p:to>
                                        <p:strVal val="true"/>
                                      </p:to>
                                    </p:set>
                                  </p:childTnLst>
                                </p:cTn>
                              </p:par>
                            </p:childTnLst>
                          </p:cTn>
                        </p:par>
                        <p:par>
                          <p:cTn id="144" fill="hold">
                            <p:stCondLst>
                              <p:cond delay="11000"/>
                            </p:stCondLst>
                            <p:childTnLst>
                              <p:par>
                                <p:cTn id="145" presetID="1" presetClass="emph" presetSubtype="2" fill="hold" nodeType="afterEffect">
                                  <p:stCondLst>
                                    <p:cond delay="0"/>
                                  </p:stCondLst>
                                  <p:childTnLst>
                                    <p:animClr clrSpc="rgb" dir="cw">
                                      <p:cBhvr>
                                        <p:cTn id="146" dur="1000" fill="hold"/>
                                        <p:tgtEl>
                                          <p:spTgt spid="13"/>
                                        </p:tgtEl>
                                        <p:attrNameLst>
                                          <p:attrName>fillcolor</p:attrName>
                                        </p:attrNameLst>
                                      </p:cBhvr>
                                      <p:to>
                                        <a:srgbClr val="00B050"/>
                                      </p:to>
                                    </p:animClr>
                                    <p:set>
                                      <p:cBhvr>
                                        <p:cTn id="147" dur="1000" fill="hold"/>
                                        <p:tgtEl>
                                          <p:spTgt spid="13"/>
                                        </p:tgtEl>
                                        <p:attrNameLst>
                                          <p:attrName>fill.type</p:attrName>
                                        </p:attrNameLst>
                                      </p:cBhvr>
                                      <p:to>
                                        <p:strVal val="solid"/>
                                      </p:to>
                                    </p:set>
                                    <p:set>
                                      <p:cBhvr>
                                        <p:cTn id="148" dur="1000" fill="hold"/>
                                        <p:tgtEl>
                                          <p:spTgt spid="13"/>
                                        </p:tgtEl>
                                        <p:attrNameLst>
                                          <p:attrName>fill.on</p:attrName>
                                        </p:attrNameLst>
                                      </p:cBhvr>
                                      <p:to>
                                        <p:strVal val="true"/>
                                      </p:to>
                                    </p:set>
                                  </p:childTnLst>
                                </p:cTn>
                              </p:par>
                            </p:childTnLst>
                          </p:cTn>
                        </p:par>
                        <p:par>
                          <p:cTn id="149" fill="hold">
                            <p:stCondLst>
                              <p:cond delay="12000"/>
                            </p:stCondLst>
                            <p:childTnLst>
                              <p:par>
                                <p:cTn id="150" presetID="1" presetClass="emph" presetSubtype="2" fill="hold" nodeType="afterEffect">
                                  <p:stCondLst>
                                    <p:cond delay="0"/>
                                  </p:stCondLst>
                                  <p:childTnLst>
                                    <p:animClr clrSpc="rgb" dir="cw">
                                      <p:cBhvr>
                                        <p:cTn id="151" dur="1000" fill="hold"/>
                                        <p:tgtEl>
                                          <p:spTgt spid="6"/>
                                        </p:tgtEl>
                                        <p:attrNameLst>
                                          <p:attrName>fillcolor</p:attrName>
                                        </p:attrNameLst>
                                      </p:cBhvr>
                                      <p:to>
                                        <a:srgbClr val="00B050"/>
                                      </p:to>
                                    </p:animClr>
                                    <p:set>
                                      <p:cBhvr>
                                        <p:cTn id="152" dur="1000" fill="hold"/>
                                        <p:tgtEl>
                                          <p:spTgt spid="6"/>
                                        </p:tgtEl>
                                        <p:attrNameLst>
                                          <p:attrName>fill.type</p:attrName>
                                        </p:attrNameLst>
                                      </p:cBhvr>
                                      <p:to>
                                        <p:strVal val="solid"/>
                                      </p:to>
                                    </p:set>
                                    <p:set>
                                      <p:cBhvr>
                                        <p:cTn id="153" dur="1000" fill="hold"/>
                                        <p:tgtEl>
                                          <p:spTgt spid="6"/>
                                        </p:tgtEl>
                                        <p:attrNameLst>
                                          <p:attrName>fill.on</p:attrName>
                                        </p:attrNameLst>
                                      </p:cBhvr>
                                      <p:to>
                                        <p:strVal val="true"/>
                                      </p:to>
                                    </p:set>
                                  </p:childTnLst>
                                </p:cTn>
                              </p:par>
                            </p:childTnLst>
                          </p:cTn>
                        </p:par>
                        <p:par>
                          <p:cTn id="154" fill="hold">
                            <p:stCondLst>
                              <p:cond delay="13000"/>
                            </p:stCondLst>
                            <p:childTnLst>
                              <p:par>
                                <p:cTn id="155" presetID="1" presetClass="emph" presetSubtype="2" fill="hold" nodeType="afterEffect">
                                  <p:stCondLst>
                                    <p:cond delay="0"/>
                                  </p:stCondLst>
                                  <p:childTnLst>
                                    <p:animClr clrSpc="rgb" dir="cw">
                                      <p:cBhvr>
                                        <p:cTn id="156" dur="1000" fill="hold"/>
                                        <p:tgtEl>
                                          <p:spTgt spid="7"/>
                                        </p:tgtEl>
                                        <p:attrNameLst>
                                          <p:attrName>fillcolor</p:attrName>
                                        </p:attrNameLst>
                                      </p:cBhvr>
                                      <p:to>
                                        <a:srgbClr val="00B050"/>
                                      </p:to>
                                    </p:animClr>
                                    <p:set>
                                      <p:cBhvr>
                                        <p:cTn id="157" dur="1000" fill="hold"/>
                                        <p:tgtEl>
                                          <p:spTgt spid="7"/>
                                        </p:tgtEl>
                                        <p:attrNameLst>
                                          <p:attrName>fill.type</p:attrName>
                                        </p:attrNameLst>
                                      </p:cBhvr>
                                      <p:to>
                                        <p:strVal val="solid"/>
                                      </p:to>
                                    </p:set>
                                    <p:set>
                                      <p:cBhvr>
                                        <p:cTn id="158" dur="1000" fill="hold"/>
                                        <p:tgtEl>
                                          <p:spTgt spid="7"/>
                                        </p:tgtEl>
                                        <p:attrNameLst>
                                          <p:attrName>fill.on</p:attrName>
                                        </p:attrNameLst>
                                      </p:cBhvr>
                                      <p:to>
                                        <p:strVal val="true"/>
                                      </p:to>
                                    </p:set>
                                  </p:childTnLst>
                                </p:cTn>
                              </p:par>
                            </p:childTnLst>
                          </p:cTn>
                        </p:par>
                        <p:par>
                          <p:cTn id="159" fill="hold">
                            <p:stCondLst>
                              <p:cond delay="14000"/>
                            </p:stCondLst>
                            <p:childTnLst>
                              <p:par>
                                <p:cTn id="160" presetID="1" presetClass="emph" presetSubtype="2" fill="hold" nodeType="afterEffect">
                                  <p:stCondLst>
                                    <p:cond delay="0"/>
                                  </p:stCondLst>
                                  <p:childTnLst>
                                    <p:animClr clrSpc="rgb" dir="cw">
                                      <p:cBhvr>
                                        <p:cTn id="161" dur="1000" fill="hold"/>
                                        <p:tgtEl>
                                          <p:spTgt spid="14"/>
                                        </p:tgtEl>
                                        <p:attrNameLst>
                                          <p:attrName>fillcolor</p:attrName>
                                        </p:attrNameLst>
                                      </p:cBhvr>
                                      <p:to>
                                        <a:srgbClr val="FF0000"/>
                                      </p:to>
                                    </p:animClr>
                                    <p:set>
                                      <p:cBhvr>
                                        <p:cTn id="162" dur="1000" fill="hold"/>
                                        <p:tgtEl>
                                          <p:spTgt spid="14"/>
                                        </p:tgtEl>
                                        <p:attrNameLst>
                                          <p:attrName>fill.type</p:attrName>
                                        </p:attrNameLst>
                                      </p:cBhvr>
                                      <p:to>
                                        <p:strVal val="solid"/>
                                      </p:to>
                                    </p:set>
                                    <p:set>
                                      <p:cBhvr>
                                        <p:cTn id="163" dur="1000" fill="hold"/>
                                        <p:tgtEl>
                                          <p:spTgt spid="14"/>
                                        </p:tgtEl>
                                        <p:attrNameLst>
                                          <p:attrName>fill.on</p:attrName>
                                        </p:attrNameLst>
                                      </p:cBhvr>
                                      <p:to>
                                        <p:strVal val="true"/>
                                      </p:to>
                                    </p:set>
                                  </p:childTnLst>
                                </p:cTn>
                              </p:par>
                              <p:par>
                                <p:cTn id="164" presetID="1" presetClass="emph" presetSubtype="2" fill="hold" nodeType="withEffect">
                                  <p:stCondLst>
                                    <p:cond delay="0"/>
                                  </p:stCondLst>
                                  <p:childTnLst>
                                    <p:animClr clrSpc="rgb" dir="cw">
                                      <p:cBhvr>
                                        <p:cTn id="165" dur="1000" fill="hold"/>
                                        <p:tgtEl>
                                          <p:spTgt spid="9"/>
                                        </p:tgtEl>
                                        <p:attrNameLst>
                                          <p:attrName>fillcolor</p:attrName>
                                        </p:attrNameLst>
                                      </p:cBhvr>
                                      <p:to>
                                        <a:srgbClr val="FF0000"/>
                                      </p:to>
                                    </p:animClr>
                                    <p:set>
                                      <p:cBhvr>
                                        <p:cTn id="166" dur="1000" fill="hold"/>
                                        <p:tgtEl>
                                          <p:spTgt spid="9"/>
                                        </p:tgtEl>
                                        <p:attrNameLst>
                                          <p:attrName>fill.type</p:attrName>
                                        </p:attrNameLst>
                                      </p:cBhvr>
                                      <p:to>
                                        <p:strVal val="solid"/>
                                      </p:to>
                                    </p:set>
                                    <p:set>
                                      <p:cBhvr>
                                        <p:cTn id="167" dur="1000" fill="hold"/>
                                        <p:tgtEl>
                                          <p:spTgt spid="9"/>
                                        </p:tgtEl>
                                        <p:attrNameLst>
                                          <p:attrName>fill.on</p:attrName>
                                        </p:attrNameLst>
                                      </p:cBhvr>
                                      <p:to>
                                        <p:strVal val="true"/>
                                      </p:to>
                                    </p:set>
                                  </p:childTnLst>
                                </p:cTn>
                              </p:par>
                              <p:par>
                                <p:cTn id="168" presetID="1" presetClass="emph" presetSubtype="2" fill="hold" nodeType="withEffect">
                                  <p:stCondLst>
                                    <p:cond delay="0"/>
                                  </p:stCondLst>
                                  <p:childTnLst>
                                    <p:animClr clrSpc="rgb" dir="cw">
                                      <p:cBhvr>
                                        <p:cTn id="169" dur="1000" fill="hold"/>
                                        <p:tgtEl>
                                          <p:spTgt spid="15"/>
                                        </p:tgtEl>
                                        <p:attrNameLst>
                                          <p:attrName>fillcolor</p:attrName>
                                        </p:attrNameLst>
                                      </p:cBhvr>
                                      <p:to>
                                        <a:srgbClr val="FF0000"/>
                                      </p:to>
                                    </p:animClr>
                                    <p:set>
                                      <p:cBhvr>
                                        <p:cTn id="170" dur="1000" fill="hold"/>
                                        <p:tgtEl>
                                          <p:spTgt spid="15"/>
                                        </p:tgtEl>
                                        <p:attrNameLst>
                                          <p:attrName>fill.type</p:attrName>
                                        </p:attrNameLst>
                                      </p:cBhvr>
                                      <p:to>
                                        <p:strVal val="solid"/>
                                      </p:to>
                                    </p:set>
                                    <p:set>
                                      <p:cBhvr>
                                        <p:cTn id="171" dur="1000" fill="hold"/>
                                        <p:tgtEl>
                                          <p:spTgt spid="15"/>
                                        </p:tgtEl>
                                        <p:attrNameLst>
                                          <p:attrName>fill.on</p:attrName>
                                        </p:attrNameLst>
                                      </p:cBhvr>
                                      <p:to>
                                        <p:strVal val="true"/>
                                      </p:to>
                                    </p:set>
                                  </p:childTnLst>
                                </p:cTn>
                              </p:par>
                            </p:childTnLst>
                          </p:cTn>
                        </p:par>
                        <p:par>
                          <p:cTn id="172" fill="hold">
                            <p:stCondLst>
                              <p:cond delay="15000"/>
                            </p:stCondLst>
                            <p:childTnLst>
                              <p:par>
                                <p:cTn id="173" presetID="1" presetClass="emph" presetSubtype="2" fill="hold" nodeType="afterEffect">
                                  <p:stCondLst>
                                    <p:cond delay="0"/>
                                  </p:stCondLst>
                                  <p:childTnLst>
                                    <p:animClr clrSpc="rgb" dir="cw">
                                      <p:cBhvr>
                                        <p:cTn id="174" dur="1000" fill="hold"/>
                                        <p:tgtEl>
                                          <p:spTgt spid="14"/>
                                        </p:tgtEl>
                                        <p:attrNameLst>
                                          <p:attrName>fillcolor</p:attrName>
                                        </p:attrNameLst>
                                      </p:cBhvr>
                                      <p:to>
                                        <a:srgbClr val="00B050"/>
                                      </p:to>
                                    </p:animClr>
                                    <p:set>
                                      <p:cBhvr>
                                        <p:cTn id="175" dur="1000" fill="hold"/>
                                        <p:tgtEl>
                                          <p:spTgt spid="14"/>
                                        </p:tgtEl>
                                        <p:attrNameLst>
                                          <p:attrName>fill.type</p:attrName>
                                        </p:attrNameLst>
                                      </p:cBhvr>
                                      <p:to>
                                        <p:strVal val="solid"/>
                                      </p:to>
                                    </p:set>
                                    <p:set>
                                      <p:cBhvr>
                                        <p:cTn id="176" dur="1000" fill="hold"/>
                                        <p:tgtEl>
                                          <p:spTgt spid="14"/>
                                        </p:tgtEl>
                                        <p:attrNameLst>
                                          <p:attrName>fill.on</p:attrName>
                                        </p:attrNameLst>
                                      </p:cBhvr>
                                      <p:to>
                                        <p:strVal val="true"/>
                                      </p:to>
                                    </p:set>
                                  </p:childTnLst>
                                </p:cTn>
                              </p:par>
                            </p:childTnLst>
                          </p:cTn>
                        </p:par>
                        <p:par>
                          <p:cTn id="177" fill="hold">
                            <p:stCondLst>
                              <p:cond delay="16000"/>
                            </p:stCondLst>
                            <p:childTnLst>
                              <p:par>
                                <p:cTn id="178" presetID="1" presetClass="emph" presetSubtype="2" fill="hold" nodeType="afterEffect">
                                  <p:stCondLst>
                                    <p:cond delay="0"/>
                                  </p:stCondLst>
                                  <p:childTnLst>
                                    <p:animClr clrSpc="rgb" dir="cw">
                                      <p:cBhvr>
                                        <p:cTn id="179" dur="1000" fill="hold"/>
                                        <p:tgtEl>
                                          <p:spTgt spid="9"/>
                                        </p:tgtEl>
                                        <p:attrNameLst>
                                          <p:attrName>fillcolor</p:attrName>
                                        </p:attrNameLst>
                                      </p:cBhvr>
                                      <p:to>
                                        <a:srgbClr val="00B050"/>
                                      </p:to>
                                    </p:animClr>
                                    <p:set>
                                      <p:cBhvr>
                                        <p:cTn id="180" dur="1000" fill="hold"/>
                                        <p:tgtEl>
                                          <p:spTgt spid="9"/>
                                        </p:tgtEl>
                                        <p:attrNameLst>
                                          <p:attrName>fill.type</p:attrName>
                                        </p:attrNameLst>
                                      </p:cBhvr>
                                      <p:to>
                                        <p:strVal val="solid"/>
                                      </p:to>
                                    </p:set>
                                    <p:set>
                                      <p:cBhvr>
                                        <p:cTn id="181" dur="1000" fill="hold"/>
                                        <p:tgtEl>
                                          <p:spTgt spid="9"/>
                                        </p:tgtEl>
                                        <p:attrNameLst>
                                          <p:attrName>fill.on</p:attrName>
                                        </p:attrNameLst>
                                      </p:cBhvr>
                                      <p:to>
                                        <p:strVal val="true"/>
                                      </p:to>
                                    </p:set>
                                  </p:childTnLst>
                                </p:cTn>
                              </p:par>
                            </p:childTnLst>
                          </p:cTn>
                        </p:par>
                        <p:par>
                          <p:cTn id="182" fill="hold">
                            <p:stCondLst>
                              <p:cond delay="17000"/>
                            </p:stCondLst>
                            <p:childTnLst>
                              <p:par>
                                <p:cTn id="183" presetID="1" presetClass="emph" presetSubtype="2" fill="hold" nodeType="afterEffect">
                                  <p:stCondLst>
                                    <p:cond delay="0"/>
                                  </p:stCondLst>
                                  <p:childTnLst>
                                    <p:animClr clrSpc="rgb" dir="cw">
                                      <p:cBhvr>
                                        <p:cTn id="184" dur="1000" fill="hold"/>
                                        <p:tgtEl>
                                          <p:spTgt spid="15"/>
                                        </p:tgtEl>
                                        <p:attrNameLst>
                                          <p:attrName>fillcolor</p:attrName>
                                        </p:attrNameLst>
                                      </p:cBhvr>
                                      <p:to>
                                        <a:srgbClr val="00B050"/>
                                      </p:to>
                                    </p:animClr>
                                    <p:set>
                                      <p:cBhvr>
                                        <p:cTn id="185" dur="1000" fill="hold"/>
                                        <p:tgtEl>
                                          <p:spTgt spid="15"/>
                                        </p:tgtEl>
                                        <p:attrNameLst>
                                          <p:attrName>fill.type</p:attrName>
                                        </p:attrNameLst>
                                      </p:cBhvr>
                                      <p:to>
                                        <p:strVal val="solid"/>
                                      </p:to>
                                    </p:set>
                                    <p:set>
                                      <p:cBhvr>
                                        <p:cTn id="186" dur="1000" fill="hold"/>
                                        <p:tgtEl>
                                          <p:spTgt spid="15"/>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7" grpId="0"/>
      <p:bldP spid="2038" grpId="0" build="p"/>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36"/>
        <p:cNvGrpSpPr/>
        <p:nvPr/>
      </p:nvGrpSpPr>
      <p:grpSpPr>
        <a:xfrm>
          <a:off x="0" y="0"/>
          <a:ext cx="0" cy="0"/>
          <a:chOff x="0" y="0"/>
          <a:chExt cx="0" cy="0"/>
        </a:xfrm>
      </p:grpSpPr>
      <p:sp>
        <p:nvSpPr>
          <p:cNvPr id="2037" name="Google Shape;2037;p30"/>
          <p:cNvSpPr txBox="1">
            <a:spLocks noGrp="1"/>
          </p:cNvSpPr>
          <p:nvPr>
            <p:ph type="title"/>
          </p:nvPr>
        </p:nvSpPr>
        <p:spPr>
          <a:xfrm>
            <a:off x="720000" y="1137337"/>
            <a:ext cx="3509700" cy="6330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dirty="0"/>
              <a:t>Recherche un chemin</a:t>
            </a:r>
            <a:endParaRPr dirty="0"/>
          </a:p>
        </p:txBody>
      </p:sp>
      <p:sp>
        <p:nvSpPr>
          <p:cNvPr id="2038" name="Google Shape;2038;p30"/>
          <p:cNvSpPr txBox="1">
            <a:spLocks noGrp="1"/>
          </p:cNvSpPr>
          <p:nvPr>
            <p:ph type="subTitle" idx="1"/>
          </p:nvPr>
        </p:nvSpPr>
        <p:spPr>
          <a:xfrm>
            <a:off x="720000" y="1770336"/>
            <a:ext cx="3509700" cy="674905"/>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fr-FR" dirty="0"/>
              <a:t>Dans cette exemple on va rechercher un chemin entre les sommet A et H</a:t>
            </a:r>
          </a:p>
        </p:txBody>
      </p:sp>
      <p:sp>
        <p:nvSpPr>
          <p:cNvPr id="5" name="Flowchart: Connector 4">
            <a:extLst>
              <a:ext uri="{FF2B5EF4-FFF2-40B4-BE49-F238E27FC236}">
                <a16:creationId xmlns:a16="http://schemas.microsoft.com/office/drawing/2014/main" id="{52442A6A-B3F4-4495-A231-E739D7BFD76D}"/>
              </a:ext>
            </a:extLst>
          </p:cNvPr>
          <p:cNvSpPr/>
          <p:nvPr/>
        </p:nvSpPr>
        <p:spPr>
          <a:xfrm>
            <a:off x="6378172" y="1137337"/>
            <a:ext cx="309510" cy="309510"/>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300" dirty="0"/>
              <a:t>A</a:t>
            </a:r>
            <a:endParaRPr lang="fr-FR" sz="1300" dirty="0"/>
          </a:p>
        </p:txBody>
      </p:sp>
      <p:sp>
        <p:nvSpPr>
          <p:cNvPr id="6" name="Flowchart: Connector 5">
            <a:extLst>
              <a:ext uri="{FF2B5EF4-FFF2-40B4-BE49-F238E27FC236}">
                <a16:creationId xmlns:a16="http://schemas.microsoft.com/office/drawing/2014/main" id="{D1F1940C-06AD-4B2E-A918-10FE23FC20B9}"/>
              </a:ext>
            </a:extLst>
          </p:cNvPr>
          <p:cNvSpPr/>
          <p:nvPr/>
        </p:nvSpPr>
        <p:spPr>
          <a:xfrm>
            <a:off x="6386499" y="2135731"/>
            <a:ext cx="309510" cy="309510"/>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300" dirty="0"/>
              <a:t>C</a:t>
            </a:r>
            <a:endParaRPr lang="fr-FR" sz="1300" dirty="0"/>
          </a:p>
        </p:txBody>
      </p:sp>
      <p:sp>
        <p:nvSpPr>
          <p:cNvPr id="7" name="Flowchart: Connector 6">
            <a:extLst>
              <a:ext uri="{FF2B5EF4-FFF2-40B4-BE49-F238E27FC236}">
                <a16:creationId xmlns:a16="http://schemas.microsoft.com/office/drawing/2014/main" id="{88012DBA-371E-4285-8C6F-5DA9B3E39D19}"/>
              </a:ext>
            </a:extLst>
          </p:cNvPr>
          <p:cNvSpPr/>
          <p:nvPr/>
        </p:nvSpPr>
        <p:spPr>
          <a:xfrm>
            <a:off x="7803564" y="2135731"/>
            <a:ext cx="309510" cy="309510"/>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300" dirty="0"/>
              <a:t>D</a:t>
            </a:r>
            <a:endParaRPr lang="fr-FR" sz="1300" dirty="0"/>
          </a:p>
        </p:txBody>
      </p:sp>
      <p:sp>
        <p:nvSpPr>
          <p:cNvPr id="8" name="Flowchart: Connector 7">
            <a:extLst>
              <a:ext uri="{FF2B5EF4-FFF2-40B4-BE49-F238E27FC236}">
                <a16:creationId xmlns:a16="http://schemas.microsoft.com/office/drawing/2014/main" id="{80E53EAE-C845-4BE3-8484-5D319F993959}"/>
              </a:ext>
            </a:extLst>
          </p:cNvPr>
          <p:cNvSpPr/>
          <p:nvPr/>
        </p:nvSpPr>
        <p:spPr>
          <a:xfrm>
            <a:off x="5212185" y="2135731"/>
            <a:ext cx="309510" cy="309510"/>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300" dirty="0"/>
              <a:t>B</a:t>
            </a:r>
            <a:endParaRPr lang="fr-FR" sz="1300" dirty="0"/>
          </a:p>
        </p:txBody>
      </p:sp>
      <p:sp>
        <p:nvSpPr>
          <p:cNvPr id="9" name="Flowchart: Connector 8">
            <a:extLst>
              <a:ext uri="{FF2B5EF4-FFF2-40B4-BE49-F238E27FC236}">
                <a16:creationId xmlns:a16="http://schemas.microsoft.com/office/drawing/2014/main" id="{9C93457E-58CA-481C-BC6F-A1AAF8102F3A}"/>
              </a:ext>
            </a:extLst>
          </p:cNvPr>
          <p:cNvSpPr/>
          <p:nvPr/>
        </p:nvSpPr>
        <p:spPr>
          <a:xfrm>
            <a:off x="7803564" y="3136521"/>
            <a:ext cx="309510" cy="309510"/>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300" dirty="0"/>
              <a:t>G</a:t>
            </a:r>
            <a:endParaRPr lang="fr-FR" sz="1300" dirty="0"/>
          </a:p>
        </p:txBody>
      </p:sp>
      <p:sp>
        <p:nvSpPr>
          <p:cNvPr id="10" name="Flowchart: Connector 9">
            <a:extLst>
              <a:ext uri="{FF2B5EF4-FFF2-40B4-BE49-F238E27FC236}">
                <a16:creationId xmlns:a16="http://schemas.microsoft.com/office/drawing/2014/main" id="{72B30BCA-756A-43EC-AB27-7840CE4C8113}"/>
              </a:ext>
            </a:extLst>
          </p:cNvPr>
          <p:cNvSpPr/>
          <p:nvPr/>
        </p:nvSpPr>
        <p:spPr>
          <a:xfrm>
            <a:off x="5212185" y="2875869"/>
            <a:ext cx="309510" cy="309510"/>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300" dirty="0"/>
              <a:t>E</a:t>
            </a:r>
            <a:endParaRPr lang="fr-FR" sz="1300" dirty="0"/>
          </a:p>
        </p:txBody>
      </p:sp>
      <p:sp>
        <p:nvSpPr>
          <p:cNvPr id="11" name="Flowchart: Connector 10">
            <a:extLst>
              <a:ext uri="{FF2B5EF4-FFF2-40B4-BE49-F238E27FC236}">
                <a16:creationId xmlns:a16="http://schemas.microsoft.com/office/drawing/2014/main" id="{B4B0646A-FE40-4C2E-BF99-148EF5849704}"/>
              </a:ext>
            </a:extLst>
          </p:cNvPr>
          <p:cNvSpPr/>
          <p:nvPr/>
        </p:nvSpPr>
        <p:spPr>
          <a:xfrm>
            <a:off x="4572000" y="3616960"/>
            <a:ext cx="309510" cy="309510"/>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300" dirty="0"/>
              <a:t>I</a:t>
            </a:r>
            <a:endParaRPr lang="fr-FR" sz="1300" dirty="0"/>
          </a:p>
        </p:txBody>
      </p:sp>
      <p:sp>
        <p:nvSpPr>
          <p:cNvPr id="12" name="Flowchart: Connector 11">
            <a:extLst>
              <a:ext uri="{FF2B5EF4-FFF2-40B4-BE49-F238E27FC236}">
                <a16:creationId xmlns:a16="http://schemas.microsoft.com/office/drawing/2014/main" id="{2E68FE24-7544-496E-A90F-2DA155747C46}"/>
              </a:ext>
            </a:extLst>
          </p:cNvPr>
          <p:cNvSpPr/>
          <p:nvPr/>
        </p:nvSpPr>
        <p:spPr>
          <a:xfrm>
            <a:off x="5221714" y="3616006"/>
            <a:ext cx="309510" cy="309510"/>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300" dirty="0"/>
              <a:t>J</a:t>
            </a:r>
            <a:endParaRPr lang="fr-FR" sz="1300" dirty="0"/>
          </a:p>
        </p:txBody>
      </p:sp>
      <p:sp>
        <p:nvSpPr>
          <p:cNvPr id="13" name="Flowchart: Connector 12">
            <a:extLst>
              <a:ext uri="{FF2B5EF4-FFF2-40B4-BE49-F238E27FC236}">
                <a16:creationId xmlns:a16="http://schemas.microsoft.com/office/drawing/2014/main" id="{8D983AED-C317-43A3-B2EB-9C4D0EF123C6}"/>
              </a:ext>
            </a:extLst>
          </p:cNvPr>
          <p:cNvSpPr/>
          <p:nvPr/>
        </p:nvSpPr>
        <p:spPr>
          <a:xfrm>
            <a:off x="5871429" y="3616006"/>
            <a:ext cx="309510" cy="309510"/>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300" dirty="0"/>
              <a:t>K</a:t>
            </a:r>
            <a:endParaRPr lang="fr-FR" sz="1300" dirty="0"/>
          </a:p>
        </p:txBody>
      </p:sp>
      <p:sp>
        <p:nvSpPr>
          <p:cNvPr id="14" name="Flowchart: Connector 13">
            <a:extLst>
              <a:ext uri="{FF2B5EF4-FFF2-40B4-BE49-F238E27FC236}">
                <a16:creationId xmlns:a16="http://schemas.microsoft.com/office/drawing/2014/main" id="{F035711E-0086-4121-A8A7-387DD212D9B5}"/>
              </a:ext>
            </a:extLst>
          </p:cNvPr>
          <p:cNvSpPr/>
          <p:nvPr/>
        </p:nvSpPr>
        <p:spPr>
          <a:xfrm>
            <a:off x="6973693" y="3136521"/>
            <a:ext cx="309510" cy="309510"/>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300" dirty="0"/>
              <a:t>F</a:t>
            </a:r>
            <a:endParaRPr lang="fr-FR" sz="1300" dirty="0"/>
          </a:p>
        </p:txBody>
      </p:sp>
      <p:sp>
        <p:nvSpPr>
          <p:cNvPr id="15" name="Flowchart: Connector 14">
            <a:extLst>
              <a:ext uri="{FF2B5EF4-FFF2-40B4-BE49-F238E27FC236}">
                <a16:creationId xmlns:a16="http://schemas.microsoft.com/office/drawing/2014/main" id="{52C1A500-613D-4C33-9D3D-36D0E3796977}"/>
              </a:ext>
            </a:extLst>
          </p:cNvPr>
          <p:cNvSpPr/>
          <p:nvPr/>
        </p:nvSpPr>
        <p:spPr>
          <a:xfrm>
            <a:off x="8633436" y="3136521"/>
            <a:ext cx="309510" cy="309510"/>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300" dirty="0"/>
              <a:t>H</a:t>
            </a:r>
            <a:endParaRPr lang="fr-FR" sz="1300" dirty="0"/>
          </a:p>
        </p:txBody>
      </p:sp>
      <p:cxnSp>
        <p:nvCxnSpPr>
          <p:cNvPr id="16" name="Straight Arrow Connector 15">
            <a:extLst>
              <a:ext uri="{FF2B5EF4-FFF2-40B4-BE49-F238E27FC236}">
                <a16:creationId xmlns:a16="http://schemas.microsoft.com/office/drawing/2014/main" id="{5D2EC873-7D3B-44C0-821E-610C0EF8B2EE}"/>
              </a:ext>
            </a:extLst>
          </p:cNvPr>
          <p:cNvCxnSpPr>
            <a:cxnSpLocks/>
            <a:stCxn id="5" idx="3"/>
            <a:endCxn id="8" idx="7"/>
          </p:cNvCxnSpPr>
          <p:nvPr/>
        </p:nvCxnSpPr>
        <p:spPr>
          <a:xfrm flipH="1">
            <a:off x="5476369" y="1401521"/>
            <a:ext cx="947130" cy="779537"/>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17" name="Straight Arrow Connector 16">
            <a:extLst>
              <a:ext uri="{FF2B5EF4-FFF2-40B4-BE49-F238E27FC236}">
                <a16:creationId xmlns:a16="http://schemas.microsoft.com/office/drawing/2014/main" id="{61FADC67-5E7B-4E9D-97B5-E0E385F43AEC}"/>
              </a:ext>
            </a:extLst>
          </p:cNvPr>
          <p:cNvCxnSpPr>
            <a:stCxn id="5" idx="4"/>
            <a:endCxn id="6" idx="0"/>
          </p:cNvCxnSpPr>
          <p:nvPr/>
        </p:nvCxnSpPr>
        <p:spPr>
          <a:xfrm>
            <a:off x="6532927" y="1446847"/>
            <a:ext cx="8327" cy="688884"/>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18" name="Straight Arrow Connector 17">
            <a:extLst>
              <a:ext uri="{FF2B5EF4-FFF2-40B4-BE49-F238E27FC236}">
                <a16:creationId xmlns:a16="http://schemas.microsoft.com/office/drawing/2014/main" id="{B893207A-A719-4D94-BFD3-C8AF33BB70DD}"/>
              </a:ext>
            </a:extLst>
          </p:cNvPr>
          <p:cNvCxnSpPr>
            <a:stCxn id="5" idx="5"/>
            <a:endCxn id="7" idx="1"/>
          </p:cNvCxnSpPr>
          <p:nvPr/>
        </p:nvCxnSpPr>
        <p:spPr>
          <a:xfrm>
            <a:off x="6642356" y="1401521"/>
            <a:ext cx="1206535" cy="779537"/>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19" name="Straight Arrow Connector 18">
            <a:extLst>
              <a:ext uri="{FF2B5EF4-FFF2-40B4-BE49-F238E27FC236}">
                <a16:creationId xmlns:a16="http://schemas.microsoft.com/office/drawing/2014/main" id="{EAC63830-30F9-4F98-9FE8-460F60DD693D}"/>
              </a:ext>
            </a:extLst>
          </p:cNvPr>
          <p:cNvCxnSpPr>
            <a:stCxn id="8" idx="4"/>
            <a:endCxn id="10" idx="0"/>
          </p:cNvCxnSpPr>
          <p:nvPr/>
        </p:nvCxnSpPr>
        <p:spPr>
          <a:xfrm>
            <a:off x="5366940" y="2445242"/>
            <a:ext cx="0" cy="430627"/>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20" name="Straight Arrow Connector 19">
            <a:extLst>
              <a:ext uri="{FF2B5EF4-FFF2-40B4-BE49-F238E27FC236}">
                <a16:creationId xmlns:a16="http://schemas.microsoft.com/office/drawing/2014/main" id="{47F105EE-EC48-4E48-972B-DF6A5A889B83}"/>
              </a:ext>
            </a:extLst>
          </p:cNvPr>
          <p:cNvCxnSpPr>
            <a:stCxn id="10" idx="3"/>
            <a:endCxn id="11" idx="0"/>
          </p:cNvCxnSpPr>
          <p:nvPr/>
        </p:nvCxnSpPr>
        <p:spPr>
          <a:xfrm flipH="1">
            <a:off x="4726755" y="3140052"/>
            <a:ext cx="530756" cy="476907"/>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21" name="Straight Arrow Connector 20">
            <a:extLst>
              <a:ext uri="{FF2B5EF4-FFF2-40B4-BE49-F238E27FC236}">
                <a16:creationId xmlns:a16="http://schemas.microsoft.com/office/drawing/2014/main" id="{F0843FA0-1D35-43B7-B638-0A11ADF13128}"/>
              </a:ext>
            </a:extLst>
          </p:cNvPr>
          <p:cNvCxnSpPr>
            <a:stCxn id="10" idx="4"/>
            <a:endCxn id="12" idx="0"/>
          </p:cNvCxnSpPr>
          <p:nvPr/>
        </p:nvCxnSpPr>
        <p:spPr>
          <a:xfrm>
            <a:off x="5366940" y="3185379"/>
            <a:ext cx="9530" cy="430627"/>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22" name="Straight Arrow Connector 21">
            <a:extLst>
              <a:ext uri="{FF2B5EF4-FFF2-40B4-BE49-F238E27FC236}">
                <a16:creationId xmlns:a16="http://schemas.microsoft.com/office/drawing/2014/main" id="{AD10D4E2-565D-49F2-A04F-FCFA3986B75F}"/>
              </a:ext>
            </a:extLst>
          </p:cNvPr>
          <p:cNvCxnSpPr>
            <a:stCxn id="10" idx="5"/>
            <a:endCxn id="13" idx="0"/>
          </p:cNvCxnSpPr>
          <p:nvPr/>
        </p:nvCxnSpPr>
        <p:spPr>
          <a:xfrm>
            <a:off x="5476369" y="3140052"/>
            <a:ext cx="549815" cy="475953"/>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23" name="Straight Arrow Connector 22">
            <a:extLst>
              <a:ext uri="{FF2B5EF4-FFF2-40B4-BE49-F238E27FC236}">
                <a16:creationId xmlns:a16="http://schemas.microsoft.com/office/drawing/2014/main" id="{1FA9C465-87EB-4804-8205-9A90D4CDAA2E}"/>
              </a:ext>
            </a:extLst>
          </p:cNvPr>
          <p:cNvCxnSpPr>
            <a:stCxn id="7" idx="3"/>
            <a:endCxn id="14" idx="0"/>
          </p:cNvCxnSpPr>
          <p:nvPr/>
        </p:nvCxnSpPr>
        <p:spPr>
          <a:xfrm flipH="1">
            <a:off x="7128448" y="2399915"/>
            <a:ext cx="720443" cy="736606"/>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24" name="Straight Arrow Connector 23">
            <a:extLst>
              <a:ext uri="{FF2B5EF4-FFF2-40B4-BE49-F238E27FC236}">
                <a16:creationId xmlns:a16="http://schemas.microsoft.com/office/drawing/2014/main" id="{C21A992F-91F6-45BB-97F3-68A93F301316}"/>
              </a:ext>
            </a:extLst>
          </p:cNvPr>
          <p:cNvCxnSpPr>
            <a:stCxn id="7" idx="4"/>
            <a:endCxn id="9" idx="0"/>
          </p:cNvCxnSpPr>
          <p:nvPr/>
        </p:nvCxnSpPr>
        <p:spPr>
          <a:xfrm>
            <a:off x="7958319" y="2445242"/>
            <a:ext cx="0" cy="69128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25" name="Straight Arrow Connector 24">
            <a:extLst>
              <a:ext uri="{FF2B5EF4-FFF2-40B4-BE49-F238E27FC236}">
                <a16:creationId xmlns:a16="http://schemas.microsoft.com/office/drawing/2014/main" id="{C792FEC8-0678-4F56-AFFC-D912442A3A51}"/>
              </a:ext>
            </a:extLst>
          </p:cNvPr>
          <p:cNvCxnSpPr>
            <a:stCxn id="7" idx="5"/>
            <a:endCxn id="15" idx="0"/>
          </p:cNvCxnSpPr>
          <p:nvPr/>
        </p:nvCxnSpPr>
        <p:spPr>
          <a:xfrm>
            <a:off x="8067748" y="2399915"/>
            <a:ext cx="720443" cy="736606"/>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3" name="TextBox 2">
            <a:extLst>
              <a:ext uri="{FF2B5EF4-FFF2-40B4-BE49-F238E27FC236}">
                <a16:creationId xmlns:a16="http://schemas.microsoft.com/office/drawing/2014/main" id="{41EC1A40-A231-40B6-B718-84FF0C4BF8AB}"/>
              </a:ext>
            </a:extLst>
          </p:cNvPr>
          <p:cNvSpPr txBox="1"/>
          <p:nvPr/>
        </p:nvSpPr>
        <p:spPr>
          <a:xfrm>
            <a:off x="589138" y="2875869"/>
            <a:ext cx="883575" cy="338554"/>
          </a:xfrm>
          <a:prstGeom prst="rect">
            <a:avLst/>
          </a:prstGeom>
          <a:noFill/>
        </p:spPr>
        <p:txBody>
          <a:bodyPr wrap="none" rtlCol="0">
            <a:spAutoFit/>
          </a:bodyPr>
          <a:lstStyle/>
          <a:p>
            <a:r>
              <a:rPr lang="en-US" sz="1600" dirty="0">
                <a:solidFill>
                  <a:schemeClr val="dk1"/>
                </a:solidFill>
                <a:latin typeface="Roboto"/>
                <a:ea typeface="Roboto"/>
                <a:sym typeface="Roboto"/>
              </a:rPr>
              <a:t>Chemin</a:t>
            </a:r>
            <a:endParaRPr lang="fr-FR" sz="1600" dirty="0">
              <a:solidFill>
                <a:schemeClr val="dk1"/>
              </a:solidFill>
              <a:latin typeface="Roboto"/>
              <a:ea typeface="Roboto"/>
              <a:sym typeface="Roboto"/>
            </a:endParaRPr>
          </a:p>
        </p:txBody>
      </p:sp>
      <p:sp>
        <p:nvSpPr>
          <p:cNvPr id="39" name="Flowchart: Connector 38">
            <a:extLst>
              <a:ext uri="{FF2B5EF4-FFF2-40B4-BE49-F238E27FC236}">
                <a16:creationId xmlns:a16="http://schemas.microsoft.com/office/drawing/2014/main" id="{A2A2A786-1182-4682-9F54-4C8A772FFBCF}"/>
              </a:ext>
            </a:extLst>
          </p:cNvPr>
          <p:cNvSpPr/>
          <p:nvPr/>
        </p:nvSpPr>
        <p:spPr>
          <a:xfrm>
            <a:off x="629788" y="3490296"/>
            <a:ext cx="309510" cy="309510"/>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300" dirty="0"/>
              <a:t>A</a:t>
            </a:r>
            <a:endParaRPr lang="fr-FR" sz="1300" dirty="0"/>
          </a:p>
        </p:txBody>
      </p:sp>
      <p:sp>
        <p:nvSpPr>
          <p:cNvPr id="40" name="Flowchart: Connector 39">
            <a:extLst>
              <a:ext uri="{FF2B5EF4-FFF2-40B4-BE49-F238E27FC236}">
                <a16:creationId xmlns:a16="http://schemas.microsoft.com/office/drawing/2014/main" id="{6EDA47ED-0F5C-488D-98DD-B66DC0727B2A}"/>
              </a:ext>
            </a:extLst>
          </p:cNvPr>
          <p:cNvSpPr/>
          <p:nvPr/>
        </p:nvSpPr>
        <p:spPr>
          <a:xfrm>
            <a:off x="629788" y="3939576"/>
            <a:ext cx="309510" cy="309510"/>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300" dirty="0"/>
              <a:t>C</a:t>
            </a:r>
            <a:endParaRPr lang="fr-FR" sz="1300" dirty="0"/>
          </a:p>
        </p:txBody>
      </p:sp>
      <p:sp>
        <p:nvSpPr>
          <p:cNvPr id="41" name="Flowchart: Connector 40">
            <a:extLst>
              <a:ext uri="{FF2B5EF4-FFF2-40B4-BE49-F238E27FC236}">
                <a16:creationId xmlns:a16="http://schemas.microsoft.com/office/drawing/2014/main" id="{94FA16E0-2B7B-4538-A03B-017960F442DD}"/>
              </a:ext>
            </a:extLst>
          </p:cNvPr>
          <p:cNvSpPr/>
          <p:nvPr/>
        </p:nvSpPr>
        <p:spPr>
          <a:xfrm>
            <a:off x="1112769" y="3936956"/>
            <a:ext cx="309510" cy="309510"/>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300" dirty="0"/>
              <a:t>D</a:t>
            </a:r>
            <a:endParaRPr lang="fr-FR" sz="1300" dirty="0"/>
          </a:p>
        </p:txBody>
      </p:sp>
      <p:sp>
        <p:nvSpPr>
          <p:cNvPr id="42" name="Flowchart: Connector 41">
            <a:extLst>
              <a:ext uri="{FF2B5EF4-FFF2-40B4-BE49-F238E27FC236}">
                <a16:creationId xmlns:a16="http://schemas.microsoft.com/office/drawing/2014/main" id="{3E408862-E631-4085-8EF0-617F54DCB1E5}"/>
              </a:ext>
            </a:extLst>
          </p:cNvPr>
          <p:cNvSpPr/>
          <p:nvPr/>
        </p:nvSpPr>
        <p:spPr>
          <a:xfrm>
            <a:off x="1058396" y="3498312"/>
            <a:ext cx="309510" cy="309510"/>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300" dirty="0"/>
              <a:t>B</a:t>
            </a:r>
            <a:endParaRPr lang="fr-FR" sz="1300" dirty="0"/>
          </a:p>
        </p:txBody>
      </p:sp>
      <p:sp>
        <p:nvSpPr>
          <p:cNvPr id="43" name="Flowchart: Connector 42">
            <a:extLst>
              <a:ext uri="{FF2B5EF4-FFF2-40B4-BE49-F238E27FC236}">
                <a16:creationId xmlns:a16="http://schemas.microsoft.com/office/drawing/2014/main" id="{7D741D20-1D71-4BF4-8003-420919B01A9E}"/>
              </a:ext>
            </a:extLst>
          </p:cNvPr>
          <p:cNvSpPr/>
          <p:nvPr/>
        </p:nvSpPr>
        <p:spPr>
          <a:xfrm>
            <a:off x="2075534" y="3943134"/>
            <a:ext cx="309510" cy="309510"/>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300" dirty="0"/>
              <a:t>G</a:t>
            </a:r>
            <a:endParaRPr lang="fr-FR" sz="1300" dirty="0"/>
          </a:p>
        </p:txBody>
      </p:sp>
      <p:sp>
        <p:nvSpPr>
          <p:cNvPr id="44" name="Flowchart: Connector 43">
            <a:extLst>
              <a:ext uri="{FF2B5EF4-FFF2-40B4-BE49-F238E27FC236}">
                <a16:creationId xmlns:a16="http://schemas.microsoft.com/office/drawing/2014/main" id="{B944829F-6C1D-4045-AA83-ECC05A537579}"/>
              </a:ext>
            </a:extLst>
          </p:cNvPr>
          <p:cNvSpPr/>
          <p:nvPr/>
        </p:nvSpPr>
        <p:spPr>
          <a:xfrm>
            <a:off x="1493674" y="3498312"/>
            <a:ext cx="309510" cy="309510"/>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300" dirty="0"/>
              <a:t>E</a:t>
            </a:r>
            <a:endParaRPr lang="fr-FR" sz="1300" dirty="0"/>
          </a:p>
        </p:txBody>
      </p:sp>
      <p:sp>
        <p:nvSpPr>
          <p:cNvPr id="45" name="Flowchart: Connector 44">
            <a:extLst>
              <a:ext uri="{FF2B5EF4-FFF2-40B4-BE49-F238E27FC236}">
                <a16:creationId xmlns:a16="http://schemas.microsoft.com/office/drawing/2014/main" id="{8E43FCFB-1FE9-43CD-B29F-00A2D53710C1}"/>
              </a:ext>
            </a:extLst>
          </p:cNvPr>
          <p:cNvSpPr/>
          <p:nvPr/>
        </p:nvSpPr>
        <p:spPr>
          <a:xfrm>
            <a:off x="1904446" y="3517002"/>
            <a:ext cx="309510" cy="309510"/>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300" dirty="0"/>
              <a:t>I</a:t>
            </a:r>
            <a:endParaRPr lang="fr-FR" sz="1300" dirty="0"/>
          </a:p>
        </p:txBody>
      </p:sp>
      <p:sp>
        <p:nvSpPr>
          <p:cNvPr id="46" name="Flowchart: Connector 45">
            <a:extLst>
              <a:ext uri="{FF2B5EF4-FFF2-40B4-BE49-F238E27FC236}">
                <a16:creationId xmlns:a16="http://schemas.microsoft.com/office/drawing/2014/main" id="{66C3E32C-7F7C-409B-AA89-13A00904C8C7}"/>
              </a:ext>
            </a:extLst>
          </p:cNvPr>
          <p:cNvSpPr/>
          <p:nvPr/>
        </p:nvSpPr>
        <p:spPr>
          <a:xfrm>
            <a:off x="2335392" y="3529612"/>
            <a:ext cx="309510" cy="309510"/>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300" dirty="0"/>
              <a:t>J</a:t>
            </a:r>
            <a:endParaRPr lang="fr-FR" sz="1300" dirty="0"/>
          </a:p>
        </p:txBody>
      </p:sp>
      <p:sp>
        <p:nvSpPr>
          <p:cNvPr id="47" name="Flowchart: Connector 46">
            <a:extLst>
              <a:ext uri="{FF2B5EF4-FFF2-40B4-BE49-F238E27FC236}">
                <a16:creationId xmlns:a16="http://schemas.microsoft.com/office/drawing/2014/main" id="{B8F52DAF-947D-4C42-9184-5B091A65B803}"/>
              </a:ext>
            </a:extLst>
          </p:cNvPr>
          <p:cNvSpPr/>
          <p:nvPr/>
        </p:nvSpPr>
        <p:spPr>
          <a:xfrm>
            <a:off x="2770253" y="3529612"/>
            <a:ext cx="309510" cy="309510"/>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300" dirty="0"/>
              <a:t>K</a:t>
            </a:r>
            <a:endParaRPr lang="fr-FR" sz="1300" dirty="0"/>
          </a:p>
        </p:txBody>
      </p:sp>
      <p:sp>
        <p:nvSpPr>
          <p:cNvPr id="48" name="Flowchart: Connector 47">
            <a:extLst>
              <a:ext uri="{FF2B5EF4-FFF2-40B4-BE49-F238E27FC236}">
                <a16:creationId xmlns:a16="http://schemas.microsoft.com/office/drawing/2014/main" id="{99A71E2B-2FC0-4B5D-B7BA-5609CDD280FA}"/>
              </a:ext>
            </a:extLst>
          </p:cNvPr>
          <p:cNvSpPr/>
          <p:nvPr/>
        </p:nvSpPr>
        <p:spPr>
          <a:xfrm>
            <a:off x="1561246" y="3939922"/>
            <a:ext cx="309510" cy="309510"/>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300" dirty="0"/>
              <a:t>F</a:t>
            </a:r>
            <a:endParaRPr lang="fr-FR" sz="1300" dirty="0"/>
          </a:p>
        </p:txBody>
      </p:sp>
      <p:sp>
        <p:nvSpPr>
          <p:cNvPr id="49" name="Flowchart: Connector 48">
            <a:extLst>
              <a:ext uri="{FF2B5EF4-FFF2-40B4-BE49-F238E27FC236}">
                <a16:creationId xmlns:a16="http://schemas.microsoft.com/office/drawing/2014/main" id="{8CE87584-6108-41E4-80B1-062A1AD4694F}"/>
              </a:ext>
            </a:extLst>
          </p:cNvPr>
          <p:cNvSpPr/>
          <p:nvPr/>
        </p:nvSpPr>
        <p:spPr>
          <a:xfrm>
            <a:off x="2644902" y="3954564"/>
            <a:ext cx="309510" cy="309510"/>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300" dirty="0"/>
              <a:t>H</a:t>
            </a:r>
            <a:endParaRPr lang="fr-FR" sz="1300" dirty="0"/>
          </a:p>
        </p:txBody>
      </p:sp>
      <p:sp>
        <p:nvSpPr>
          <p:cNvPr id="54" name="Google Shape;3115;p57" descr="Timeline background shape">
            <a:extLst>
              <a:ext uri="{FF2B5EF4-FFF2-40B4-BE49-F238E27FC236}">
                <a16:creationId xmlns:a16="http://schemas.microsoft.com/office/drawing/2014/main" id="{A032E652-4863-4BBF-ACA9-300C697BF502}"/>
              </a:ext>
            </a:extLst>
          </p:cNvPr>
          <p:cNvSpPr/>
          <p:nvPr/>
        </p:nvSpPr>
        <p:spPr>
          <a:xfrm>
            <a:off x="533374" y="3397772"/>
            <a:ext cx="1461813" cy="476907"/>
          </a:xfrm>
          <a:prstGeom prst="homePlate">
            <a:avLst>
              <a:gd name="adj" fmla="val 50000"/>
            </a:avLst>
          </a:pr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4648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500"/>
                            </p:stCondLst>
                            <p:childTnLst>
                              <p:par>
                                <p:cTn id="5" presetID="10" presetClass="entr" presetSubtype="0" fill="hold" grpId="0" nodeType="afterEffect">
                                  <p:stCondLst>
                                    <p:cond delay="0"/>
                                  </p:stCondLst>
                                  <p:childTnLst>
                                    <p:set>
                                      <p:cBhvr>
                                        <p:cTn id="6" dur="1" fill="hold">
                                          <p:stCondLst>
                                            <p:cond delay="0"/>
                                          </p:stCondLst>
                                        </p:cTn>
                                        <p:tgtEl>
                                          <p:spTgt spid="2037"/>
                                        </p:tgtEl>
                                        <p:attrNameLst>
                                          <p:attrName>style.visibility</p:attrName>
                                        </p:attrNameLst>
                                      </p:cBhvr>
                                      <p:to>
                                        <p:strVal val="visible"/>
                                      </p:to>
                                    </p:set>
                                    <p:animEffect transition="in" filter="fade">
                                      <p:cBhvr>
                                        <p:cTn id="7" dur="500"/>
                                        <p:tgtEl>
                                          <p:spTgt spid="2037"/>
                                        </p:tgtEl>
                                      </p:cBhvr>
                                    </p:animEffect>
                                  </p:childTnLst>
                                </p:cTn>
                              </p:par>
                            </p:childTnLst>
                          </p:cTn>
                        </p:par>
                        <p:par>
                          <p:cTn id="8" fill="hold">
                            <p:stCondLst>
                              <p:cond delay="1000"/>
                            </p:stCondLst>
                            <p:childTnLst>
                              <p:par>
                                <p:cTn id="9" presetID="16" presetClass="entr" presetSubtype="26" fill="hold" grpId="0" nodeType="afterEffect">
                                  <p:stCondLst>
                                    <p:cond delay="0"/>
                                  </p:stCondLst>
                                  <p:childTnLst>
                                    <p:set>
                                      <p:cBhvr>
                                        <p:cTn id="10" dur="1" fill="hold">
                                          <p:stCondLst>
                                            <p:cond delay="0"/>
                                          </p:stCondLst>
                                        </p:cTn>
                                        <p:tgtEl>
                                          <p:spTgt spid="2038">
                                            <p:txEl>
                                              <p:pRg st="0" end="0"/>
                                            </p:txEl>
                                          </p:spTgt>
                                        </p:tgtEl>
                                        <p:attrNameLst>
                                          <p:attrName>style.visibility</p:attrName>
                                        </p:attrNameLst>
                                      </p:cBhvr>
                                      <p:to>
                                        <p:strVal val="visible"/>
                                      </p:to>
                                    </p:set>
                                    <p:animEffect transition="in" filter="barn(inHorizontal)">
                                      <p:cBhvr>
                                        <p:cTn id="11" dur="500"/>
                                        <p:tgtEl>
                                          <p:spTgt spid="2038">
                                            <p:txEl>
                                              <p:pRg st="0" end="0"/>
                                            </p:txEl>
                                          </p:spTgt>
                                        </p:tgtEl>
                                      </p:cBhvr>
                                    </p:animEffect>
                                  </p:childTnLst>
                                </p:cTn>
                              </p:par>
                            </p:childTnLst>
                          </p:cTn>
                        </p:par>
                        <p:par>
                          <p:cTn id="12" fill="hold">
                            <p:stCondLst>
                              <p:cond delay="1500"/>
                            </p:stCondLst>
                            <p:childTnLst>
                              <p:par>
                                <p:cTn id="13" presetID="2" presetClass="entr" presetSubtype="8" fill="hold" grpId="0" nodeType="afterEffect">
                                  <p:stCondLst>
                                    <p:cond delay="0"/>
                                  </p:stCondLst>
                                  <p:childTnLst>
                                    <p:set>
                                      <p:cBhvr>
                                        <p:cTn id="14" dur="1" fill="hold">
                                          <p:stCondLst>
                                            <p:cond delay="0"/>
                                          </p:stCondLst>
                                        </p:cTn>
                                        <p:tgtEl>
                                          <p:spTgt spid="3"/>
                                        </p:tgtEl>
                                        <p:attrNameLst>
                                          <p:attrName>style.visibility</p:attrName>
                                        </p:attrNameLst>
                                      </p:cBhvr>
                                      <p:to>
                                        <p:strVal val="visible"/>
                                      </p:to>
                                    </p:set>
                                    <p:anim calcmode="lin" valueType="num">
                                      <p:cBhvr additive="base">
                                        <p:cTn id="15" dur="500" fill="hold"/>
                                        <p:tgtEl>
                                          <p:spTgt spid="3"/>
                                        </p:tgtEl>
                                        <p:attrNameLst>
                                          <p:attrName>ppt_x</p:attrName>
                                        </p:attrNameLst>
                                      </p:cBhvr>
                                      <p:tavLst>
                                        <p:tav tm="0">
                                          <p:val>
                                            <p:strVal val="0-#ppt_w/2"/>
                                          </p:val>
                                        </p:tav>
                                        <p:tav tm="100000">
                                          <p:val>
                                            <p:strVal val="#ppt_x"/>
                                          </p:val>
                                        </p:tav>
                                      </p:tavLst>
                                    </p:anim>
                                    <p:anim calcmode="lin" valueType="num">
                                      <p:cBhvr additive="base">
                                        <p:cTn id="16" dur="500" fill="hold"/>
                                        <p:tgtEl>
                                          <p:spTgt spid="3"/>
                                        </p:tgtEl>
                                        <p:attrNameLst>
                                          <p:attrName>ppt_y</p:attrName>
                                        </p:attrNameLst>
                                      </p:cBhvr>
                                      <p:tavLst>
                                        <p:tav tm="0">
                                          <p:val>
                                            <p:strVal val="#ppt_y"/>
                                          </p:val>
                                        </p:tav>
                                        <p:tav tm="100000">
                                          <p:val>
                                            <p:strVal val="#ppt_y"/>
                                          </p:val>
                                        </p:tav>
                                      </p:tavLst>
                                    </p:anim>
                                  </p:childTnLst>
                                </p:cTn>
                              </p:par>
                            </p:childTnLst>
                          </p:cTn>
                        </p:par>
                        <p:par>
                          <p:cTn id="17" fill="hold">
                            <p:stCondLst>
                              <p:cond delay="2000"/>
                            </p:stCondLst>
                            <p:childTnLst>
                              <p:par>
                                <p:cTn id="18" presetID="22" presetClass="entr" presetSubtype="1" fill="hold" grpId="0" nodeType="after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wipe(up)">
                                      <p:cBhvr>
                                        <p:cTn id="20" dur="500"/>
                                        <p:tgtEl>
                                          <p:spTgt spid="5"/>
                                        </p:tgtEl>
                                      </p:cBhvr>
                                    </p:animEffect>
                                  </p:childTnLst>
                                </p:cTn>
                              </p:par>
                              <p:par>
                                <p:cTn id="21" presetID="22" presetClass="entr" presetSubtype="1"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up)">
                                      <p:cBhvr>
                                        <p:cTn id="23" dur="500"/>
                                        <p:tgtEl>
                                          <p:spTgt spid="8"/>
                                        </p:tgtEl>
                                      </p:cBhvr>
                                    </p:animEffect>
                                  </p:childTnLst>
                                </p:cTn>
                              </p:par>
                              <p:par>
                                <p:cTn id="24" presetID="22" presetClass="entr" presetSubtype="1"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wipe(up)">
                                      <p:cBhvr>
                                        <p:cTn id="26" dur="500"/>
                                        <p:tgtEl>
                                          <p:spTgt spid="10"/>
                                        </p:tgtEl>
                                      </p:cBhvr>
                                    </p:animEffect>
                                  </p:childTnLst>
                                </p:cTn>
                              </p:par>
                              <p:par>
                                <p:cTn id="27" presetID="22" presetClass="entr" presetSubtype="1"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wipe(up)">
                                      <p:cBhvr>
                                        <p:cTn id="29" dur="500"/>
                                        <p:tgtEl>
                                          <p:spTgt spid="11"/>
                                        </p:tgtEl>
                                      </p:cBhvr>
                                    </p:animEffect>
                                  </p:childTnLst>
                                </p:cTn>
                              </p:par>
                              <p:par>
                                <p:cTn id="30" presetID="22" presetClass="entr" presetSubtype="1"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up)">
                                      <p:cBhvr>
                                        <p:cTn id="32" dur="500"/>
                                        <p:tgtEl>
                                          <p:spTgt spid="12"/>
                                        </p:tgtEl>
                                      </p:cBhvr>
                                    </p:animEffect>
                                  </p:childTnLst>
                                </p:cTn>
                              </p:par>
                              <p:par>
                                <p:cTn id="33" presetID="22" presetClass="entr" presetSubtype="1"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wipe(up)">
                                      <p:cBhvr>
                                        <p:cTn id="35" dur="500"/>
                                        <p:tgtEl>
                                          <p:spTgt spid="13"/>
                                        </p:tgtEl>
                                      </p:cBhvr>
                                    </p:animEffect>
                                  </p:childTnLst>
                                </p:cTn>
                              </p:par>
                              <p:par>
                                <p:cTn id="36" presetID="22" presetClass="entr" presetSubtype="1" fill="hold" grpId="0" nodeType="with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wipe(up)">
                                      <p:cBhvr>
                                        <p:cTn id="38" dur="500"/>
                                        <p:tgtEl>
                                          <p:spTgt spid="6"/>
                                        </p:tgtEl>
                                      </p:cBhvr>
                                    </p:animEffect>
                                  </p:childTnLst>
                                </p:cTn>
                              </p:par>
                              <p:par>
                                <p:cTn id="39" presetID="22" presetClass="entr" presetSubtype="1" fill="hold" grpId="0" nodeType="with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wipe(up)">
                                      <p:cBhvr>
                                        <p:cTn id="41" dur="500"/>
                                        <p:tgtEl>
                                          <p:spTgt spid="7"/>
                                        </p:tgtEl>
                                      </p:cBhvr>
                                    </p:animEffect>
                                  </p:childTnLst>
                                </p:cTn>
                              </p:par>
                              <p:par>
                                <p:cTn id="42" presetID="22" presetClass="entr" presetSubtype="1"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wipe(up)">
                                      <p:cBhvr>
                                        <p:cTn id="44" dur="500"/>
                                        <p:tgtEl>
                                          <p:spTgt spid="14"/>
                                        </p:tgtEl>
                                      </p:cBhvr>
                                    </p:animEffect>
                                  </p:childTnLst>
                                </p:cTn>
                              </p:par>
                              <p:par>
                                <p:cTn id="45" presetID="22" presetClass="entr" presetSubtype="1" fill="hold" grpId="0" nodeType="with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wipe(up)">
                                      <p:cBhvr>
                                        <p:cTn id="47" dur="500"/>
                                        <p:tgtEl>
                                          <p:spTgt spid="9"/>
                                        </p:tgtEl>
                                      </p:cBhvr>
                                    </p:animEffect>
                                  </p:childTnLst>
                                </p:cTn>
                              </p:par>
                              <p:par>
                                <p:cTn id="48" presetID="22" presetClass="entr" presetSubtype="1" fill="hold" grpId="0" nodeType="with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wipe(up)">
                                      <p:cBhvr>
                                        <p:cTn id="50" dur="500"/>
                                        <p:tgtEl>
                                          <p:spTgt spid="15"/>
                                        </p:tgtEl>
                                      </p:cBhvr>
                                    </p:animEffect>
                                  </p:childTnLst>
                                </p:cTn>
                              </p:par>
                              <p:par>
                                <p:cTn id="51" presetID="22" presetClass="entr" presetSubtype="1" fill="hold" nodeType="withEffect">
                                  <p:stCondLst>
                                    <p:cond delay="0"/>
                                  </p:stCondLst>
                                  <p:childTnLst>
                                    <p:set>
                                      <p:cBhvr>
                                        <p:cTn id="52" dur="1" fill="hold">
                                          <p:stCondLst>
                                            <p:cond delay="0"/>
                                          </p:stCondLst>
                                        </p:cTn>
                                        <p:tgtEl>
                                          <p:spTgt spid="16"/>
                                        </p:tgtEl>
                                        <p:attrNameLst>
                                          <p:attrName>style.visibility</p:attrName>
                                        </p:attrNameLst>
                                      </p:cBhvr>
                                      <p:to>
                                        <p:strVal val="visible"/>
                                      </p:to>
                                    </p:set>
                                    <p:animEffect transition="in" filter="wipe(up)">
                                      <p:cBhvr>
                                        <p:cTn id="53" dur="500"/>
                                        <p:tgtEl>
                                          <p:spTgt spid="16"/>
                                        </p:tgtEl>
                                      </p:cBhvr>
                                    </p:animEffect>
                                  </p:childTnLst>
                                </p:cTn>
                              </p:par>
                              <p:par>
                                <p:cTn id="54" presetID="22" presetClass="entr" presetSubtype="1" fill="hold" nodeType="withEffect">
                                  <p:stCondLst>
                                    <p:cond delay="0"/>
                                  </p:stCondLst>
                                  <p:childTnLst>
                                    <p:set>
                                      <p:cBhvr>
                                        <p:cTn id="55" dur="1" fill="hold">
                                          <p:stCondLst>
                                            <p:cond delay="0"/>
                                          </p:stCondLst>
                                        </p:cTn>
                                        <p:tgtEl>
                                          <p:spTgt spid="17"/>
                                        </p:tgtEl>
                                        <p:attrNameLst>
                                          <p:attrName>style.visibility</p:attrName>
                                        </p:attrNameLst>
                                      </p:cBhvr>
                                      <p:to>
                                        <p:strVal val="visible"/>
                                      </p:to>
                                    </p:set>
                                    <p:animEffect transition="in" filter="wipe(up)">
                                      <p:cBhvr>
                                        <p:cTn id="56" dur="500"/>
                                        <p:tgtEl>
                                          <p:spTgt spid="17"/>
                                        </p:tgtEl>
                                      </p:cBhvr>
                                    </p:animEffect>
                                  </p:childTnLst>
                                </p:cTn>
                              </p:par>
                              <p:par>
                                <p:cTn id="57" presetID="22" presetClass="entr" presetSubtype="1" fill="hold" nodeType="withEffect">
                                  <p:stCondLst>
                                    <p:cond delay="0"/>
                                  </p:stCondLst>
                                  <p:childTnLst>
                                    <p:set>
                                      <p:cBhvr>
                                        <p:cTn id="58" dur="1" fill="hold">
                                          <p:stCondLst>
                                            <p:cond delay="0"/>
                                          </p:stCondLst>
                                        </p:cTn>
                                        <p:tgtEl>
                                          <p:spTgt spid="18"/>
                                        </p:tgtEl>
                                        <p:attrNameLst>
                                          <p:attrName>style.visibility</p:attrName>
                                        </p:attrNameLst>
                                      </p:cBhvr>
                                      <p:to>
                                        <p:strVal val="visible"/>
                                      </p:to>
                                    </p:set>
                                    <p:animEffect transition="in" filter="wipe(up)">
                                      <p:cBhvr>
                                        <p:cTn id="59" dur="500"/>
                                        <p:tgtEl>
                                          <p:spTgt spid="18"/>
                                        </p:tgtEl>
                                      </p:cBhvr>
                                    </p:animEffect>
                                  </p:childTnLst>
                                </p:cTn>
                              </p:par>
                              <p:par>
                                <p:cTn id="60" presetID="22" presetClass="entr" presetSubtype="1" fill="hold" nodeType="withEffect">
                                  <p:stCondLst>
                                    <p:cond delay="0"/>
                                  </p:stCondLst>
                                  <p:childTnLst>
                                    <p:set>
                                      <p:cBhvr>
                                        <p:cTn id="61" dur="1" fill="hold">
                                          <p:stCondLst>
                                            <p:cond delay="0"/>
                                          </p:stCondLst>
                                        </p:cTn>
                                        <p:tgtEl>
                                          <p:spTgt spid="19"/>
                                        </p:tgtEl>
                                        <p:attrNameLst>
                                          <p:attrName>style.visibility</p:attrName>
                                        </p:attrNameLst>
                                      </p:cBhvr>
                                      <p:to>
                                        <p:strVal val="visible"/>
                                      </p:to>
                                    </p:set>
                                    <p:animEffect transition="in" filter="wipe(up)">
                                      <p:cBhvr>
                                        <p:cTn id="62" dur="500"/>
                                        <p:tgtEl>
                                          <p:spTgt spid="19"/>
                                        </p:tgtEl>
                                      </p:cBhvr>
                                    </p:animEffect>
                                  </p:childTnLst>
                                </p:cTn>
                              </p:par>
                              <p:par>
                                <p:cTn id="63" presetID="22" presetClass="entr" presetSubtype="1" fill="hold" nodeType="withEffect">
                                  <p:stCondLst>
                                    <p:cond delay="0"/>
                                  </p:stCondLst>
                                  <p:childTnLst>
                                    <p:set>
                                      <p:cBhvr>
                                        <p:cTn id="64" dur="1" fill="hold">
                                          <p:stCondLst>
                                            <p:cond delay="0"/>
                                          </p:stCondLst>
                                        </p:cTn>
                                        <p:tgtEl>
                                          <p:spTgt spid="20"/>
                                        </p:tgtEl>
                                        <p:attrNameLst>
                                          <p:attrName>style.visibility</p:attrName>
                                        </p:attrNameLst>
                                      </p:cBhvr>
                                      <p:to>
                                        <p:strVal val="visible"/>
                                      </p:to>
                                    </p:set>
                                    <p:animEffect transition="in" filter="wipe(up)">
                                      <p:cBhvr>
                                        <p:cTn id="65" dur="500"/>
                                        <p:tgtEl>
                                          <p:spTgt spid="20"/>
                                        </p:tgtEl>
                                      </p:cBhvr>
                                    </p:animEffect>
                                  </p:childTnLst>
                                </p:cTn>
                              </p:par>
                              <p:par>
                                <p:cTn id="66" presetID="22" presetClass="entr" presetSubtype="1" fill="hold" nodeType="withEffect">
                                  <p:stCondLst>
                                    <p:cond delay="0"/>
                                  </p:stCondLst>
                                  <p:childTnLst>
                                    <p:set>
                                      <p:cBhvr>
                                        <p:cTn id="67" dur="1" fill="hold">
                                          <p:stCondLst>
                                            <p:cond delay="0"/>
                                          </p:stCondLst>
                                        </p:cTn>
                                        <p:tgtEl>
                                          <p:spTgt spid="21"/>
                                        </p:tgtEl>
                                        <p:attrNameLst>
                                          <p:attrName>style.visibility</p:attrName>
                                        </p:attrNameLst>
                                      </p:cBhvr>
                                      <p:to>
                                        <p:strVal val="visible"/>
                                      </p:to>
                                    </p:set>
                                    <p:animEffect transition="in" filter="wipe(up)">
                                      <p:cBhvr>
                                        <p:cTn id="68" dur="500"/>
                                        <p:tgtEl>
                                          <p:spTgt spid="21"/>
                                        </p:tgtEl>
                                      </p:cBhvr>
                                    </p:animEffect>
                                  </p:childTnLst>
                                </p:cTn>
                              </p:par>
                              <p:par>
                                <p:cTn id="69" presetID="22" presetClass="entr" presetSubtype="1" fill="hold" nodeType="withEffect">
                                  <p:stCondLst>
                                    <p:cond delay="0"/>
                                  </p:stCondLst>
                                  <p:childTnLst>
                                    <p:set>
                                      <p:cBhvr>
                                        <p:cTn id="70" dur="1" fill="hold">
                                          <p:stCondLst>
                                            <p:cond delay="0"/>
                                          </p:stCondLst>
                                        </p:cTn>
                                        <p:tgtEl>
                                          <p:spTgt spid="22"/>
                                        </p:tgtEl>
                                        <p:attrNameLst>
                                          <p:attrName>style.visibility</p:attrName>
                                        </p:attrNameLst>
                                      </p:cBhvr>
                                      <p:to>
                                        <p:strVal val="visible"/>
                                      </p:to>
                                    </p:set>
                                    <p:animEffect transition="in" filter="wipe(up)">
                                      <p:cBhvr>
                                        <p:cTn id="71" dur="500"/>
                                        <p:tgtEl>
                                          <p:spTgt spid="22"/>
                                        </p:tgtEl>
                                      </p:cBhvr>
                                    </p:animEffect>
                                  </p:childTnLst>
                                </p:cTn>
                              </p:par>
                              <p:par>
                                <p:cTn id="72" presetID="22" presetClass="entr" presetSubtype="1" fill="hold" nodeType="withEffect">
                                  <p:stCondLst>
                                    <p:cond delay="0"/>
                                  </p:stCondLst>
                                  <p:childTnLst>
                                    <p:set>
                                      <p:cBhvr>
                                        <p:cTn id="73" dur="1" fill="hold">
                                          <p:stCondLst>
                                            <p:cond delay="0"/>
                                          </p:stCondLst>
                                        </p:cTn>
                                        <p:tgtEl>
                                          <p:spTgt spid="23"/>
                                        </p:tgtEl>
                                        <p:attrNameLst>
                                          <p:attrName>style.visibility</p:attrName>
                                        </p:attrNameLst>
                                      </p:cBhvr>
                                      <p:to>
                                        <p:strVal val="visible"/>
                                      </p:to>
                                    </p:set>
                                    <p:animEffect transition="in" filter="wipe(up)">
                                      <p:cBhvr>
                                        <p:cTn id="74" dur="500"/>
                                        <p:tgtEl>
                                          <p:spTgt spid="23"/>
                                        </p:tgtEl>
                                      </p:cBhvr>
                                    </p:animEffect>
                                  </p:childTnLst>
                                </p:cTn>
                              </p:par>
                              <p:par>
                                <p:cTn id="75" presetID="22" presetClass="entr" presetSubtype="1" fill="hold" nodeType="withEffect">
                                  <p:stCondLst>
                                    <p:cond delay="0"/>
                                  </p:stCondLst>
                                  <p:childTnLst>
                                    <p:set>
                                      <p:cBhvr>
                                        <p:cTn id="76" dur="1" fill="hold">
                                          <p:stCondLst>
                                            <p:cond delay="0"/>
                                          </p:stCondLst>
                                        </p:cTn>
                                        <p:tgtEl>
                                          <p:spTgt spid="24"/>
                                        </p:tgtEl>
                                        <p:attrNameLst>
                                          <p:attrName>style.visibility</p:attrName>
                                        </p:attrNameLst>
                                      </p:cBhvr>
                                      <p:to>
                                        <p:strVal val="visible"/>
                                      </p:to>
                                    </p:set>
                                    <p:animEffect transition="in" filter="wipe(up)">
                                      <p:cBhvr>
                                        <p:cTn id="77" dur="500"/>
                                        <p:tgtEl>
                                          <p:spTgt spid="24"/>
                                        </p:tgtEl>
                                      </p:cBhvr>
                                    </p:animEffect>
                                  </p:childTnLst>
                                </p:cTn>
                              </p:par>
                              <p:par>
                                <p:cTn id="78" presetID="22" presetClass="entr" presetSubtype="1" fill="hold" nodeType="withEffect">
                                  <p:stCondLst>
                                    <p:cond delay="0"/>
                                  </p:stCondLst>
                                  <p:childTnLst>
                                    <p:set>
                                      <p:cBhvr>
                                        <p:cTn id="79" dur="1" fill="hold">
                                          <p:stCondLst>
                                            <p:cond delay="0"/>
                                          </p:stCondLst>
                                        </p:cTn>
                                        <p:tgtEl>
                                          <p:spTgt spid="25"/>
                                        </p:tgtEl>
                                        <p:attrNameLst>
                                          <p:attrName>style.visibility</p:attrName>
                                        </p:attrNameLst>
                                      </p:cBhvr>
                                      <p:to>
                                        <p:strVal val="visible"/>
                                      </p:to>
                                    </p:set>
                                    <p:animEffect transition="in" filter="wipe(up)">
                                      <p:cBhvr>
                                        <p:cTn id="80" dur="500"/>
                                        <p:tgtEl>
                                          <p:spTgt spid="25"/>
                                        </p:tgtEl>
                                      </p:cBhvr>
                                    </p:animEffect>
                                  </p:childTnLst>
                                </p:cTn>
                              </p:par>
                            </p:childTnLst>
                          </p:cTn>
                        </p:par>
                        <p:par>
                          <p:cTn id="81" fill="hold">
                            <p:stCondLst>
                              <p:cond delay="2500"/>
                            </p:stCondLst>
                            <p:childTnLst>
                              <p:par>
                                <p:cTn id="82" presetID="2" presetClass="entr" presetSubtype="8" fill="hold" grpId="0" nodeType="afterEffect">
                                  <p:stCondLst>
                                    <p:cond delay="0"/>
                                  </p:stCondLst>
                                  <p:childTnLst>
                                    <p:set>
                                      <p:cBhvr>
                                        <p:cTn id="83" dur="1" fill="hold">
                                          <p:stCondLst>
                                            <p:cond delay="0"/>
                                          </p:stCondLst>
                                        </p:cTn>
                                        <p:tgtEl>
                                          <p:spTgt spid="39"/>
                                        </p:tgtEl>
                                        <p:attrNameLst>
                                          <p:attrName>style.visibility</p:attrName>
                                        </p:attrNameLst>
                                      </p:cBhvr>
                                      <p:to>
                                        <p:strVal val="visible"/>
                                      </p:to>
                                    </p:set>
                                    <p:anim calcmode="lin" valueType="num">
                                      <p:cBhvr additive="base">
                                        <p:cTn id="84" dur="500" fill="hold"/>
                                        <p:tgtEl>
                                          <p:spTgt spid="39"/>
                                        </p:tgtEl>
                                        <p:attrNameLst>
                                          <p:attrName>ppt_x</p:attrName>
                                        </p:attrNameLst>
                                      </p:cBhvr>
                                      <p:tavLst>
                                        <p:tav tm="0">
                                          <p:val>
                                            <p:strVal val="0-#ppt_w/2"/>
                                          </p:val>
                                        </p:tav>
                                        <p:tav tm="100000">
                                          <p:val>
                                            <p:strVal val="#ppt_x"/>
                                          </p:val>
                                        </p:tav>
                                      </p:tavLst>
                                    </p:anim>
                                    <p:anim calcmode="lin" valueType="num">
                                      <p:cBhvr additive="base">
                                        <p:cTn id="85" dur="500" fill="hold"/>
                                        <p:tgtEl>
                                          <p:spTgt spid="39"/>
                                        </p:tgtEl>
                                        <p:attrNameLst>
                                          <p:attrName>ppt_y</p:attrName>
                                        </p:attrNameLst>
                                      </p:cBhvr>
                                      <p:tavLst>
                                        <p:tav tm="0">
                                          <p:val>
                                            <p:strVal val="#ppt_y"/>
                                          </p:val>
                                        </p:tav>
                                        <p:tav tm="100000">
                                          <p:val>
                                            <p:strVal val="#ppt_y"/>
                                          </p:val>
                                        </p:tav>
                                      </p:tavLst>
                                    </p:anim>
                                  </p:childTnLst>
                                </p:cTn>
                              </p:par>
                            </p:childTnLst>
                          </p:cTn>
                        </p:par>
                        <p:par>
                          <p:cTn id="86" fill="hold">
                            <p:stCondLst>
                              <p:cond delay="3000"/>
                            </p:stCondLst>
                            <p:childTnLst>
                              <p:par>
                                <p:cTn id="87" presetID="2" presetClass="entr" presetSubtype="8" fill="hold" grpId="1" nodeType="afterEffect">
                                  <p:stCondLst>
                                    <p:cond delay="0"/>
                                  </p:stCondLst>
                                  <p:childTnLst>
                                    <p:set>
                                      <p:cBhvr>
                                        <p:cTn id="88" dur="1" fill="hold">
                                          <p:stCondLst>
                                            <p:cond delay="0"/>
                                          </p:stCondLst>
                                        </p:cTn>
                                        <p:tgtEl>
                                          <p:spTgt spid="42"/>
                                        </p:tgtEl>
                                        <p:attrNameLst>
                                          <p:attrName>style.visibility</p:attrName>
                                        </p:attrNameLst>
                                      </p:cBhvr>
                                      <p:to>
                                        <p:strVal val="visible"/>
                                      </p:to>
                                    </p:set>
                                    <p:anim calcmode="lin" valueType="num">
                                      <p:cBhvr additive="base">
                                        <p:cTn id="89" dur="500" fill="hold"/>
                                        <p:tgtEl>
                                          <p:spTgt spid="42"/>
                                        </p:tgtEl>
                                        <p:attrNameLst>
                                          <p:attrName>ppt_x</p:attrName>
                                        </p:attrNameLst>
                                      </p:cBhvr>
                                      <p:tavLst>
                                        <p:tav tm="0">
                                          <p:val>
                                            <p:strVal val="0-#ppt_w/2"/>
                                          </p:val>
                                        </p:tav>
                                        <p:tav tm="100000">
                                          <p:val>
                                            <p:strVal val="#ppt_x"/>
                                          </p:val>
                                        </p:tav>
                                      </p:tavLst>
                                    </p:anim>
                                    <p:anim calcmode="lin" valueType="num">
                                      <p:cBhvr additive="base">
                                        <p:cTn id="90" dur="500" fill="hold"/>
                                        <p:tgtEl>
                                          <p:spTgt spid="42"/>
                                        </p:tgtEl>
                                        <p:attrNameLst>
                                          <p:attrName>ppt_y</p:attrName>
                                        </p:attrNameLst>
                                      </p:cBhvr>
                                      <p:tavLst>
                                        <p:tav tm="0">
                                          <p:val>
                                            <p:strVal val="#ppt_y"/>
                                          </p:val>
                                        </p:tav>
                                        <p:tav tm="100000">
                                          <p:val>
                                            <p:strVal val="#ppt_y"/>
                                          </p:val>
                                        </p:tav>
                                      </p:tavLst>
                                    </p:anim>
                                  </p:childTnLst>
                                </p:cTn>
                              </p:par>
                            </p:childTnLst>
                          </p:cTn>
                        </p:par>
                        <p:par>
                          <p:cTn id="91" fill="hold">
                            <p:stCondLst>
                              <p:cond delay="3500"/>
                            </p:stCondLst>
                            <p:childTnLst>
                              <p:par>
                                <p:cTn id="92" presetID="2" presetClass="entr" presetSubtype="8" fill="hold" grpId="1" nodeType="afterEffect">
                                  <p:stCondLst>
                                    <p:cond delay="0"/>
                                  </p:stCondLst>
                                  <p:childTnLst>
                                    <p:set>
                                      <p:cBhvr>
                                        <p:cTn id="93" dur="1" fill="hold">
                                          <p:stCondLst>
                                            <p:cond delay="0"/>
                                          </p:stCondLst>
                                        </p:cTn>
                                        <p:tgtEl>
                                          <p:spTgt spid="44"/>
                                        </p:tgtEl>
                                        <p:attrNameLst>
                                          <p:attrName>style.visibility</p:attrName>
                                        </p:attrNameLst>
                                      </p:cBhvr>
                                      <p:to>
                                        <p:strVal val="visible"/>
                                      </p:to>
                                    </p:set>
                                    <p:anim calcmode="lin" valueType="num">
                                      <p:cBhvr additive="base">
                                        <p:cTn id="94" dur="500" fill="hold"/>
                                        <p:tgtEl>
                                          <p:spTgt spid="44"/>
                                        </p:tgtEl>
                                        <p:attrNameLst>
                                          <p:attrName>ppt_x</p:attrName>
                                        </p:attrNameLst>
                                      </p:cBhvr>
                                      <p:tavLst>
                                        <p:tav tm="0">
                                          <p:val>
                                            <p:strVal val="0-#ppt_w/2"/>
                                          </p:val>
                                        </p:tav>
                                        <p:tav tm="100000">
                                          <p:val>
                                            <p:strVal val="#ppt_x"/>
                                          </p:val>
                                        </p:tav>
                                      </p:tavLst>
                                    </p:anim>
                                    <p:anim calcmode="lin" valueType="num">
                                      <p:cBhvr additive="base">
                                        <p:cTn id="95" dur="500" fill="hold"/>
                                        <p:tgtEl>
                                          <p:spTgt spid="44"/>
                                        </p:tgtEl>
                                        <p:attrNameLst>
                                          <p:attrName>ppt_y</p:attrName>
                                        </p:attrNameLst>
                                      </p:cBhvr>
                                      <p:tavLst>
                                        <p:tav tm="0">
                                          <p:val>
                                            <p:strVal val="#ppt_y"/>
                                          </p:val>
                                        </p:tav>
                                        <p:tav tm="100000">
                                          <p:val>
                                            <p:strVal val="#ppt_y"/>
                                          </p:val>
                                        </p:tav>
                                      </p:tavLst>
                                    </p:anim>
                                  </p:childTnLst>
                                </p:cTn>
                              </p:par>
                            </p:childTnLst>
                          </p:cTn>
                        </p:par>
                        <p:par>
                          <p:cTn id="96" fill="hold">
                            <p:stCondLst>
                              <p:cond delay="4000"/>
                            </p:stCondLst>
                            <p:childTnLst>
                              <p:par>
                                <p:cTn id="97" presetID="2" presetClass="entr" presetSubtype="8" fill="hold" grpId="1" nodeType="afterEffect">
                                  <p:stCondLst>
                                    <p:cond delay="0"/>
                                  </p:stCondLst>
                                  <p:childTnLst>
                                    <p:set>
                                      <p:cBhvr>
                                        <p:cTn id="98" dur="1" fill="hold">
                                          <p:stCondLst>
                                            <p:cond delay="0"/>
                                          </p:stCondLst>
                                        </p:cTn>
                                        <p:tgtEl>
                                          <p:spTgt spid="45"/>
                                        </p:tgtEl>
                                        <p:attrNameLst>
                                          <p:attrName>style.visibility</p:attrName>
                                        </p:attrNameLst>
                                      </p:cBhvr>
                                      <p:to>
                                        <p:strVal val="visible"/>
                                      </p:to>
                                    </p:set>
                                    <p:anim calcmode="lin" valueType="num">
                                      <p:cBhvr additive="base">
                                        <p:cTn id="99" dur="500" fill="hold"/>
                                        <p:tgtEl>
                                          <p:spTgt spid="45"/>
                                        </p:tgtEl>
                                        <p:attrNameLst>
                                          <p:attrName>ppt_x</p:attrName>
                                        </p:attrNameLst>
                                      </p:cBhvr>
                                      <p:tavLst>
                                        <p:tav tm="0">
                                          <p:val>
                                            <p:strVal val="0-#ppt_w/2"/>
                                          </p:val>
                                        </p:tav>
                                        <p:tav tm="100000">
                                          <p:val>
                                            <p:strVal val="#ppt_x"/>
                                          </p:val>
                                        </p:tav>
                                      </p:tavLst>
                                    </p:anim>
                                    <p:anim calcmode="lin" valueType="num">
                                      <p:cBhvr additive="base">
                                        <p:cTn id="100" dur="500" fill="hold"/>
                                        <p:tgtEl>
                                          <p:spTgt spid="45"/>
                                        </p:tgtEl>
                                        <p:attrNameLst>
                                          <p:attrName>ppt_y</p:attrName>
                                        </p:attrNameLst>
                                      </p:cBhvr>
                                      <p:tavLst>
                                        <p:tav tm="0">
                                          <p:val>
                                            <p:strVal val="#ppt_y"/>
                                          </p:val>
                                        </p:tav>
                                        <p:tav tm="100000">
                                          <p:val>
                                            <p:strVal val="#ppt_y"/>
                                          </p:val>
                                        </p:tav>
                                      </p:tavLst>
                                    </p:anim>
                                  </p:childTnLst>
                                </p:cTn>
                              </p:par>
                            </p:childTnLst>
                          </p:cTn>
                        </p:par>
                        <p:par>
                          <p:cTn id="101" fill="hold">
                            <p:stCondLst>
                              <p:cond delay="4500"/>
                            </p:stCondLst>
                            <p:childTnLst>
                              <p:par>
                                <p:cTn id="102" presetID="2" presetClass="entr" presetSubtype="8" fill="hold" grpId="1" nodeType="afterEffect">
                                  <p:stCondLst>
                                    <p:cond delay="0"/>
                                  </p:stCondLst>
                                  <p:childTnLst>
                                    <p:set>
                                      <p:cBhvr>
                                        <p:cTn id="103" dur="1" fill="hold">
                                          <p:stCondLst>
                                            <p:cond delay="0"/>
                                          </p:stCondLst>
                                        </p:cTn>
                                        <p:tgtEl>
                                          <p:spTgt spid="46"/>
                                        </p:tgtEl>
                                        <p:attrNameLst>
                                          <p:attrName>style.visibility</p:attrName>
                                        </p:attrNameLst>
                                      </p:cBhvr>
                                      <p:to>
                                        <p:strVal val="visible"/>
                                      </p:to>
                                    </p:set>
                                    <p:anim calcmode="lin" valueType="num">
                                      <p:cBhvr additive="base">
                                        <p:cTn id="104" dur="500" fill="hold"/>
                                        <p:tgtEl>
                                          <p:spTgt spid="46"/>
                                        </p:tgtEl>
                                        <p:attrNameLst>
                                          <p:attrName>ppt_x</p:attrName>
                                        </p:attrNameLst>
                                      </p:cBhvr>
                                      <p:tavLst>
                                        <p:tav tm="0">
                                          <p:val>
                                            <p:strVal val="0-#ppt_w/2"/>
                                          </p:val>
                                        </p:tav>
                                        <p:tav tm="100000">
                                          <p:val>
                                            <p:strVal val="#ppt_x"/>
                                          </p:val>
                                        </p:tav>
                                      </p:tavLst>
                                    </p:anim>
                                    <p:anim calcmode="lin" valueType="num">
                                      <p:cBhvr additive="base">
                                        <p:cTn id="105" dur="500" fill="hold"/>
                                        <p:tgtEl>
                                          <p:spTgt spid="46"/>
                                        </p:tgtEl>
                                        <p:attrNameLst>
                                          <p:attrName>ppt_y</p:attrName>
                                        </p:attrNameLst>
                                      </p:cBhvr>
                                      <p:tavLst>
                                        <p:tav tm="0">
                                          <p:val>
                                            <p:strVal val="#ppt_y"/>
                                          </p:val>
                                        </p:tav>
                                        <p:tav tm="100000">
                                          <p:val>
                                            <p:strVal val="#ppt_y"/>
                                          </p:val>
                                        </p:tav>
                                      </p:tavLst>
                                    </p:anim>
                                  </p:childTnLst>
                                </p:cTn>
                              </p:par>
                            </p:childTnLst>
                          </p:cTn>
                        </p:par>
                        <p:par>
                          <p:cTn id="106" fill="hold">
                            <p:stCondLst>
                              <p:cond delay="5000"/>
                            </p:stCondLst>
                            <p:childTnLst>
                              <p:par>
                                <p:cTn id="107" presetID="2" presetClass="entr" presetSubtype="8" fill="hold" grpId="1" nodeType="afterEffect">
                                  <p:stCondLst>
                                    <p:cond delay="0"/>
                                  </p:stCondLst>
                                  <p:childTnLst>
                                    <p:set>
                                      <p:cBhvr>
                                        <p:cTn id="108" dur="1" fill="hold">
                                          <p:stCondLst>
                                            <p:cond delay="0"/>
                                          </p:stCondLst>
                                        </p:cTn>
                                        <p:tgtEl>
                                          <p:spTgt spid="47"/>
                                        </p:tgtEl>
                                        <p:attrNameLst>
                                          <p:attrName>style.visibility</p:attrName>
                                        </p:attrNameLst>
                                      </p:cBhvr>
                                      <p:to>
                                        <p:strVal val="visible"/>
                                      </p:to>
                                    </p:set>
                                    <p:anim calcmode="lin" valueType="num">
                                      <p:cBhvr additive="base">
                                        <p:cTn id="109" dur="500" fill="hold"/>
                                        <p:tgtEl>
                                          <p:spTgt spid="47"/>
                                        </p:tgtEl>
                                        <p:attrNameLst>
                                          <p:attrName>ppt_x</p:attrName>
                                        </p:attrNameLst>
                                      </p:cBhvr>
                                      <p:tavLst>
                                        <p:tav tm="0">
                                          <p:val>
                                            <p:strVal val="0-#ppt_w/2"/>
                                          </p:val>
                                        </p:tav>
                                        <p:tav tm="100000">
                                          <p:val>
                                            <p:strVal val="#ppt_x"/>
                                          </p:val>
                                        </p:tav>
                                      </p:tavLst>
                                    </p:anim>
                                    <p:anim calcmode="lin" valueType="num">
                                      <p:cBhvr additive="base">
                                        <p:cTn id="110" dur="500" fill="hold"/>
                                        <p:tgtEl>
                                          <p:spTgt spid="47"/>
                                        </p:tgtEl>
                                        <p:attrNameLst>
                                          <p:attrName>ppt_y</p:attrName>
                                        </p:attrNameLst>
                                      </p:cBhvr>
                                      <p:tavLst>
                                        <p:tav tm="0">
                                          <p:val>
                                            <p:strVal val="#ppt_y"/>
                                          </p:val>
                                        </p:tav>
                                        <p:tav tm="100000">
                                          <p:val>
                                            <p:strVal val="#ppt_y"/>
                                          </p:val>
                                        </p:tav>
                                      </p:tavLst>
                                    </p:anim>
                                  </p:childTnLst>
                                </p:cTn>
                              </p:par>
                            </p:childTnLst>
                          </p:cTn>
                        </p:par>
                        <p:par>
                          <p:cTn id="111" fill="hold">
                            <p:stCondLst>
                              <p:cond delay="5500"/>
                            </p:stCondLst>
                            <p:childTnLst>
                              <p:par>
                                <p:cTn id="112" presetID="2" presetClass="entr" presetSubtype="8" fill="hold" grpId="1" nodeType="afterEffect">
                                  <p:stCondLst>
                                    <p:cond delay="0"/>
                                  </p:stCondLst>
                                  <p:childTnLst>
                                    <p:set>
                                      <p:cBhvr>
                                        <p:cTn id="113" dur="1" fill="hold">
                                          <p:stCondLst>
                                            <p:cond delay="0"/>
                                          </p:stCondLst>
                                        </p:cTn>
                                        <p:tgtEl>
                                          <p:spTgt spid="40"/>
                                        </p:tgtEl>
                                        <p:attrNameLst>
                                          <p:attrName>style.visibility</p:attrName>
                                        </p:attrNameLst>
                                      </p:cBhvr>
                                      <p:to>
                                        <p:strVal val="visible"/>
                                      </p:to>
                                    </p:set>
                                    <p:anim calcmode="lin" valueType="num">
                                      <p:cBhvr additive="base">
                                        <p:cTn id="114" dur="500" fill="hold"/>
                                        <p:tgtEl>
                                          <p:spTgt spid="40"/>
                                        </p:tgtEl>
                                        <p:attrNameLst>
                                          <p:attrName>ppt_x</p:attrName>
                                        </p:attrNameLst>
                                      </p:cBhvr>
                                      <p:tavLst>
                                        <p:tav tm="0">
                                          <p:val>
                                            <p:strVal val="0-#ppt_w/2"/>
                                          </p:val>
                                        </p:tav>
                                        <p:tav tm="100000">
                                          <p:val>
                                            <p:strVal val="#ppt_x"/>
                                          </p:val>
                                        </p:tav>
                                      </p:tavLst>
                                    </p:anim>
                                    <p:anim calcmode="lin" valueType="num">
                                      <p:cBhvr additive="base">
                                        <p:cTn id="115" dur="500" fill="hold"/>
                                        <p:tgtEl>
                                          <p:spTgt spid="40"/>
                                        </p:tgtEl>
                                        <p:attrNameLst>
                                          <p:attrName>ppt_y</p:attrName>
                                        </p:attrNameLst>
                                      </p:cBhvr>
                                      <p:tavLst>
                                        <p:tav tm="0">
                                          <p:val>
                                            <p:strVal val="#ppt_y"/>
                                          </p:val>
                                        </p:tav>
                                        <p:tav tm="100000">
                                          <p:val>
                                            <p:strVal val="#ppt_y"/>
                                          </p:val>
                                        </p:tav>
                                      </p:tavLst>
                                    </p:anim>
                                  </p:childTnLst>
                                </p:cTn>
                              </p:par>
                            </p:childTnLst>
                          </p:cTn>
                        </p:par>
                        <p:par>
                          <p:cTn id="116" fill="hold">
                            <p:stCondLst>
                              <p:cond delay="6000"/>
                            </p:stCondLst>
                            <p:childTnLst>
                              <p:par>
                                <p:cTn id="117" presetID="2" presetClass="entr" presetSubtype="8" fill="hold" grpId="1" nodeType="afterEffect">
                                  <p:stCondLst>
                                    <p:cond delay="0"/>
                                  </p:stCondLst>
                                  <p:childTnLst>
                                    <p:set>
                                      <p:cBhvr>
                                        <p:cTn id="118" dur="1" fill="hold">
                                          <p:stCondLst>
                                            <p:cond delay="0"/>
                                          </p:stCondLst>
                                        </p:cTn>
                                        <p:tgtEl>
                                          <p:spTgt spid="41"/>
                                        </p:tgtEl>
                                        <p:attrNameLst>
                                          <p:attrName>style.visibility</p:attrName>
                                        </p:attrNameLst>
                                      </p:cBhvr>
                                      <p:to>
                                        <p:strVal val="visible"/>
                                      </p:to>
                                    </p:set>
                                    <p:anim calcmode="lin" valueType="num">
                                      <p:cBhvr additive="base">
                                        <p:cTn id="119" dur="500" fill="hold"/>
                                        <p:tgtEl>
                                          <p:spTgt spid="41"/>
                                        </p:tgtEl>
                                        <p:attrNameLst>
                                          <p:attrName>ppt_x</p:attrName>
                                        </p:attrNameLst>
                                      </p:cBhvr>
                                      <p:tavLst>
                                        <p:tav tm="0">
                                          <p:val>
                                            <p:strVal val="0-#ppt_w/2"/>
                                          </p:val>
                                        </p:tav>
                                        <p:tav tm="100000">
                                          <p:val>
                                            <p:strVal val="#ppt_x"/>
                                          </p:val>
                                        </p:tav>
                                      </p:tavLst>
                                    </p:anim>
                                    <p:anim calcmode="lin" valueType="num">
                                      <p:cBhvr additive="base">
                                        <p:cTn id="120" dur="500" fill="hold"/>
                                        <p:tgtEl>
                                          <p:spTgt spid="41"/>
                                        </p:tgtEl>
                                        <p:attrNameLst>
                                          <p:attrName>ppt_y</p:attrName>
                                        </p:attrNameLst>
                                      </p:cBhvr>
                                      <p:tavLst>
                                        <p:tav tm="0">
                                          <p:val>
                                            <p:strVal val="#ppt_y"/>
                                          </p:val>
                                        </p:tav>
                                        <p:tav tm="100000">
                                          <p:val>
                                            <p:strVal val="#ppt_y"/>
                                          </p:val>
                                        </p:tav>
                                      </p:tavLst>
                                    </p:anim>
                                  </p:childTnLst>
                                </p:cTn>
                              </p:par>
                            </p:childTnLst>
                          </p:cTn>
                        </p:par>
                        <p:par>
                          <p:cTn id="121" fill="hold">
                            <p:stCondLst>
                              <p:cond delay="6500"/>
                            </p:stCondLst>
                            <p:childTnLst>
                              <p:par>
                                <p:cTn id="122" presetID="2" presetClass="entr" presetSubtype="8" fill="hold" grpId="1" nodeType="afterEffect">
                                  <p:stCondLst>
                                    <p:cond delay="0"/>
                                  </p:stCondLst>
                                  <p:childTnLst>
                                    <p:set>
                                      <p:cBhvr>
                                        <p:cTn id="123" dur="1" fill="hold">
                                          <p:stCondLst>
                                            <p:cond delay="0"/>
                                          </p:stCondLst>
                                        </p:cTn>
                                        <p:tgtEl>
                                          <p:spTgt spid="48"/>
                                        </p:tgtEl>
                                        <p:attrNameLst>
                                          <p:attrName>style.visibility</p:attrName>
                                        </p:attrNameLst>
                                      </p:cBhvr>
                                      <p:to>
                                        <p:strVal val="visible"/>
                                      </p:to>
                                    </p:set>
                                    <p:anim calcmode="lin" valueType="num">
                                      <p:cBhvr additive="base">
                                        <p:cTn id="124" dur="500" fill="hold"/>
                                        <p:tgtEl>
                                          <p:spTgt spid="48"/>
                                        </p:tgtEl>
                                        <p:attrNameLst>
                                          <p:attrName>ppt_x</p:attrName>
                                        </p:attrNameLst>
                                      </p:cBhvr>
                                      <p:tavLst>
                                        <p:tav tm="0">
                                          <p:val>
                                            <p:strVal val="0-#ppt_w/2"/>
                                          </p:val>
                                        </p:tav>
                                        <p:tav tm="100000">
                                          <p:val>
                                            <p:strVal val="#ppt_x"/>
                                          </p:val>
                                        </p:tav>
                                      </p:tavLst>
                                    </p:anim>
                                    <p:anim calcmode="lin" valueType="num">
                                      <p:cBhvr additive="base">
                                        <p:cTn id="125" dur="500" fill="hold"/>
                                        <p:tgtEl>
                                          <p:spTgt spid="48"/>
                                        </p:tgtEl>
                                        <p:attrNameLst>
                                          <p:attrName>ppt_y</p:attrName>
                                        </p:attrNameLst>
                                      </p:cBhvr>
                                      <p:tavLst>
                                        <p:tav tm="0">
                                          <p:val>
                                            <p:strVal val="#ppt_y"/>
                                          </p:val>
                                        </p:tav>
                                        <p:tav tm="100000">
                                          <p:val>
                                            <p:strVal val="#ppt_y"/>
                                          </p:val>
                                        </p:tav>
                                      </p:tavLst>
                                    </p:anim>
                                  </p:childTnLst>
                                </p:cTn>
                              </p:par>
                            </p:childTnLst>
                          </p:cTn>
                        </p:par>
                        <p:par>
                          <p:cTn id="126" fill="hold">
                            <p:stCondLst>
                              <p:cond delay="7000"/>
                            </p:stCondLst>
                            <p:childTnLst>
                              <p:par>
                                <p:cTn id="127" presetID="2" presetClass="entr" presetSubtype="8" fill="hold" grpId="1" nodeType="afterEffect">
                                  <p:stCondLst>
                                    <p:cond delay="0"/>
                                  </p:stCondLst>
                                  <p:childTnLst>
                                    <p:set>
                                      <p:cBhvr>
                                        <p:cTn id="128" dur="1" fill="hold">
                                          <p:stCondLst>
                                            <p:cond delay="0"/>
                                          </p:stCondLst>
                                        </p:cTn>
                                        <p:tgtEl>
                                          <p:spTgt spid="43"/>
                                        </p:tgtEl>
                                        <p:attrNameLst>
                                          <p:attrName>style.visibility</p:attrName>
                                        </p:attrNameLst>
                                      </p:cBhvr>
                                      <p:to>
                                        <p:strVal val="visible"/>
                                      </p:to>
                                    </p:set>
                                    <p:anim calcmode="lin" valueType="num">
                                      <p:cBhvr additive="base">
                                        <p:cTn id="129" dur="500" fill="hold"/>
                                        <p:tgtEl>
                                          <p:spTgt spid="43"/>
                                        </p:tgtEl>
                                        <p:attrNameLst>
                                          <p:attrName>ppt_x</p:attrName>
                                        </p:attrNameLst>
                                      </p:cBhvr>
                                      <p:tavLst>
                                        <p:tav tm="0">
                                          <p:val>
                                            <p:strVal val="0-#ppt_w/2"/>
                                          </p:val>
                                        </p:tav>
                                        <p:tav tm="100000">
                                          <p:val>
                                            <p:strVal val="#ppt_x"/>
                                          </p:val>
                                        </p:tav>
                                      </p:tavLst>
                                    </p:anim>
                                    <p:anim calcmode="lin" valueType="num">
                                      <p:cBhvr additive="base">
                                        <p:cTn id="130" dur="500" fill="hold"/>
                                        <p:tgtEl>
                                          <p:spTgt spid="43"/>
                                        </p:tgtEl>
                                        <p:attrNameLst>
                                          <p:attrName>ppt_y</p:attrName>
                                        </p:attrNameLst>
                                      </p:cBhvr>
                                      <p:tavLst>
                                        <p:tav tm="0">
                                          <p:val>
                                            <p:strVal val="#ppt_y"/>
                                          </p:val>
                                        </p:tav>
                                        <p:tav tm="100000">
                                          <p:val>
                                            <p:strVal val="#ppt_y"/>
                                          </p:val>
                                        </p:tav>
                                      </p:tavLst>
                                    </p:anim>
                                  </p:childTnLst>
                                </p:cTn>
                              </p:par>
                            </p:childTnLst>
                          </p:cTn>
                        </p:par>
                        <p:par>
                          <p:cTn id="131" fill="hold">
                            <p:stCondLst>
                              <p:cond delay="7500"/>
                            </p:stCondLst>
                            <p:childTnLst>
                              <p:par>
                                <p:cTn id="132" presetID="2" presetClass="entr" presetSubtype="8" fill="hold" grpId="1" nodeType="afterEffect">
                                  <p:stCondLst>
                                    <p:cond delay="0"/>
                                  </p:stCondLst>
                                  <p:childTnLst>
                                    <p:set>
                                      <p:cBhvr>
                                        <p:cTn id="133" dur="1" fill="hold">
                                          <p:stCondLst>
                                            <p:cond delay="0"/>
                                          </p:stCondLst>
                                        </p:cTn>
                                        <p:tgtEl>
                                          <p:spTgt spid="49"/>
                                        </p:tgtEl>
                                        <p:attrNameLst>
                                          <p:attrName>style.visibility</p:attrName>
                                        </p:attrNameLst>
                                      </p:cBhvr>
                                      <p:to>
                                        <p:strVal val="visible"/>
                                      </p:to>
                                    </p:set>
                                    <p:anim calcmode="lin" valueType="num">
                                      <p:cBhvr additive="base">
                                        <p:cTn id="134" dur="500" fill="hold"/>
                                        <p:tgtEl>
                                          <p:spTgt spid="49"/>
                                        </p:tgtEl>
                                        <p:attrNameLst>
                                          <p:attrName>ppt_x</p:attrName>
                                        </p:attrNameLst>
                                      </p:cBhvr>
                                      <p:tavLst>
                                        <p:tav tm="0">
                                          <p:val>
                                            <p:strVal val="0-#ppt_w/2"/>
                                          </p:val>
                                        </p:tav>
                                        <p:tav tm="100000">
                                          <p:val>
                                            <p:strVal val="#ppt_x"/>
                                          </p:val>
                                        </p:tav>
                                      </p:tavLst>
                                    </p:anim>
                                    <p:anim calcmode="lin" valueType="num">
                                      <p:cBhvr additive="base">
                                        <p:cTn id="135" dur="500" fill="hold"/>
                                        <p:tgtEl>
                                          <p:spTgt spid="49"/>
                                        </p:tgtEl>
                                        <p:attrNameLst>
                                          <p:attrName>ppt_y</p:attrName>
                                        </p:attrNameLst>
                                      </p:cBhvr>
                                      <p:tavLst>
                                        <p:tav tm="0">
                                          <p:val>
                                            <p:strVal val="#ppt_y"/>
                                          </p:val>
                                        </p:tav>
                                        <p:tav tm="100000">
                                          <p:val>
                                            <p:strVal val="#ppt_y"/>
                                          </p:val>
                                        </p:tav>
                                      </p:tavLst>
                                    </p:anim>
                                  </p:childTnLst>
                                </p:cTn>
                              </p:par>
                            </p:childTnLst>
                          </p:cTn>
                        </p:par>
                      </p:childTnLst>
                    </p:cTn>
                  </p:par>
                  <p:par>
                    <p:cTn id="136" fill="hold">
                      <p:stCondLst>
                        <p:cond delay="indefinite"/>
                      </p:stCondLst>
                      <p:childTnLst>
                        <p:par>
                          <p:cTn id="137" fill="hold">
                            <p:stCondLst>
                              <p:cond delay="0"/>
                            </p:stCondLst>
                            <p:childTnLst>
                              <p:par>
                                <p:cTn id="138" presetID="1" presetClass="emph" presetSubtype="2" fill="hold" nodeType="clickEffect">
                                  <p:stCondLst>
                                    <p:cond delay="0"/>
                                  </p:stCondLst>
                                  <p:childTnLst>
                                    <p:animClr clrSpc="rgb" dir="cw">
                                      <p:cBhvr>
                                        <p:cTn id="139" dur="1000" fill="hold"/>
                                        <p:tgtEl>
                                          <p:spTgt spid="5"/>
                                        </p:tgtEl>
                                        <p:attrNameLst>
                                          <p:attrName>fillcolor</p:attrName>
                                        </p:attrNameLst>
                                      </p:cBhvr>
                                      <p:to>
                                        <a:srgbClr val="00B050"/>
                                      </p:to>
                                    </p:animClr>
                                    <p:set>
                                      <p:cBhvr>
                                        <p:cTn id="140" dur="1000" fill="hold"/>
                                        <p:tgtEl>
                                          <p:spTgt spid="5"/>
                                        </p:tgtEl>
                                        <p:attrNameLst>
                                          <p:attrName>fill.type</p:attrName>
                                        </p:attrNameLst>
                                      </p:cBhvr>
                                      <p:to>
                                        <p:strVal val="solid"/>
                                      </p:to>
                                    </p:set>
                                    <p:set>
                                      <p:cBhvr>
                                        <p:cTn id="141" dur="1000" fill="hold"/>
                                        <p:tgtEl>
                                          <p:spTgt spid="5"/>
                                        </p:tgtEl>
                                        <p:attrNameLst>
                                          <p:attrName>fill.on</p:attrName>
                                        </p:attrNameLst>
                                      </p:cBhvr>
                                      <p:to>
                                        <p:strVal val="true"/>
                                      </p:to>
                                    </p:set>
                                  </p:childTnLst>
                                </p:cTn>
                              </p:par>
                              <p:par>
                                <p:cTn id="142" presetID="1" presetClass="emph" presetSubtype="2" fill="hold" nodeType="withEffect">
                                  <p:stCondLst>
                                    <p:cond delay="0"/>
                                  </p:stCondLst>
                                  <p:childTnLst>
                                    <p:animClr clrSpc="rgb" dir="cw">
                                      <p:cBhvr>
                                        <p:cTn id="143" dur="1000" fill="hold"/>
                                        <p:tgtEl>
                                          <p:spTgt spid="39"/>
                                        </p:tgtEl>
                                        <p:attrNameLst>
                                          <p:attrName>fillcolor</p:attrName>
                                        </p:attrNameLst>
                                      </p:cBhvr>
                                      <p:to>
                                        <a:srgbClr val="00B050"/>
                                      </p:to>
                                    </p:animClr>
                                    <p:set>
                                      <p:cBhvr>
                                        <p:cTn id="144" dur="1000" fill="hold"/>
                                        <p:tgtEl>
                                          <p:spTgt spid="39"/>
                                        </p:tgtEl>
                                        <p:attrNameLst>
                                          <p:attrName>fill.type</p:attrName>
                                        </p:attrNameLst>
                                      </p:cBhvr>
                                      <p:to>
                                        <p:strVal val="solid"/>
                                      </p:to>
                                    </p:set>
                                    <p:set>
                                      <p:cBhvr>
                                        <p:cTn id="145" dur="1000" fill="hold"/>
                                        <p:tgtEl>
                                          <p:spTgt spid="39"/>
                                        </p:tgtEl>
                                        <p:attrNameLst>
                                          <p:attrName>fill.on</p:attrName>
                                        </p:attrNameLst>
                                      </p:cBhvr>
                                      <p:to>
                                        <p:strVal val="true"/>
                                      </p:to>
                                    </p:set>
                                  </p:childTnLst>
                                </p:cTn>
                              </p:par>
                            </p:childTnLst>
                          </p:cTn>
                        </p:par>
                        <p:par>
                          <p:cTn id="146" fill="hold">
                            <p:stCondLst>
                              <p:cond delay="1000"/>
                            </p:stCondLst>
                            <p:childTnLst>
                              <p:par>
                                <p:cTn id="147" presetID="1" presetClass="emph" presetSubtype="2" fill="hold" nodeType="afterEffect">
                                  <p:stCondLst>
                                    <p:cond delay="0"/>
                                  </p:stCondLst>
                                  <p:childTnLst>
                                    <p:animClr clrSpc="rgb" dir="cw">
                                      <p:cBhvr>
                                        <p:cTn id="148" dur="1000" fill="hold"/>
                                        <p:tgtEl>
                                          <p:spTgt spid="8"/>
                                        </p:tgtEl>
                                        <p:attrNameLst>
                                          <p:attrName>fillcolor</p:attrName>
                                        </p:attrNameLst>
                                      </p:cBhvr>
                                      <p:to>
                                        <a:srgbClr val="FF0000"/>
                                      </p:to>
                                    </p:animClr>
                                    <p:set>
                                      <p:cBhvr>
                                        <p:cTn id="149" dur="1000" fill="hold"/>
                                        <p:tgtEl>
                                          <p:spTgt spid="8"/>
                                        </p:tgtEl>
                                        <p:attrNameLst>
                                          <p:attrName>fill.type</p:attrName>
                                        </p:attrNameLst>
                                      </p:cBhvr>
                                      <p:to>
                                        <p:strVal val="solid"/>
                                      </p:to>
                                    </p:set>
                                    <p:set>
                                      <p:cBhvr>
                                        <p:cTn id="150" dur="1000" fill="hold"/>
                                        <p:tgtEl>
                                          <p:spTgt spid="8"/>
                                        </p:tgtEl>
                                        <p:attrNameLst>
                                          <p:attrName>fill.on</p:attrName>
                                        </p:attrNameLst>
                                      </p:cBhvr>
                                      <p:to>
                                        <p:strVal val="true"/>
                                      </p:to>
                                    </p:set>
                                  </p:childTnLst>
                                </p:cTn>
                              </p:par>
                            </p:childTnLst>
                          </p:cTn>
                        </p:par>
                        <p:par>
                          <p:cTn id="151" fill="hold">
                            <p:stCondLst>
                              <p:cond delay="2000"/>
                            </p:stCondLst>
                            <p:childTnLst>
                              <p:par>
                                <p:cTn id="152" presetID="1" presetClass="emph" presetSubtype="2" fill="hold" nodeType="afterEffect">
                                  <p:stCondLst>
                                    <p:cond delay="0"/>
                                  </p:stCondLst>
                                  <p:childTnLst>
                                    <p:animClr clrSpc="rgb" dir="cw">
                                      <p:cBhvr>
                                        <p:cTn id="153" dur="1000" fill="hold"/>
                                        <p:tgtEl>
                                          <p:spTgt spid="8"/>
                                        </p:tgtEl>
                                        <p:attrNameLst>
                                          <p:attrName>fillcolor</p:attrName>
                                        </p:attrNameLst>
                                      </p:cBhvr>
                                      <p:to>
                                        <a:srgbClr val="00B050"/>
                                      </p:to>
                                    </p:animClr>
                                    <p:set>
                                      <p:cBhvr>
                                        <p:cTn id="154" dur="1000" fill="hold"/>
                                        <p:tgtEl>
                                          <p:spTgt spid="8"/>
                                        </p:tgtEl>
                                        <p:attrNameLst>
                                          <p:attrName>fill.type</p:attrName>
                                        </p:attrNameLst>
                                      </p:cBhvr>
                                      <p:to>
                                        <p:strVal val="solid"/>
                                      </p:to>
                                    </p:set>
                                    <p:set>
                                      <p:cBhvr>
                                        <p:cTn id="155" dur="1000" fill="hold"/>
                                        <p:tgtEl>
                                          <p:spTgt spid="8"/>
                                        </p:tgtEl>
                                        <p:attrNameLst>
                                          <p:attrName>fill.on</p:attrName>
                                        </p:attrNameLst>
                                      </p:cBhvr>
                                      <p:to>
                                        <p:strVal val="true"/>
                                      </p:to>
                                    </p:set>
                                  </p:childTnLst>
                                </p:cTn>
                              </p:par>
                              <p:par>
                                <p:cTn id="156" presetID="1" presetClass="emph" presetSubtype="2" fill="hold" nodeType="withEffect">
                                  <p:stCondLst>
                                    <p:cond delay="0"/>
                                  </p:stCondLst>
                                  <p:childTnLst>
                                    <p:animClr clrSpc="rgb" dir="cw">
                                      <p:cBhvr>
                                        <p:cTn id="157" dur="1000" fill="hold"/>
                                        <p:tgtEl>
                                          <p:spTgt spid="42"/>
                                        </p:tgtEl>
                                        <p:attrNameLst>
                                          <p:attrName>fillcolor</p:attrName>
                                        </p:attrNameLst>
                                      </p:cBhvr>
                                      <p:to>
                                        <a:srgbClr val="00B050"/>
                                      </p:to>
                                    </p:animClr>
                                    <p:set>
                                      <p:cBhvr>
                                        <p:cTn id="158" dur="1000" fill="hold"/>
                                        <p:tgtEl>
                                          <p:spTgt spid="42"/>
                                        </p:tgtEl>
                                        <p:attrNameLst>
                                          <p:attrName>fill.type</p:attrName>
                                        </p:attrNameLst>
                                      </p:cBhvr>
                                      <p:to>
                                        <p:strVal val="solid"/>
                                      </p:to>
                                    </p:set>
                                    <p:set>
                                      <p:cBhvr>
                                        <p:cTn id="159" dur="1000" fill="hold"/>
                                        <p:tgtEl>
                                          <p:spTgt spid="42"/>
                                        </p:tgtEl>
                                        <p:attrNameLst>
                                          <p:attrName>fill.on</p:attrName>
                                        </p:attrNameLst>
                                      </p:cBhvr>
                                      <p:to>
                                        <p:strVal val="true"/>
                                      </p:to>
                                    </p:set>
                                  </p:childTnLst>
                                </p:cTn>
                              </p:par>
                            </p:childTnLst>
                          </p:cTn>
                        </p:par>
                        <p:par>
                          <p:cTn id="160" fill="hold">
                            <p:stCondLst>
                              <p:cond delay="3000"/>
                            </p:stCondLst>
                            <p:childTnLst>
                              <p:par>
                                <p:cTn id="161" presetID="1" presetClass="emph" presetSubtype="2" fill="hold" nodeType="afterEffect">
                                  <p:stCondLst>
                                    <p:cond delay="0"/>
                                  </p:stCondLst>
                                  <p:childTnLst>
                                    <p:animClr clrSpc="rgb" dir="cw">
                                      <p:cBhvr>
                                        <p:cTn id="162" dur="1000" fill="hold"/>
                                        <p:tgtEl>
                                          <p:spTgt spid="10"/>
                                        </p:tgtEl>
                                        <p:attrNameLst>
                                          <p:attrName>fillcolor</p:attrName>
                                        </p:attrNameLst>
                                      </p:cBhvr>
                                      <p:to>
                                        <a:srgbClr val="FF0000"/>
                                      </p:to>
                                    </p:animClr>
                                    <p:set>
                                      <p:cBhvr>
                                        <p:cTn id="163" dur="1000" fill="hold"/>
                                        <p:tgtEl>
                                          <p:spTgt spid="10"/>
                                        </p:tgtEl>
                                        <p:attrNameLst>
                                          <p:attrName>fill.type</p:attrName>
                                        </p:attrNameLst>
                                      </p:cBhvr>
                                      <p:to>
                                        <p:strVal val="solid"/>
                                      </p:to>
                                    </p:set>
                                    <p:set>
                                      <p:cBhvr>
                                        <p:cTn id="164" dur="1000" fill="hold"/>
                                        <p:tgtEl>
                                          <p:spTgt spid="10"/>
                                        </p:tgtEl>
                                        <p:attrNameLst>
                                          <p:attrName>fill.on</p:attrName>
                                        </p:attrNameLst>
                                      </p:cBhvr>
                                      <p:to>
                                        <p:strVal val="true"/>
                                      </p:to>
                                    </p:set>
                                  </p:childTnLst>
                                </p:cTn>
                              </p:par>
                            </p:childTnLst>
                          </p:cTn>
                        </p:par>
                        <p:par>
                          <p:cTn id="165" fill="hold">
                            <p:stCondLst>
                              <p:cond delay="4000"/>
                            </p:stCondLst>
                            <p:childTnLst>
                              <p:par>
                                <p:cTn id="166" presetID="1" presetClass="emph" presetSubtype="2" fill="hold" nodeType="afterEffect">
                                  <p:stCondLst>
                                    <p:cond delay="0"/>
                                  </p:stCondLst>
                                  <p:childTnLst>
                                    <p:animClr clrSpc="rgb" dir="cw">
                                      <p:cBhvr>
                                        <p:cTn id="167" dur="1000" fill="hold"/>
                                        <p:tgtEl>
                                          <p:spTgt spid="10"/>
                                        </p:tgtEl>
                                        <p:attrNameLst>
                                          <p:attrName>fillcolor</p:attrName>
                                        </p:attrNameLst>
                                      </p:cBhvr>
                                      <p:to>
                                        <a:srgbClr val="00B050"/>
                                      </p:to>
                                    </p:animClr>
                                    <p:set>
                                      <p:cBhvr>
                                        <p:cTn id="168" dur="1000" fill="hold"/>
                                        <p:tgtEl>
                                          <p:spTgt spid="10"/>
                                        </p:tgtEl>
                                        <p:attrNameLst>
                                          <p:attrName>fill.type</p:attrName>
                                        </p:attrNameLst>
                                      </p:cBhvr>
                                      <p:to>
                                        <p:strVal val="solid"/>
                                      </p:to>
                                    </p:set>
                                    <p:set>
                                      <p:cBhvr>
                                        <p:cTn id="169" dur="1000" fill="hold"/>
                                        <p:tgtEl>
                                          <p:spTgt spid="10"/>
                                        </p:tgtEl>
                                        <p:attrNameLst>
                                          <p:attrName>fill.on</p:attrName>
                                        </p:attrNameLst>
                                      </p:cBhvr>
                                      <p:to>
                                        <p:strVal val="true"/>
                                      </p:to>
                                    </p:set>
                                  </p:childTnLst>
                                </p:cTn>
                              </p:par>
                              <p:par>
                                <p:cTn id="170" presetID="1" presetClass="emph" presetSubtype="2" fill="hold" nodeType="withEffect">
                                  <p:stCondLst>
                                    <p:cond delay="0"/>
                                  </p:stCondLst>
                                  <p:childTnLst>
                                    <p:animClr clrSpc="rgb" dir="cw">
                                      <p:cBhvr>
                                        <p:cTn id="171" dur="1000" fill="hold"/>
                                        <p:tgtEl>
                                          <p:spTgt spid="44"/>
                                        </p:tgtEl>
                                        <p:attrNameLst>
                                          <p:attrName>fillcolor</p:attrName>
                                        </p:attrNameLst>
                                      </p:cBhvr>
                                      <p:to>
                                        <a:srgbClr val="00B050"/>
                                      </p:to>
                                    </p:animClr>
                                    <p:set>
                                      <p:cBhvr>
                                        <p:cTn id="172" dur="1000" fill="hold"/>
                                        <p:tgtEl>
                                          <p:spTgt spid="44"/>
                                        </p:tgtEl>
                                        <p:attrNameLst>
                                          <p:attrName>fill.type</p:attrName>
                                        </p:attrNameLst>
                                      </p:cBhvr>
                                      <p:to>
                                        <p:strVal val="solid"/>
                                      </p:to>
                                    </p:set>
                                    <p:set>
                                      <p:cBhvr>
                                        <p:cTn id="173" dur="1000" fill="hold"/>
                                        <p:tgtEl>
                                          <p:spTgt spid="44"/>
                                        </p:tgtEl>
                                        <p:attrNameLst>
                                          <p:attrName>fill.on</p:attrName>
                                        </p:attrNameLst>
                                      </p:cBhvr>
                                      <p:to>
                                        <p:strVal val="true"/>
                                      </p:to>
                                    </p:set>
                                  </p:childTnLst>
                                </p:cTn>
                              </p:par>
                            </p:childTnLst>
                          </p:cTn>
                        </p:par>
                        <p:par>
                          <p:cTn id="174" fill="hold">
                            <p:stCondLst>
                              <p:cond delay="5000"/>
                            </p:stCondLst>
                            <p:childTnLst>
                              <p:par>
                                <p:cTn id="175" presetID="1" presetClass="emph" presetSubtype="2" fill="hold" nodeType="afterEffect">
                                  <p:stCondLst>
                                    <p:cond delay="0"/>
                                  </p:stCondLst>
                                  <p:childTnLst>
                                    <p:animClr clrSpc="rgb" dir="cw">
                                      <p:cBhvr>
                                        <p:cTn id="176" dur="1000" fill="hold"/>
                                        <p:tgtEl>
                                          <p:spTgt spid="11"/>
                                        </p:tgtEl>
                                        <p:attrNameLst>
                                          <p:attrName>fillcolor</p:attrName>
                                        </p:attrNameLst>
                                      </p:cBhvr>
                                      <p:to>
                                        <a:srgbClr val="FF0000"/>
                                      </p:to>
                                    </p:animClr>
                                    <p:set>
                                      <p:cBhvr>
                                        <p:cTn id="177" dur="1000" fill="hold"/>
                                        <p:tgtEl>
                                          <p:spTgt spid="11"/>
                                        </p:tgtEl>
                                        <p:attrNameLst>
                                          <p:attrName>fill.type</p:attrName>
                                        </p:attrNameLst>
                                      </p:cBhvr>
                                      <p:to>
                                        <p:strVal val="solid"/>
                                      </p:to>
                                    </p:set>
                                    <p:set>
                                      <p:cBhvr>
                                        <p:cTn id="178" dur="1000" fill="hold"/>
                                        <p:tgtEl>
                                          <p:spTgt spid="11"/>
                                        </p:tgtEl>
                                        <p:attrNameLst>
                                          <p:attrName>fill.on</p:attrName>
                                        </p:attrNameLst>
                                      </p:cBhvr>
                                      <p:to>
                                        <p:strVal val="true"/>
                                      </p:to>
                                    </p:set>
                                  </p:childTnLst>
                                </p:cTn>
                              </p:par>
                              <p:par>
                                <p:cTn id="179" presetID="1" presetClass="emph" presetSubtype="2" fill="hold" nodeType="withEffect">
                                  <p:stCondLst>
                                    <p:cond delay="0"/>
                                  </p:stCondLst>
                                  <p:childTnLst>
                                    <p:animClr clrSpc="rgb" dir="cw">
                                      <p:cBhvr>
                                        <p:cTn id="180" dur="1000" fill="hold"/>
                                        <p:tgtEl>
                                          <p:spTgt spid="45"/>
                                        </p:tgtEl>
                                        <p:attrNameLst>
                                          <p:attrName>fillcolor</p:attrName>
                                        </p:attrNameLst>
                                      </p:cBhvr>
                                      <p:to>
                                        <a:srgbClr val="FF0000"/>
                                      </p:to>
                                    </p:animClr>
                                    <p:set>
                                      <p:cBhvr>
                                        <p:cTn id="181" dur="1000" fill="hold"/>
                                        <p:tgtEl>
                                          <p:spTgt spid="45"/>
                                        </p:tgtEl>
                                        <p:attrNameLst>
                                          <p:attrName>fill.type</p:attrName>
                                        </p:attrNameLst>
                                      </p:cBhvr>
                                      <p:to>
                                        <p:strVal val="solid"/>
                                      </p:to>
                                    </p:set>
                                    <p:set>
                                      <p:cBhvr>
                                        <p:cTn id="182" dur="1000" fill="hold"/>
                                        <p:tgtEl>
                                          <p:spTgt spid="45"/>
                                        </p:tgtEl>
                                        <p:attrNameLst>
                                          <p:attrName>fill.on</p:attrName>
                                        </p:attrNameLst>
                                      </p:cBhvr>
                                      <p:to>
                                        <p:strVal val="true"/>
                                      </p:to>
                                    </p:set>
                                  </p:childTnLst>
                                </p:cTn>
                              </p:par>
                            </p:childTnLst>
                          </p:cTn>
                        </p:par>
                        <p:par>
                          <p:cTn id="183" fill="hold">
                            <p:stCondLst>
                              <p:cond delay="6000"/>
                            </p:stCondLst>
                            <p:childTnLst>
                              <p:par>
                                <p:cTn id="184" presetID="1" presetClass="emph" presetSubtype="2" fill="hold" nodeType="afterEffect">
                                  <p:stCondLst>
                                    <p:cond delay="0"/>
                                  </p:stCondLst>
                                  <p:childTnLst>
                                    <p:animClr clrSpc="rgb" dir="cw">
                                      <p:cBhvr>
                                        <p:cTn id="185" dur="1000" fill="hold"/>
                                        <p:tgtEl>
                                          <p:spTgt spid="12"/>
                                        </p:tgtEl>
                                        <p:attrNameLst>
                                          <p:attrName>fillcolor</p:attrName>
                                        </p:attrNameLst>
                                      </p:cBhvr>
                                      <p:to>
                                        <a:srgbClr val="FF0000"/>
                                      </p:to>
                                    </p:animClr>
                                    <p:set>
                                      <p:cBhvr>
                                        <p:cTn id="186" dur="1000" fill="hold"/>
                                        <p:tgtEl>
                                          <p:spTgt spid="12"/>
                                        </p:tgtEl>
                                        <p:attrNameLst>
                                          <p:attrName>fill.type</p:attrName>
                                        </p:attrNameLst>
                                      </p:cBhvr>
                                      <p:to>
                                        <p:strVal val="solid"/>
                                      </p:to>
                                    </p:set>
                                    <p:set>
                                      <p:cBhvr>
                                        <p:cTn id="187" dur="1000" fill="hold"/>
                                        <p:tgtEl>
                                          <p:spTgt spid="12"/>
                                        </p:tgtEl>
                                        <p:attrNameLst>
                                          <p:attrName>fill.on</p:attrName>
                                        </p:attrNameLst>
                                      </p:cBhvr>
                                      <p:to>
                                        <p:strVal val="true"/>
                                      </p:to>
                                    </p:set>
                                  </p:childTnLst>
                                </p:cTn>
                              </p:par>
                              <p:par>
                                <p:cTn id="188" presetID="1" presetClass="emph" presetSubtype="2" fill="hold" nodeType="withEffect">
                                  <p:stCondLst>
                                    <p:cond delay="0"/>
                                  </p:stCondLst>
                                  <p:childTnLst>
                                    <p:animClr clrSpc="rgb" dir="cw">
                                      <p:cBhvr>
                                        <p:cTn id="189" dur="1000" fill="hold"/>
                                        <p:tgtEl>
                                          <p:spTgt spid="46"/>
                                        </p:tgtEl>
                                        <p:attrNameLst>
                                          <p:attrName>fillcolor</p:attrName>
                                        </p:attrNameLst>
                                      </p:cBhvr>
                                      <p:to>
                                        <a:srgbClr val="FF0000"/>
                                      </p:to>
                                    </p:animClr>
                                    <p:set>
                                      <p:cBhvr>
                                        <p:cTn id="190" dur="1000" fill="hold"/>
                                        <p:tgtEl>
                                          <p:spTgt spid="46"/>
                                        </p:tgtEl>
                                        <p:attrNameLst>
                                          <p:attrName>fill.type</p:attrName>
                                        </p:attrNameLst>
                                      </p:cBhvr>
                                      <p:to>
                                        <p:strVal val="solid"/>
                                      </p:to>
                                    </p:set>
                                    <p:set>
                                      <p:cBhvr>
                                        <p:cTn id="191" dur="1000" fill="hold"/>
                                        <p:tgtEl>
                                          <p:spTgt spid="46"/>
                                        </p:tgtEl>
                                        <p:attrNameLst>
                                          <p:attrName>fill.on</p:attrName>
                                        </p:attrNameLst>
                                      </p:cBhvr>
                                      <p:to>
                                        <p:strVal val="true"/>
                                      </p:to>
                                    </p:set>
                                  </p:childTnLst>
                                </p:cTn>
                              </p:par>
                            </p:childTnLst>
                          </p:cTn>
                        </p:par>
                        <p:par>
                          <p:cTn id="192" fill="hold">
                            <p:stCondLst>
                              <p:cond delay="7000"/>
                            </p:stCondLst>
                            <p:childTnLst>
                              <p:par>
                                <p:cTn id="193" presetID="1" presetClass="emph" presetSubtype="2" fill="hold" nodeType="afterEffect">
                                  <p:stCondLst>
                                    <p:cond delay="0"/>
                                  </p:stCondLst>
                                  <p:childTnLst>
                                    <p:animClr clrSpc="rgb" dir="cw">
                                      <p:cBhvr>
                                        <p:cTn id="194" dur="1000" fill="hold"/>
                                        <p:tgtEl>
                                          <p:spTgt spid="13"/>
                                        </p:tgtEl>
                                        <p:attrNameLst>
                                          <p:attrName>fillcolor</p:attrName>
                                        </p:attrNameLst>
                                      </p:cBhvr>
                                      <p:to>
                                        <a:srgbClr val="FF0000"/>
                                      </p:to>
                                    </p:animClr>
                                    <p:set>
                                      <p:cBhvr>
                                        <p:cTn id="195" dur="1000" fill="hold"/>
                                        <p:tgtEl>
                                          <p:spTgt spid="13"/>
                                        </p:tgtEl>
                                        <p:attrNameLst>
                                          <p:attrName>fill.type</p:attrName>
                                        </p:attrNameLst>
                                      </p:cBhvr>
                                      <p:to>
                                        <p:strVal val="solid"/>
                                      </p:to>
                                    </p:set>
                                    <p:set>
                                      <p:cBhvr>
                                        <p:cTn id="196" dur="1000" fill="hold"/>
                                        <p:tgtEl>
                                          <p:spTgt spid="13"/>
                                        </p:tgtEl>
                                        <p:attrNameLst>
                                          <p:attrName>fill.on</p:attrName>
                                        </p:attrNameLst>
                                      </p:cBhvr>
                                      <p:to>
                                        <p:strVal val="true"/>
                                      </p:to>
                                    </p:set>
                                  </p:childTnLst>
                                </p:cTn>
                              </p:par>
                              <p:par>
                                <p:cTn id="197" presetID="1" presetClass="emph" presetSubtype="2" fill="hold" nodeType="withEffect">
                                  <p:stCondLst>
                                    <p:cond delay="0"/>
                                  </p:stCondLst>
                                  <p:childTnLst>
                                    <p:animClr clrSpc="rgb" dir="cw">
                                      <p:cBhvr>
                                        <p:cTn id="198" dur="1000" fill="hold"/>
                                        <p:tgtEl>
                                          <p:spTgt spid="47"/>
                                        </p:tgtEl>
                                        <p:attrNameLst>
                                          <p:attrName>fillcolor</p:attrName>
                                        </p:attrNameLst>
                                      </p:cBhvr>
                                      <p:to>
                                        <a:srgbClr val="FF0000"/>
                                      </p:to>
                                    </p:animClr>
                                    <p:set>
                                      <p:cBhvr>
                                        <p:cTn id="199" dur="1000" fill="hold"/>
                                        <p:tgtEl>
                                          <p:spTgt spid="47"/>
                                        </p:tgtEl>
                                        <p:attrNameLst>
                                          <p:attrName>fill.type</p:attrName>
                                        </p:attrNameLst>
                                      </p:cBhvr>
                                      <p:to>
                                        <p:strVal val="solid"/>
                                      </p:to>
                                    </p:set>
                                    <p:set>
                                      <p:cBhvr>
                                        <p:cTn id="200" dur="1000" fill="hold"/>
                                        <p:tgtEl>
                                          <p:spTgt spid="47"/>
                                        </p:tgtEl>
                                        <p:attrNameLst>
                                          <p:attrName>fill.on</p:attrName>
                                        </p:attrNameLst>
                                      </p:cBhvr>
                                      <p:to>
                                        <p:strVal val="true"/>
                                      </p:to>
                                    </p:set>
                                  </p:childTnLst>
                                </p:cTn>
                              </p:par>
                            </p:childTnLst>
                          </p:cTn>
                        </p:par>
                        <p:par>
                          <p:cTn id="201" fill="hold">
                            <p:stCondLst>
                              <p:cond delay="8000"/>
                            </p:stCondLst>
                            <p:childTnLst>
                              <p:par>
                                <p:cTn id="202" presetID="1" presetClass="emph" presetSubtype="2" fill="hold" nodeType="afterEffect">
                                  <p:stCondLst>
                                    <p:cond delay="0"/>
                                  </p:stCondLst>
                                  <p:childTnLst>
                                    <p:animClr clrSpc="rgb" dir="cw">
                                      <p:cBhvr>
                                        <p:cTn id="203" dur="1000" fill="hold"/>
                                        <p:tgtEl>
                                          <p:spTgt spid="42"/>
                                        </p:tgtEl>
                                        <p:attrNameLst>
                                          <p:attrName>fillcolor</p:attrName>
                                        </p:attrNameLst>
                                      </p:cBhvr>
                                      <p:to>
                                        <a:srgbClr val="FF0000"/>
                                      </p:to>
                                    </p:animClr>
                                    <p:set>
                                      <p:cBhvr>
                                        <p:cTn id="204" dur="1000" fill="hold"/>
                                        <p:tgtEl>
                                          <p:spTgt spid="42"/>
                                        </p:tgtEl>
                                        <p:attrNameLst>
                                          <p:attrName>fill.type</p:attrName>
                                        </p:attrNameLst>
                                      </p:cBhvr>
                                      <p:to>
                                        <p:strVal val="solid"/>
                                      </p:to>
                                    </p:set>
                                    <p:set>
                                      <p:cBhvr>
                                        <p:cTn id="205" dur="1000" fill="hold"/>
                                        <p:tgtEl>
                                          <p:spTgt spid="42"/>
                                        </p:tgtEl>
                                        <p:attrNameLst>
                                          <p:attrName>fill.on</p:attrName>
                                        </p:attrNameLst>
                                      </p:cBhvr>
                                      <p:to>
                                        <p:strVal val="true"/>
                                      </p:to>
                                    </p:set>
                                  </p:childTnLst>
                                </p:cTn>
                              </p:par>
                              <p:par>
                                <p:cTn id="206" presetID="1" presetClass="emph" presetSubtype="2" fill="hold" nodeType="withEffect">
                                  <p:stCondLst>
                                    <p:cond delay="0"/>
                                  </p:stCondLst>
                                  <p:childTnLst>
                                    <p:animClr clrSpc="rgb" dir="cw">
                                      <p:cBhvr>
                                        <p:cTn id="207" dur="1000" fill="hold"/>
                                        <p:tgtEl>
                                          <p:spTgt spid="8"/>
                                        </p:tgtEl>
                                        <p:attrNameLst>
                                          <p:attrName>fillcolor</p:attrName>
                                        </p:attrNameLst>
                                      </p:cBhvr>
                                      <p:to>
                                        <a:srgbClr val="FF0000"/>
                                      </p:to>
                                    </p:animClr>
                                    <p:set>
                                      <p:cBhvr>
                                        <p:cTn id="208" dur="1000" fill="hold"/>
                                        <p:tgtEl>
                                          <p:spTgt spid="8"/>
                                        </p:tgtEl>
                                        <p:attrNameLst>
                                          <p:attrName>fill.type</p:attrName>
                                        </p:attrNameLst>
                                      </p:cBhvr>
                                      <p:to>
                                        <p:strVal val="solid"/>
                                      </p:to>
                                    </p:set>
                                    <p:set>
                                      <p:cBhvr>
                                        <p:cTn id="209" dur="1000" fill="hold"/>
                                        <p:tgtEl>
                                          <p:spTgt spid="8"/>
                                        </p:tgtEl>
                                        <p:attrNameLst>
                                          <p:attrName>fill.on</p:attrName>
                                        </p:attrNameLst>
                                      </p:cBhvr>
                                      <p:to>
                                        <p:strVal val="true"/>
                                      </p:to>
                                    </p:set>
                                  </p:childTnLst>
                                </p:cTn>
                              </p:par>
                            </p:childTnLst>
                          </p:cTn>
                        </p:par>
                        <p:par>
                          <p:cTn id="210" fill="hold">
                            <p:stCondLst>
                              <p:cond delay="9000"/>
                            </p:stCondLst>
                            <p:childTnLst>
                              <p:par>
                                <p:cTn id="211" presetID="1" presetClass="emph" presetSubtype="2" fill="hold" nodeType="afterEffect">
                                  <p:stCondLst>
                                    <p:cond delay="0"/>
                                  </p:stCondLst>
                                  <p:childTnLst>
                                    <p:animClr clrSpc="rgb" dir="cw">
                                      <p:cBhvr>
                                        <p:cTn id="212" dur="1000" fill="hold"/>
                                        <p:tgtEl>
                                          <p:spTgt spid="44"/>
                                        </p:tgtEl>
                                        <p:attrNameLst>
                                          <p:attrName>fillcolor</p:attrName>
                                        </p:attrNameLst>
                                      </p:cBhvr>
                                      <p:to>
                                        <a:srgbClr val="FF0000"/>
                                      </p:to>
                                    </p:animClr>
                                    <p:set>
                                      <p:cBhvr>
                                        <p:cTn id="213" dur="1000" fill="hold"/>
                                        <p:tgtEl>
                                          <p:spTgt spid="44"/>
                                        </p:tgtEl>
                                        <p:attrNameLst>
                                          <p:attrName>fill.type</p:attrName>
                                        </p:attrNameLst>
                                      </p:cBhvr>
                                      <p:to>
                                        <p:strVal val="solid"/>
                                      </p:to>
                                    </p:set>
                                    <p:set>
                                      <p:cBhvr>
                                        <p:cTn id="214" dur="1000" fill="hold"/>
                                        <p:tgtEl>
                                          <p:spTgt spid="44"/>
                                        </p:tgtEl>
                                        <p:attrNameLst>
                                          <p:attrName>fill.on</p:attrName>
                                        </p:attrNameLst>
                                      </p:cBhvr>
                                      <p:to>
                                        <p:strVal val="true"/>
                                      </p:to>
                                    </p:set>
                                  </p:childTnLst>
                                </p:cTn>
                              </p:par>
                              <p:par>
                                <p:cTn id="215" presetID="1" presetClass="emph" presetSubtype="2" fill="hold" nodeType="withEffect">
                                  <p:stCondLst>
                                    <p:cond delay="0"/>
                                  </p:stCondLst>
                                  <p:childTnLst>
                                    <p:animClr clrSpc="rgb" dir="cw">
                                      <p:cBhvr>
                                        <p:cTn id="216" dur="1000" fill="hold"/>
                                        <p:tgtEl>
                                          <p:spTgt spid="10"/>
                                        </p:tgtEl>
                                        <p:attrNameLst>
                                          <p:attrName>fillcolor</p:attrName>
                                        </p:attrNameLst>
                                      </p:cBhvr>
                                      <p:to>
                                        <a:srgbClr val="FF0000"/>
                                      </p:to>
                                    </p:animClr>
                                    <p:set>
                                      <p:cBhvr>
                                        <p:cTn id="217" dur="1000" fill="hold"/>
                                        <p:tgtEl>
                                          <p:spTgt spid="10"/>
                                        </p:tgtEl>
                                        <p:attrNameLst>
                                          <p:attrName>fill.type</p:attrName>
                                        </p:attrNameLst>
                                      </p:cBhvr>
                                      <p:to>
                                        <p:strVal val="solid"/>
                                      </p:to>
                                    </p:set>
                                    <p:set>
                                      <p:cBhvr>
                                        <p:cTn id="218" dur="1000" fill="hold"/>
                                        <p:tgtEl>
                                          <p:spTgt spid="10"/>
                                        </p:tgtEl>
                                        <p:attrNameLst>
                                          <p:attrName>fill.on</p:attrName>
                                        </p:attrNameLst>
                                      </p:cBhvr>
                                      <p:to>
                                        <p:strVal val="true"/>
                                      </p:to>
                                    </p:set>
                                  </p:childTnLst>
                                </p:cTn>
                              </p:par>
                              <p:par>
                                <p:cTn id="219" presetID="1" presetClass="emph" presetSubtype="2" fill="hold" nodeType="withEffect">
                                  <p:stCondLst>
                                    <p:cond delay="0"/>
                                  </p:stCondLst>
                                  <p:childTnLst>
                                    <p:animClr clrSpc="rgb" dir="cw">
                                      <p:cBhvr>
                                        <p:cTn id="220" dur="1000" fill="hold"/>
                                        <p:tgtEl>
                                          <p:spTgt spid="6"/>
                                        </p:tgtEl>
                                        <p:attrNameLst>
                                          <p:attrName>fillcolor</p:attrName>
                                        </p:attrNameLst>
                                      </p:cBhvr>
                                      <p:to>
                                        <a:srgbClr val="FF0000"/>
                                      </p:to>
                                    </p:animClr>
                                    <p:set>
                                      <p:cBhvr>
                                        <p:cTn id="221" dur="1000" fill="hold"/>
                                        <p:tgtEl>
                                          <p:spTgt spid="6"/>
                                        </p:tgtEl>
                                        <p:attrNameLst>
                                          <p:attrName>fill.type</p:attrName>
                                        </p:attrNameLst>
                                      </p:cBhvr>
                                      <p:to>
                                        <p:strVal val="solid"/>
                                      </p:to>
                                    </p:set>
                                    <p:set>
                                      <p:cBhvr>
                                        <p:cTn id="222" dur="1000" fill="hold"/>
                                        <p:tgtEl>
                                          <p:spTgt spid="6"/>
                                        </p:tgtEl>
                                        <p:attrNameLst>
                                          <p:attrName>fill.on</p:attrName>
                                        </p:attrNameLst>
                                      </p:cBhvr>
                                      <p:to>
                                        <p:strVal val="true"/>
                                      </p:to>
                                    </p:set>
                                  </p:childTnLst>
                                </p:cTn>
                              </p:par>
                            </p:childTnLst>
                          </p:cTn>
                        </p:par>
                        <p:par>
                          <p:cTn id="223" fill="hold">
                            <p:stCondLst>
                              <p:cond delay="10000"/>
                            </p:stCondLst>
                            <p:childTnLst>
                              <p:par>
                                <p:cTn id="224" presetID="1" presetClass="emph" presetSubtype="2" fill="hold" nodeType="afterEffect">
                                  <p:stCondLst>
                                    <p:cond delay="0"/>
                                  </p:stCondLst>
                                  <p:childTnLst>
                                    <p:animClr clrSpc="rgb" dir="cw">
                                      <p:cBhvr>
                                        <p:cTn id="225" dur="1000" fill="hold"/>
                                        <p:tgtEl>
                                          <p:spTgt spid="40"/>
                                        </p:tgtEl>
                                        <p:attrNameLst>
                                          <p:attrName>fillcolor</p:attrName>
                                        </p:attrNameLst>
                                      </p:cBhvr>
                                      <p:to>
                                        <a:srgbClr val="FF0000"/>
                                      </p:to>
                                    </p:animClr>
                                    <p:set>
                                      <p:cBhvr>
                                        <p:cTn id="226" dur="1000" fill="hold"/>
                                        <p:tgtEl>
                                          <p:spTgt spid="40"/>
                                        </p:tgtEl>
                                        <p:attrNameLst>
                                          <p:attrName>fill.type</p:attrName>
                                        </p:attrNameLst>
                                      </p:cBhvr>
                                      <p:to>
                                        <p:strVal val="solid"/>
                                      </p:to>
                                    </p:set>
                                    <p:set>
                                      <p:cBhvr>
                                        <p:cTn id="227" dur="1000" fill="hold"/>
                                        <p:tgtEl>
                                          <p:spTgt spid="40"/>
                                        </p:tgtEl>
                                        <p:attrNameLst>
                                          <p:attrName>fill.on</p:attrName>
                                        </p:attrNameLst>
                                      </p:cBhvr>
                                      <p:to>
                                        <p:strVal val="true"/>
                                      </p:to>
                                    </p:set>
                                  </p:childTnLst>
                                </p:cTn>
                              </p:par>
                            </p:childTnLst>
                          </p:cTn>
                        </p:par>
                        <p:par>
                          <p:cTn id="228" fill="hold">
                            <p:stCondLst>
                              <p:cond delay="11000"/>
                            </p:stCondLst>
                            <p:childTnLst>
                              <p:par>
                                <p:cTn id="229" presetID="1" presetClass="emph" presetSubtype="2" fill="hold" nodeType="afterEffect">
                                  <p:stCondLst>
                                    <p:cond delay="0"/>
                                  </p:stCondLst>
                                  <p:childTnLst>
                                    <p:animClr clrSpc="rgb" dir="cw">
                                      <p:cBhvr>
                                        <p:cTn id="230" dur="1000" fill="hold"/>
                                        <p:tgtEl>
                                          <p:spTgt spid="7"/>
                                        </p:tgtEl>
                                        <p:attrNameLst>
                                          <p:attrName>fillcolor</p:attrName>
                                        </p:attrNameLst>
                                      </p:cBhvr>
                                      <p:to>
                                        <a:srgbClr val="00B050"/>
                                      </p:to>
                                    </p:animClr>
                                    <p:set>
                                      <p:cBhvr>
                                        <p:cTn id="231" dur="1000" fill="hold"/>
                                        <p:tgtEl>
                                          <p:spTgt spid="7"/>
                                        </p:tgtEl>
                                        <p:attrNameLst>
                                          <p:attrName>fill.type</p:attrName>
                                        </p:attrNameLst>
                                      </p:cBhvr>
                                      <p:to>
                                        <p:strVal val="solid"/>
                                      </p:to>
                                    </p:set>
                                    <p:set>
                                      <p:cBhvr>
                                        <p:cTn id="232" dur="1000" fill="hold"/>
                                        <p:tgtEl>
                                          <p:spTgt spid="7"/>
                                        </p:tgtEl>
                                        <p:attrNameLst>
                                          <p:attrName>fill.on</p:attrName>
                                        </p:attrNameLst>
                                      </p:cBhvr>
                                      <p:to>
                                        <p:strVal val="true"/>
                                      </p:to>
                                    </p:set>
                                  </p:childTnLst>
                                </p:cTn>
                              </p:par>
                              <p:par>
                                <p:cTn id="233" presetID="1" presetClass="emph" presetSubtype="2" fill="hold" nodeType="withEffect">
                                  <p:stCondLst>
                                    <p:cond delay="0"/>
                                  </p:stCondLst>
                                  <p:childTnLst>
                                    <p:animClr clrSpc="rgb" dir="cw">
                                      <p:cBhvr>
                                        <p:cTn id="234" dur="1000" fill="hold"/>
                                        <p:tgtEl>
                                          <p:spTgt spid="41"/>
                                        </p:tgtEl>
                                        <p:attrNameLst>
                                          <p:attrName>fillcolor</p:attrName>
                                        </p:attrNameLst>
                                      </p:cBhvr>
                                      <p:to>
                                        <a:srgbClr val="00B050"/>
                                      </p:to>
                                    </p:animClr>
                                    <p:set>
                                      <p:cBhvr>
                                        <p:cTn id="235" dur="1000" fill="hold"/>
                                        <p:tgtEl>
                                          <p:spTgt spid="41"/>
                                        </p:tgtEl>
                                        <p:attrNameLst>
                                          <p:attrName>fill.type</p:attrName>
                                        </p:attrNameLst>
                                      </p:cBhvr>
                                      <p:to>
                                        <p:strVal val="solid"/>
                                      </p:to>
                                    </p:set>
                                    <p:set>
                                      <p:cBhvr>
                                        <p:cTn id="236" dur="1000" fill="hold"/>
                                        <p:tgtEl>
                                          <p:spTgt spid="41"/>
                                        </p:tgtEl>
                                        <p:attrNameLst>
                                          <p:attrName>fill.on</p:attrName>
                                        </p:attrNameLst>
                                      </p:cBhvr>
                                      <p:to>
                                        <p:strVal val="true"/>
                                      </p:to>
                                    </p:set>
                                  </p:childTnLst>
                                </p:cTn>
                              </p:par>
                            </p:childTnLst>
                          </p:cTn>
                        </p:par>
                        <p:par>
                          <p:cTn id="237" fill="hold">
                            <p:stCondLst>
                              <p:cond delay="12000"/>
                            </p:stCondLst>
                            <p:childTnLst>
                              <p:par>
                                <p:cTn id="238" presetID="1" presetClass="emph" presetSubtype="2" fill="hold" nodeType="afterEffect">
                                  <p:stCondLst>
                                    <p:cond delay="0"/>
                                  </p:stCondLst>
                                  <p:childTnLst>
                                    <p:animClr clrSpc="rgb" dir="cw">
                                      <p:cBhvr>
                                        <p:cTn id="239" dur="1000" fill="hold"/>
                                        <p:tgtEl>
                                          <p:spTgt spid="14"/>
                                        </p:tgtEl>
                                        <p:attrNameLst>
                                          <p:attrName>fillcolor</p:attrName>
                                        </p:attrNameLst>
                                      </p:cBhvr>
                                      <p:to>
                                        <a:srgbClr val="FF0000"/>
                                      </p:to>
                                    </p:animClr>
                                    <p:set>
                                      <p:cBhvr>
                                        <p:cTn id="240" dur="1000" fill="hold"/>
                                        <p:tgtEl>
                                          <p:spTgt spid="14"/>
                                        </p:tgtEl>
                                        <p:attrNameLst>
                                          <p:attrName>fill.type</p:attrName>
                                        </p:attrNameLst>
                                      </p:cBhvr>
                                      <p:to>
                                        <p:strVal val="solid"/>
                                      </p:to>
                                    </p:set>
                                    <p:set>
                                      <p:cBhvr>
                                        <p:cTn id="241" dur="1000" fill="hold"/>
                                        <p:tgtEl>
                                          <p:spTgt spid="14"/>
                                        </p:tgtEl>
                                        <p:attrNameLst>
                                          <p:attrName>fill.on</p:attrName>
                                        </p:attrNameLst>
                                      </p:cBhvr>
                                      <p:to>
                                        <p:strVal val="true"/>
                                      </p:to>
                                    </p:set>
                                  </p:childTnLst>
                                </p:cTn>
                              </p:par>
                              <p:par>
                                <p:cTn id="242" presetID="1" presetClass="emph" presetSubtype="2" fill="hold" nodeType="withEffect">
                                  <p:stCondLst>
                                    <p:cond delay="0"/>
                                  </p:stCondLst>
                                  <p:childTnLst>
                                    <p:animClr clrSpc="rgb" dir="cw">
                                      <p:cBhvr>
                                        <p:cTn id="243" dur="1000" fill="hold"/>
                                        <p:tgtEl>
                                          <p:spTgt spid="48"/>
                                        </p:tgtEl>
                                        <p:attrNameLst>
                                          <p:attrName>fillcolor</p:attrName>
                                        </p:attrNameLst>
                                      </p:cBhvr>
                                      <p:to>
                                        <a:srgbClr val="FF0000"/>
                                      </p:to>
                                    </p:animClr>
                                    <p:set>
                                      <p:cBhvr>
                                        <p:cTn id="244" dur="1000" fill="hold"/>
                                        <p:tgtEl>
                                          <p:spTgt spid="48"/>
                                        </p:tgtEl>
                                        <p:attrNameLst>
                                          <p:attrName>fill.type</p:attrName>
                                        </p:attrNameLst>
                                      </p:cBhvr>
                                      <p:to>
                                        <p:strVal val="solid"/>
                                      </p:to>
                                    </p:set>
                                    <p:set>
                                      <p:cBhvr>
                                        <p:cTn id="245" dur="1000" fill="hold"/>
                                        <p:tgtEl>
                                          <p:spTgt spid="48"/>
                                        </p:tgtEl>
                                        <p:attrNameLst>
                                          <p:attrName>fill.on</p:attrName>
                                        </p:attrNameLst>
                                      </p:cBhvr>
                                      <p:to>
                                        <p:strVal val="true"/>
                                      </p:to>
                                    </p:set>
                                  </p:childTnLst>
                                </p:cTn>
                              </p:par>
                            </p:childTnLst>
                          </p:cTn>
                        </p:par>
                        <p:par>
                          <p:cTn id="246" fill="hold">
                            <p:stCondLst>
                              <p:cond delay="13000"/>
                            </p:stCondLst>
                            <p:childTnLst>
                              <p:par>
                                <p:cTn id="247" presetID="1" presetClass="emph" presetSubtype="2" fill="hold" nodeType="afterEffect">
                                  <p:stCondLst>
                                    <p:cond delay="0"/>
                                  </p:stCondLst>
                                  <p:childTnLst>
                                    <p:animClr clrSpc="rgb" dir="cw">
                                      <p:cBhvr>
                                        <p:cTn id="248" dur="1000" fill="hold"/>
                                        <p:tgtEl>
                                          <p:spTgt spid="9"/>
                                        </p:tgtEl>
                                        <p:attrNameLst>
                                          <p:attrName>fillcolor</p:attrName>
                                        </p:attrNameLst>
                                      </p:cBhvr>
                                      <p:to>
                                        <a:srgbClr val="FF0000"/>
                                      </p:to>
                                    </p:animClr>
                                    <p:set>
                                      <p:cBhvr>
                                        <p:cTn id="249" dur="1000" fill="hold"/>
                                        <p:tgtEl>
                                          <p:spTgt spid="9"/>
                                        </p:tgtEl>
                                        <p:attrNameLst>
                                          <p:attrName>fill.type</p:attrName>
                                        </p:attrNameLst>
                                      </p:cBhvr>
                                      <p:to>
                                        <p:strVal val="solid"/>
                                      </p:to>
                                    </p:set>
                                    <p:set>
                                      <p:cBhvr>
                                        <p:cTn id="250" dur="1000" fill="hold"/>
                                        <p:tgtEl>
                                          <p:spTgt spid="9"/>
                                        </p:tgtEl>
                                        <p:attrNameLst>
                                          <p:attrName>fill.on</p:attrName>
                                        </p:attrNameLst>
                                      </p:cBhvr>
                                      <p:to>
                                        <p:strVal val="true"/>
                                      </p:to>
                                    </p:set>
                                  </p:childTnLst>
                                </p:cTn>
                              </p:par>
                              <p:par>
                                <p:cTn id="251" presetID="1" presetClass="emph" presetSubtype="2" fill="hold" nodeType="withEffect">
                                  <p:stCondLst>
                                    <p:cond delay="0"/>
                                  </p:stCondLst>
                                  <p:childTnLst>
                                    <p:animClr clrSpc="rgb" dir="cw">
                                      <p:cBhvr>
                                        <p:cTn id="252" dur="1000" fill="hold"/>
                                        <p:tgtEl>
                                          <p:spTgt spid="43"/>
                                        </p:tgtEl>
                                        <p:attrNameLst>
                                          <p:attrName>fillcolor</p:attrName>
                                        </p:attrNameLst>
                                      </p:cBhvr>
                                      <p:to>
                                        <a:srgbClr val="FF0000"/>
                                      </p:to>
                                    </p:animClr>
                                    <p:set>
                                      <p:cBhvr>
                                        <p:cTn id="253" dur="1000" fill="hold"/>
                                        <p:tgtEl>
                                          <p:spTgt spid="43"/>
                                        </p:tgtEl>
                                        <p:attrNameLst>
                                          <p:attrName>fill.type</p:attrName>
                                        </p:attrNameLst>
                                      </p:cBhvr>
                                      <p:to>
                                        <p:strVal val="solid"/>
                                      </p:to>
                                    </p:set>
                                    <p:set>
                                      <p:cBhvr>
                                        <p:cTn id="254" dur="1000" fill="hold"/>
                                        <p:tgtEl>
                                          <p:spTgt spid="43"/>
                                        </p:tgtEl>
                                        <p:attrNameLst>
                                          <p:attrName>fill.on</p:attrName>
                                        </p:attrNameLst>
                                      </p:cBhvr>
                                      <p:to>
                                        <p:strVal val="true"/>
                                      </p:to>
                                    </p:set>
                                  </p:childTnLst>
                                </p:cTn>
                              </p:par>
                            </p:childTnLst>
                          </p:cTn>
                        </p:par>
                        <p:par>
                          <p:cTn id="255" fill="hold">
                            <p:stCondLst>
                              <p:cond delay="14000"/>
                            </p:stCondLst>
                            <p:childTnLst>
                              <p:par>
                                <p:cTn id="256" presetID="1" presetClass="emph" presetSubtype="2" fill="hold" nodeType="afterEffect">
                                  <p:stCondLst>
                                    <p:cond delay="0"/>
                                  </p:stCondLst>
                                  <p:childTnLst>
                                    <p:animClr clrSpc="rgb" dir="cw">
                                      <p:cBhvr>
                                        <p:cTn id="257" dur="1000" fill="hold"/>
                                        <p:tgtEl>
                                          <p:spTgt spid="15"/>
                                        </p:tgtEl>
                                        <p:attrNameLst>
                                          <p:attrName>fillcolor</p:attrName>
                                        </p:attrNameLst>
                                      </p:cBhvr>
                                      <p:to>
                                        <a:srgbClr val="00B050"/>
                                      </p:to>
                                    </p:animClr>
                                    <p:set>
                                      <p:cBhvr>
                                        <p:cTn id="258" dur="1000" fill="hold"/>
                                        <p:tgtEl>
                                          <p:spTgt spid="15"/>
                                        </p:tgtEl>
                                        <p:attrNameLst>
                                          <p:attrName>fill.type</p:attrName>
                                        </p:attrNameLst>
                                      </p:cBhvr>
                                      <p:to>
                                        <p:strVal val="solid"/>
                                      </p:to>
                                    </p:set>
                                    <p:set>
                                      <p:cBhvr>
                                        <p:cTn id="259" dur="1000" fill="hold"/>
                                        <p:tgtEl>
                                          <p:spTgt spid="15"/>
                                        </p:tgtEl>
                                        <p:attrNameLst>
                                          <p:attrName>fill.on</p:attrName>
                                        </p:attrNameLst>
                                      </p:cBhvr>
                                      <p:to>
                                        <p:strVal val="true"/>
                                      </p:to>
                                    </p:set>
                                  </p:childTnLst>
                                </p:cTn>
                              </p:par>
                              <p:par>
                                <p:cTn id="260" presetID="1" presetClass="emph" presetSubtype="2" fill="hold" nodeType="withEffect">
                                  <p:stCondLst>
                                    <p:cond delay="0"/>
                                  </p:stCondLst>
                                  <p:childTnLst>
                                    <p:animClr clrSpc="rgb" dir="cw">
                                      <p:cBhvr>
                                        <p:cTn id="261" dur="1000" fill="hold"/>
                                        <p:tgtEl>
                                          <p:spTgt spid="49"/>
                                        </p:tgtEl>
                                        <p:attrNameLst>
                                          <p:attrName>fillcolor</p:attrName>
                                        </p:attrNameLst>
                                      </p:cBhvr>
                                      <p:to>
                                        <a:srgbClr val="00B050"/>
                                      </p:to>
                                    </p:animClr>
                                    <p:set>
                                      <p:cBhvr>
                                        <p:cTn id="262" dur="1000" fill="hold"/>
                                        <p:tgtEl>
                                          <p:spTgt spid="49"/>
                                        </p:tgtEl>
                                        <p:attrNameLst>
                                          <p:attrName>fill.type</p:attrName>
                                        </p:attrNameLst>
                                      </p:cBhvr>
                                      <p:to>
                                        <p:strVal val="solid"/>
                                      </p:to>
                                    </p:set>
                                    <p:set>
                                      <p:cBhvr>
                                        <p:cTn id="263" dur="1000" fill="hold"/>
                                        <p:tgtEl>
                                          <p:spTgt spid="49"/>
                                        </p:tgtEl>
                                        <p:attrNameLst>
                                          <p:attrName>fill.on</p:attrName>
                                        </p:attrNameLst>
                                      </p:cBhvr>
                                      <p:to>
                                        <p:strVal val="true"/>
                                      </p:to>
                                    </p:set>
                                  </p:childTnLst>
                                </p:cTn>
                              </p:par>
                            </p:childTnLst>
                          </p:cTn>
                        </p:par>
                      </p:childTnLst>
                    </p:cTn>
                  </p:par>
                  <p:par>
                    <p:cTn id="264" fill="hold">
                      <p:stCondLst>
                        <p:cond delay="indefinite"/>
                      </p:stCondLst>
                      <p:childTnLst>
                        <p:par>
                          <p:cTn id="265" fill="hold">
                            <p:stCondLst>
                              <p:cond delay="0"/>
                            </p:stCondLst>
                            <p:childTnLst>
                              <p:par>
                                <p:cTn id="266" presetID="10" presetClass="exit" presetSubtype="0" fill="hold" grpId="0" nodeType="clickEffect">
                                  <p:stCondLst>
                                    <p:cond delay="0"/>
                                  </p:stCondLst>
                                  <p:childTnLst>
                                    <p:animEffect transition="out" filter="fade">
                                      <p:cBhvr>
                                        <p:cTn id="267" dur="500"/>
                                        <p:tgtEl>
                                          <p:spTgt spid="42"/>
                                        </p:tgtEl>
                                      </p:cBhvr>
                                    </p:animEffect>
                                    <p:set>
                                      <p:cBhvr>
                                        <p:cTn id="268" dur="1" fill="hold">
                                          <p:stCondLst>
                                            <p:cond delay="499"/>
                                          </p:stCondLst>
                                        </p:cTn>
                                        <p:tgtEl>
                                          <p:spTgt spid="42"/>
                                        </p:tgtEl>
                                        <p:attrNameLst>
                                          <p:attrName>style.visibility</p:attrName>
                                        </p:attrNameLst>
                                      </p:cBhvr>
                                      <p:to>
                                        <p:strVal val="hidden"/>
                                      </p:to>
                                    </p:set>
                                  </p:childTnLst>
                                </p:cTn>
                              </p:par>
                              <p:par>
                                <p:cTn id="269" presetID="10" presetClass="exit" presetSubtype="0" fill="hold" grpId="0" nodeType="withEffect">
                                  <p:stCondLst>
                                    <p:cond delay="0"/>
                                  </p:stCondLst>
                                  <p:childTnLst>
                                    <p:animEffect transition="out" filter="fade">
                                      <p:cBhvr>
                                        <p:cTn id="270" dur="500"/>
                                        <p:tgtEl>
                                          <p:spTgt spid="44"/>
                                        </p:tgtEl>
                                      </p:cBhvr>
                                    </p:animEffect>
                                    <p:set>
                                      <p:cBhvr>
                                        <p:cTn id="271" dur="1" fill="hold">
                                          <p:stCondLst>
                                            <p:cond delay="499"/>
                                          </p:stCondLst>
                                        </p:cTn>
                                        <p:tgtEl>
                                          <p:spTgt spid="44"/>
                                        </p:tgtEl>
                                        <p:attrNameLst>
                                          <p:attrName>style.visibility</p:attrName>
                                        </p:attrNameLst>
                                      </p:cBhvr>
                                      <p:to>
                                        <p:strVal val="hidden"/>
                                      </p:to>
                                    </p:set>
                                  </p:childTnLst>
                                </p:cTn>
                              </p:par>
                              <p:par>
                                <p:cTn id="272" presetID="10" presetClass="exit" presetSubtype="0" fill="hold" grpId="0" nodeType="withEffect">
                                  <p:stCondLst>
                                    <p:cond delay="0"/>
                                  </p:stCondLst>
                                  <p:childTnLst>
                                    <p:animEffect transition="out" filter="fade">
                                      <p:cBhvr>
                                        <p:cTn id="273" dur="500"/>
                                        <p:tgtEl>
                                          <p:spTgt spid="45"/>
                                        </p:tgtEl>
                                      </p:cBhvr>
                                    </p:animEffect>
                                    <p:set>
                                      <p:cBhvr>
                                        <p:cTn id="274" dur="1" fill="hold">
                                          <p:stCondLst>
                                            <p:cond delay="499"/>
                                          </p:stCondLst>
                                        </p:cTn>
                                        <p:tgtEl>
                                          <p:spTgt spid="45"/>
                                        </p:tgtEl>
                                        <p:attrNameLst>
                                          <p:attrName>style.visibility</p:attrName>
                                        </p:attrNameLst>
                                      </p:cBhvr>
                                      <p:to>
                                        <p:strVal val="hidden"/>
                                      </p:to>
                                    </p:set>
                                  </p:childTnLst>
                                </p:cTn>
                              </p:par>
                              <p:par>
                                <p:cTn id="275" presetID="10" presetClass="exit" presetSubtype="0" fill="hold" grpId="0" nodeType="withEffect">
                                  <p:stCondLst>
                                    <p:cond delay="0"/>
                                  </p:stCondLst>
                                  <p:childTnLst>
                                    <p:animEffect transition="out" filter="fade">
                                      <p:cBhvr>
                                        <p:cTn id="276" dur="500"/>
                                        <p:tgtEl>
                                          <p:spTgt spid="46"/>
                                        </p:tgtEl>
                                      </p:cBhvr>
                                    </p:animEffect>
                                    <p:set>
                                      <p:cBhvr>
                                        <p:cTn id="277" dur="1" fill="hold">
                                          <p:stCondLst>
                                            <p:cond delay="499"/>
                                          </p:stCondLst>
                                        </p:cTn>
                                        <p:tgtEl>
                                          <p:spTgt spid="46"/>
                                        </p:tgtEl>
                                        <p:attrNameLst>
                                          <p:attrName>style.visibility</p:attrName>
                                        </p:attrNameLst>
                                      </p:cBhvr>
                                      <p:to>
                                        <p:strVal val="hidden"/>
                                      </p:to>
                                    </p:set>
                                  </p:childTnLst>
                                </p:cTn>
                              </p:par>
                              <p:par>
                                <p:cTn id="278" presetID="10" presetClass="exit" presetSubtype="0" fill="hold" grpId="0" nodeType="withEffect">
                                  <p:stCondLst>
                                    <p:cond delay="0"/>
                                  </p:stCondLst>
                                  <p:childTnLst>
                                    <p:animEffect transition="out" filter="fade">
                                      <p:cBhvr>
                                        <p:cTn id="279" dur="500"/>
                                        <p:tgtEl>
                                          <p:spTgt spid="47"/>
                                        </p:tgtEl>
                                      </p:cBhvr>
                                    </p:animEffect>
                                    <p:set>
                                      <p:cBhvr>
                                        <p:cTn id="280" dur="1" fill="hold">
                                          <p:stCondLst>
                                            <p:cond delay="499"/>
                                          </p:stCondLst>
                                        </p:cTn>
                                        <p:tgtEl>
                                          <p:spTgt spid="47"/>
                                        </p:tgtEl>
                                        <p:attrNameLst>
                                          <p:attrName>style.visibility</p:attrName>
                                        </p:attrNameLst>
                                      </p:cBhvr>
                                      <p:to>
                                        <p:strVal val="hidden"/>
                                      </p:to>
                                    </p:set>
                                  </p:childTnLst>
                                </p:cTn>
                              </p:par>
                              <p:par>
                                <p:cTn id="281" presetID="10" presetClass="exit" presetSubtype="0" fill="hold" grpId="0" nodeType="withEffect">
                                  <p:stCondLst>
                                    <p:cond delay="0"/>
                                  </p:stCondLst>
                                  <p:childTnLst>
                                    <p:animEffect transition="out" filter="fade">
                                      <p:cBhvr>
                                        <p:cTn id="282" dur="500"/>
                                        <p:tgtEl>
                                          <p:spTgt spid="40"/>
                                        </p:tgtEl>
                                      </p:cBhvr>
                                    </p:animEffect>
                                    <p:set>
                                      <p:cBhvr>
                                        <p:cTn id="283" dur="1" fill="hold">
                                          <p:stCondLst>
                                            <p:cond delay="499"/>
                                          </p:stCondLst>
                                        </p:cTn>
                                        <p:tgtEl>
                                          <p:spTgt spid="40"/>
                                        </p:tgtEl>
                                        <p:attrNameLst>
                                          <p:attrName>style.visibility</p:attrName>
                                        </p:attrNameLst>
                                      </p:cBhvr>
                                      <p:to>
                                        <p:strVal val="hidden"/>
                                      </p:to>
                                    </p:set>
                                  </p:childTnLst>
                                </p:cTn>
                              </p:par>
                              <p:par>
                                <p:cTn id="284" presetID="10" presetClass="exit" presetSubtype="0" fill="hold" grpId="0" nodeType="withEffect">
                                  <p:stCondLst>
                                    <p:cond delay="0"/>
                                  </p:stCondLst>
                                  <p:childTnLst>
                                    <p:animEffect transition="out" filter="fade">
                                      <p:cBhvr>
                                        <p:cTn id="285" dur="500"/>
                                        <p:tgtEl>
                                          <p:spTgt spid="48"/>
                                        </p:tgtEl>
                                      </p:cBhvr>
                                    </p:animEffect>
                                    <p:set>
                                      <p:cBhvr>
                                        <p:cTn id="286" dur="1" fill="hold">
                                          <p:stCondLst>
                                            <p:cond delay="499"/>
                                          </p:stCondLst>
                                        </p:cTn>
                                        <p:tgtEl>
                                          <p:spTgt spid="48"/>
                                        </p:tgtEl>
                                        <p:attrNameLst>
                                          <p:attrName>style.visibility</p:attrName>
                                        </p:attrNameLst>
                                      </p:cBhvr>
                                      <p:to>
                                        <p:strVal val="hidden"/>
                                      </p:to>
                                    </p:set>
                                  </p:childTnLst>
                                </p:cTn>
                              </p:par>
                              <p:par>
                                <p:cTn id="287" presetID="10" presetClass="exit" presetSubtype="0" fill="hold" grpId="0" nodeType="withEffect">
                                  <p:stCondLst>
                                    <p:cond delay="0"/>
                                  </p:stCondLst>
                                  <p:childTnLst>
                                    <p:animEffect transition="out" filter="fade">
                                      <p:cBhvr>
                                        <p:cTn id="288" dur="500"/>
                                        <p:tgtEl>
                                          <p:spTgt spid="43"/>
                                        </p:tgtEl>
                                      </p:cBhvr>
                                    </p:animEffect>
                                    <p:set>
                                      <p:cBhvr>
                                        <p:cTn id="289" dur="1" fill="hold">
                                          <p:stCondLst>
                                            <p:cond delay="499"/>
                                          </p:stCondLst>
                                        </p:cTn>
                                        <p:tgtEl>
                                          <p:spTgt spid="43"/>
                                        </p:tgtEl>
                                        <p:attrNameLst>
                                          <p:attrName>style.visibility</p:attrName>
                                        </p:attrNameLst>
                                      </p:cBhvr>
                                      <p:to>
                                        <p:strVal val="hidden"/>
                                      </p:to>
                                    </p:set>
                                  </p:childTnLst>
                                </p:cTn>
                              </p:par>
                            </p:childTnLst>
                          </p:cTn>
                        </p:par>
                        <p:par>
                          <p:cTn id="290" fill="hold">
                            <p:stCondLst>
                              <p:cond delay="500"/>
                            </p:stCondLst>
                            <p:childTnLst>
                              <p:par>
                                <p:cTn id="291" presetID="42" presetClass="path" presetSubtype="0" accel="50000" decel="50000" fill="hold" grpId="0" nodeType="afterEffect">
                                  <p:stCondLst>
                                    <p:cond delay="0"/>
                                  </p:stCondLst>
                                  <p:childTnLst>
                                    <p:animMotion origin="layout" path="M -1.66667E-6 -3.7037E-7 L -0.00503 -0.08673 " pathEditMode="relative" rAng="0" ptsTypes="AA">
                                      <p:cBhvr>
                                        <p:cTn id="292" dur="1000" fill="hold"/>
                                        <p:tgtEl>
                                          <p:spTgt spid="41"/>
                                        </p:tgtEl>
                                        <p:attrNameLst>
                                          <p:attrName>ppt_x</p:attrName>
                                          <p:attrName>ppt_y</p:attrName>
                                        </p:attrNameLst>
                                      </p:cBhvr>
                                      <p:rCtr x="-260" y="-4352"/>
                                    </p:animMotion>
                                  </p:childTnLst>
                                </p:cTn>
                              </p:par>
                            </p:childTnLst>
                          </p:cTn>
                        </p:par>
                        <p:par>
                          <p:cTn id="293" fill="hold">
                            <p:stCondLst>
                              <p:cond delay="1500"/>
                            </p:stCondLst>
                            <p:childTnLst>
                              <p:par>
                                <p:cTn id="294" presetID="50" presetClass="path" presetSubtype="0" accel="50000" decel="50000" fill="hold" grpId="0" nodeType="afterEffect">
                                  <p:stCondLst>
                                    <p:cond delay="0"/>
                                  </p:stCondLst>
                                  <p:childTnLst>
                                    <p:animMotion origin="layout" path="M 3.61111E-6 4.5679E-6 L -0.06441 4.5679E-6 C -0.09323 4.5679E-6 -0.12813 -0.02655 -0.12813 -0.0463 L -0.12813 -0.09198 " pathEditMode="relative" rAng="0" ptsTypes="AAAA">
                                      <p:cBhvr>
                                        <p:cTn id="295" dur="1000" fill="hold"/>
                                        <p:tgtEl>
                                          <p:spTgt spid="49"/>
                                        </p:tgtEl>
                                        <p:attrNameLst>
                                          <p:attrName>ppt_x</p:attrName>
                                          <p:attrName>ppt_y</p:attrName>
                                        </p:attrNameLst>
                                      </p:cBhvr>
                                      <p:rCtr x="-6406" y="-4599"/>
                                    </p:animMotion>
                                  </p:childTnLst>
                                </p:cTn>
                              </p:par>
                            </p:childTnLst>
                          </p:cTn>
                        </p:par>
                        <p:par>
                          <p:cTn id="296" fill="hold">
                            <p:stCondLst>
                              <p:cond delay="2500"/>
                            </p:stCondLst>
                            <p:childTnLst>
                              <p:par>
                                <p:cTn id="297" presetID="22" presetClass="entr" presetSubtype="8" fill="hold" grpId="0" nodeType="afterEffect">
                                  <p:stCondLst>
                                    <p:cond delay="0"/>
                                  </p:stCondLst>
                                  <p:childTnLst>
                                    <p:set>
                                      <p:cBhvr>
                                        <p:cTn id="298" dur="1" fill="hold">
                                          <p:stCondLst>
                                            <p:cond delay="0"/>
                                          </p:stCondLst>
                                        </p:cTn>
                                        <p:tgtEl>
                                          <p:spTgt spid="54"/>
                                        </p:tgtEl>
                                        <p:attrNameLst>
                                          <p:attrName>style.visibility</p:attrName>
                                        </p:attrNameLst>
                                      </p:cBhvr>
                                      <p:to>
                                        <p:strVal val="visible"/>
                                      </p:to>
                                    </p:set>
                                    <p:animEffect transition="in" filter="wipe(left)">
                                      <p:cBhvr>
                                        <p:cTn id="299"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7" grpId="0"/>
      <p:bldP spid="2038" grpId="0" build="p"/>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3" grpId="0"/>
      <p:bldP spid="39" grpId="0" animBg="1"/>
      <p:bldP spid="40" grpId="0" animBg="1"/>
      <p:bldP spid="40" grpId="1" animBg="1"/>
      <p:bldP spid="41" grpId="0" animBg="1"/>
      <p:bldP spid="41" grpId="1" animBg="1"/>
      <p:bldP spid="42" grpId="0" animBg="1"/>
      <p:bldP spid="42" grpId="1" animBg="1"/>
      <p:bldP spid="43" grpId="0" animBg="1"/>
      <p:bldP spid="43" grpId="1" animBg="1"/>
      <p:bldP spid="44" grpId="0" animBg="1"/>
      <p:bldP spid="44" grpId="1" animBg="1"/>
      <p:bldP spid="45" grpId="0" animBg="1"/>
      <p:bldP spid="45" grpId="1" animBg="1"/>
      <p:bldP spid="46" grpId="0" animBg="1"/>
      <p:bldP spid="46" grpId="1" animBg="1"/>
      <p:bldP spid="47" grpId="0" animBg="1"/>
      <p:bldP spid="47" grpId="1" animBg="1"/>
      <p:bldP spid="48" grpId="0" animBg="1"/>
      <p:bldP spid="48" grpId="1" animBg="1"/>
      <p:bldP spid="49" grpId="0" animBg="1"/>
      <p:bldP spid="49" grpId="1" animBg="1"/>
      <p:bldP spid="5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659"/>
        <p:cNvGrpSpPr/>
        <p:nvPr/>
      </p:nvGrpSpPr>
      <p:grpSpPr>
        <a:xfrm>
          <a:off x="0" y="0"/>
          <a:ext cx="0" cy="0"/>
          <a:chOff x="0" y="0"/>
          <a:chExt cx="0" cy="0"/>
        </a:xfrm>
      </p:grpSpPr>
      <p:sp>
        <p:nvSpPr>
          <p:cNvPr id="2660" name="Google Shape;2660;p50"/>
          <p:cNvSpPr txBox="1">
            <a:spLocks noGrp="1"/>
          </p:cNvSpPr>
          <p:nvPr>
            <p:ph type="title"/>
          </p:nvPr>
        </p:nvSpPr>
        <p:spPr>
          <a:xfrm>
            <a:off x="720000" y="2125050"/>
            <a:ext cx="7704000" cy="893400"/>
          </a:xfrm>
          <a:prstGeom prst="rect">
            <a:avLst/>
          </a:prstGeom>
        </p:spPr>
        <p:txBody>
          <a:bodyPr spcFirstLastPara="1" wrap="square" lIns="0" tIns="0" rIns="0" bIns="0" anchor="t" anchorCtr="0">
            <a:noAutofit/>
          </a:bodyPr>
          <a:lstStyle/>
          <a:p>
            <a:pPr marL="0" lvl="0" indent="0" algn="ctr" rtl="0">
              <a:spcBef>
                <a:spcPts val="0"/>
              </a:spcBef>
              <a:spcAft>
                <a:spcPts val="0"/>
              </a:spcAft>
              <a:buNone/>
            </a:pPr>
            <a:r>
              <a:rPr lang="en" dirty="0"/>
              <a:t>merci!</a:t>
            </a:r>
            <a:endParaRPr dirty="0"/>
          </a:p>
        </p:txBody>
      </p:sp>
      <p:sp>
        <p:nvSpPr>
          <p:cNvPr id="4" name="Rectangle 3">
            <a:extLst>
              <a:ext uri="{FF2B5EF4-FFF2-40B4-BE49-F238E27FC236}">
                <a16:creationId xmlns:a16="http://schemas.microsoft.com/office/drawing/2014/main" id="{3F30AC01-EF37-49A4-973A-EFF00C05E3CC}"/>
              </a:ext>
            </a:extLst>
          </p:cNvPr>
          <p:cNvSpPr/>
          <p:nvPr/>
        </p:nvSpPr>
        <p:spPr>
          <a:xfrm>
            <a:off x="2443843" y="3352801"/>
            <a:ext cx="4256314" cy="142602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iterate type="lt">
                                    <p:tmPct val="0"/>
                                  </p:iterate>
                                  <p:childTnLst>
                                    <p:set>
                                      <p:cBhvr>
                                        <p:cTn id="6" dur="1" fill="hold">
                                          <p:stCondLst>
                                            <p:cond delay="0"/>
                                          </p:stCondLst>
                                        </p:cTn>
                                        <p:tgtEl>
                                          <p:spTgt spid="2660"/>
                                        </p:tgtEl>
                                        <p:attrNameLst>
                                          <p:attrName>style.visibility</p:attrName>
                                        </p:attrNameLst>
                                      </p:cBhvr>
                                      <p:to>
                                        <p:strVal val="visible"/>
                                      </p:to>
                                    </p:set>
                                    <p:anim calcmode="lin" valueType="num">
                                      <p:cBhvr>
                                        <p:cTn id="7" dur="500" fill="hold"/>
                                        <p:tgtEl>
                                          <p:spTgt spid="2660"/>
                                        </p:tgtEl>
                                        <p:attrNameLst>
                                          <p:attrName>ppt_w</p:attrName>
                                        </p:attrNameLst>
                                      </p:cBhvr>
                                      <p:tavLst>
                                        <p:tav tm="0">
                                          <p:val>
                                            <p:fltVal val="0"/>
                                          </p:val>
                                        </p:tav>
                                        <p:tav tm="100000">
                                          <p:val>
                                            <p:strVal val="#ppt_w"/>
                                          </p:val>
                                        </p:tav>
                                      </p:tavLst>
                                    </p:anim>
                                    <p:anim calcmode="lin" valueType="num">
                                      <p:cBhvr>
                                        <p:cTn id="8" dur="500" fill="hold"/>
                                        <p:tgtEl>
                                          <p:spTgt spid="2660"/>
                                        </p:tgtEl>
                                        <p:attrNameLst>
                                          <p:attrName>ppt_h</p:attrName>
                                        </p:attrNameLst>
                                      </p:cBhvr>
                                      <p:tavLst>
                                        <p:tav tm="0">
                                          <p:val>
                                            <p:fltVal val="0"/>
                                          </p:val>
                                        </p:tav>
                                        <p:tav tm="100000">
                                          <p:val>
                                            <p:strVal val="#ppt_h"/>
                                          </p:val>
                                        </p:tav>
                                      </p:tavLst>
                                    </p:anim>
                                    <p:animEffect transition="in" filter="fade">
                                      <p:cBhvr>
                                        <p:cTn id="9" dur="500"/>
                                        <p:tgtEl>
                                          <p:spTgt spid="2660"/>
                                        </p:tgtEl>
                                      </p:cBhvr>
                                    </p:animEffect>
                                  </p:childTnLst>
                                </p:cTn>
                              </p:par>
                            </p:childTnLst>
                          </p:cTn>
                        </p:par>
                        <p:par>
                          <p:cTn id="10" fill="hold">
                            <p:stCondLst>
                              <p:cond delay="500"/>
                            </p:stCondLst>
                            <p:childTnLst>
                              <p:par>
                                <p:cTn id="11" presetID="34" presetClass="emph" presetSubtype="0" repeatCount="indefinite" fill="remove" grpId="1" nodeType="afterEffect">
                                  <p:stCondLst>
                                    <p:cond delay="0"/>
                                  </p:stCondLst>
                                  <p:endCondLst>
                                    <p:cond evt="onNext" delay="0">
                                      <p:tgtEl>
                                        <p:sldTgt/>
                                      </p:tgtEl>
                                    </p:cond>
                                  </p:endCondLst>
                                  <p:iterate type="lt">
                                    <p:tmPct val="10000"/>
                                  </p:iterate>
                                  <p:childTnLst>
                                    <p:animMotion origin="layout" path="M 0.0 0.0 L 0.0 -0.07213" pathEditMode="relative" ptsTypes="">
                                      <p:cBhvr>
                                        <p:cTn id="12" dur="500" accel="50000" decel="50000" autoRev="1" fill="hold">
                                          <p:stCondLst>
                                            <p:cond delay="0"/>
                                          </p:stCondLst>
                                        </p:cTn>
                                        <p:tgtEl>
                                          <p:spTgt spid="2660"/>
                                        </p:tgtEl>
                                        <p:attrNameLst>
                                          <p:attrName>ppt_x</p:attrName>
                                          <p:attrName>ppt_y</p:attrName>
                                        </p:attrNameLst>
                                      </p:cBhvr>
                                    </p:animMotion>
                                    <p:animRot by="1500000">
                                      <p:cBhvr>
                                        <p:cTn id="13" dur="250" fill="hold">
                                          <p:stCondLst>
                                            <p:cond delay="0"/>
                                          </p:stCondLst>
                                        </p:cTn>
                                        <p:tgtEl>
                                          <p:spTgt spid="2660"/>
                                        </p:tgtEl>
                                        <p:attrNameLst>
                                          <p:attrName>r</p:attrName>
                                        </p:attrNameLst>
                                      </p:cBhvr>
                                    </p:animRot>
                                    <p:animRot by="-1500000">
                                      <p:cBhvr>
                                        <p:cTn id="14" dur="250" fill="hold">
                                          <p:stCondLst>
                                            <p:cond delay="250"/>
                                          </p:stCondLst>
                                        </p:cTn>
                                        <p:tgtEl>
                                          <p:spTgt spid="2660"/>
                                        </p:tgtEl>
                                        <p:attrNameLst>
                                          <p:attrName>r</p:attrName>
                                        </p:attrNameLst>
                                      </p:cBhvr>
                                    </p:animRot>
                                    <p:animRot by="-1500000">
                                      <p:cBhvr>
                                        <p:cTn id="15" dur="250" fill="hold">
                                          <p:stCondLst>
                                            <p:cond delay="500"/>
                                          </p:stCondLst>
                                        </p:cTn>
                                        <p:tgtEl>
                                          <p:spTgt spid="2660"/>
                                        </p:tgtEl>
                                        <p:attrNameLst>
                                          <p:attrName>r</p:attrName>
                                        </p:attrNameLst>
                                      </p:cBhvr>
                                    </p:animRot>
                                    <p:animRot by="1500000">
                                      <p:cBhvr>
                                        <p:cTn id="16" dur="250" fill="hold">
                                          <p:stCondLst>
                                            <p:cond delay="750"/>
                                          </p:stCondLst>
                                        </p:cTn>
                                        <p:tgtEl>
                                          <p:spTgt spid="2660"/>
                                        </p:tgtEl>
                                        <p:attrNameLst>
                                          <p:attrName>r</p:attrName>
                                        </p:attrNameLst>
                                      </p:cBhvr>
                                    </p:animRot>
                                  </p:childTnLst>
                                  <p:subTnLst>
                                    <p:animClr clrSpc="rgb" dir="cw">
                                      <p:cBhvr override="childStyle">
                                        <p:cTn dur="1" fill="hold" display="0" masterRel="nextClick" afterEffect="1"/>
                                        <p:tgtEl>
                                          <p:spTgt spid="2660"/>
                                        </p:tgtEl>
                                        <p:attrNameLst>
                                          <p:attrName>ppt_c</p:attrName>
                                        </p:attrNameLst>
                                      </p:cBhvr>
                                      <p:to>
                                        <a:schemeClr val="folHlink"/>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0" grpId="0"/>
      <p:bldP spid="2660" grpId="1"/>
    </p:bldLst>
  </p:timing>
</p:sld>
</file>

<file path=ppt/theme/theme1.xml><?xml version="1.0" encoding="utf-8"?>
<a:theme xmlns:a="http://schemas.openxmlformats.org/drawingml/2006/main" name="Computer Science Proposal by Slidesgo">
  <a:themeElements>
    <a:clrScheme name="Simple Light">
      <a:dk1>
        <a:srgbClr val="FFFFFF"/>
      </a:dk1>
      <a:lt1>
        <a:srgbClr val="0F3570"/>
      </a:lt1>
      <a:dk2>
        <a:srgbClr val="00F4AD"/>
      </a:dk2>
      <a:lt2>
        <a:srgbClr val="0F3570"/>
      </a:lt2>
      <a:accent1>
        <a:srgbClr val="285293"/>
      </a:accent1>
      <a:accent2>
        <a:srgbClr val="9FC5E8"/>
      </a:accent2>
      <a:accent3>
        <a:srgbClr val="434343"/>
      </a:accent3>
      <a:accent4>
        <a:srgbClr val="00F4AD"/>
      </a:accent4>
      <a:accent5>
        <a:srgbClr val="285293"/>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679</TotalTime>
  <Words>455</Words>
  <Application>Microsoft Office PowerPoint</Application>
  <PresentationFormat>On-screen Show (16:9)</PresentationFormat>
  <Paragraphs>98</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Bebas Neue</vt:lpstr>
      <vt:lpstr>Roboto</vt:lpstr>
      <vt:lpstr>Arial</vt:lpstr>
      <vt:lpstr>Computer Science Proposal by Slidesgo</vt:lpstr>
      <vt:lpstr>Les algorithme de parcours d’un arbre</vt:lpstr>
      <vt:lpstr>Plan</vt:lpstr>
      <vt:lpstr>1</vt:lpstr>
      <vt:lpstr>Introduction</vt:lpstr>
      <vt:lpstr>2</vt:lpstr>
      <vt:lpstr>Définition</vt:lpstr>
      <vt:lpstr>Principe</vt:lpstr>
      <vt:lpstr>3</vt:lpstr>
      <vt:lpstr>Définition</vt:lpstr>
      <vt:lpstr>Principe</vt:lpstr>
      <vt:lpstr>Recherche un chemin</vt:lpstr>
      <vt:lpstr>merci!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 algorithme de parcours d’un arbre</dc:title>
  <cp:lastModifiedBy>oussematrabelsi</cp:lastModifiedBy>
  <cp:revision>15</cp:revision>
  <dcterms:modified xsi:type="dcterms:W3CDTF">2021-12-16T19:06:52Z</dcterms:modified>
</cp:coreProperties>
</file>