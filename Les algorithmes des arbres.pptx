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</p:sldMasterIdLst>
  <p:notesMasterIdLst>
    <p:notesMasterId r:id="rId14"/>
  </p:notesMasterIdLst>
  <p:sldIdLst>
    <p:sldId id="256" r:id="rId2"/>
    <p:sldId id="258" r:id="rId3"/>
    <p:sldId id="307" r:id="rId4"/>
    <p:sldId id="257" r:id="rId5"/>
    <p:sldId id="267" r:id="rId6"/>
    <p:sldId id="305" r:id="rId7"/>
    <p:sldId id="311" r:id="rId8"/>
    <p:sldId id="304" r:id="rId9"/>
    <p:sldId id="306" r:id="rId10"/>
    <p:sldId id="310" r:id="rId11"/>
    <p:sldId id="312" r:id="rId12"/>
    <p:sldId id="282" r:id="rId13"/>
  </p:sldIdLst>
  <p:sldSz cx="9144000" cy="5143500" type="screen16x9"/>
  <p:notesSz cx="6858000" cy="9144000"/>
  <p:embeddedFontLst>
    <p:embeddedFont>
      <p:font typeface="Bebas Neue" panose="020B0604020202020204" charset="0"/>
      <p:regular r:id="rId15"/>
    </p:embeddedFont>
    <p:embeddedFont>
      <p:font typeface="Roboto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4F03473-74BD-4ACC-899A-122D4058022F}">
  <a:tblStyle styleId="{F4F03473-74BD-4ACC-899A-122D4058022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966" y="252"/>
      </p:cViewPr>
      <p:guideLst>
        <p:guide orient="horz" pos="3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3" name="Google Shape;185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Google Shape;1880;g86ca632bb8_0_4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1" name="Google Shape;1881;g86ca632bb8_0_4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92b9ca3f2f_0_1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92b9ca3f2f_0_1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34748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1874;g86ca632bb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5" name="Google Shape;1875;g86ca632bb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92b9ca3f2f_0_1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92b9ca3f2f_0_1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8" name="Google Shape;1908;g86ca632bb8_0_17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9" name="Google Shape;1909;g86ca632bb8_0_17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46240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g86ca632bb8_0_3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5" name="Google Shape;2035;g86ca632bb8_0_3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5015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9" name="Google Shape;2149;g92b9ca3f2f_0_1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0" name="Google Shape;2150;g92b9ca3f2f_0_1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6904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8" name="Google Shape;1908;g86ca632bb8_0_17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9" name="Google Shape;1909;g86ca632bb8_0_17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6930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g86ca632bb8_0_3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5" name="Google Shape;2035;g86ca632bb8_0_3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40819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g86ca632bb8_0_3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5" name="Google Shape;2035;g86ca632bb8_0_3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35550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7" name="Google Shape;2657;g92b9ca3f2f_0_2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8" name="Google Shape;2658;g92b9ca3f2f_0_2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376525" y="-1521150"/>
            <a:ext cx="7767703" cy="3383025"/>
            <a:chOff x="24125" y="294775"/>
            <a:chExt cx="7767703" cy="3383025"/>
          </a:xfrm>
        </p:grpSpPr>
        <p:sp>
          <p:nvSpPr>
            <p:cNvPr id="10" name="Google Shape;10;p2"/>
            <p:cNvSpPr/>
            <p:nvPr/>
          </p:nvSpPr>
          <p:spPr>
            <a:xfrm>
              <a:off x="1686375" y="607200"/>
              <a:ext cx="142125" cy="129550"/>
            </a:xfrm>
            <a:custGeom>
              <a:avLst/>
              <a:gdLst/>
              <a:ahLst/>
              <a:cxnLst/>
              <a:rect l="l" t="t" r="r" b="b"/>
              <a:pathLst>
                <a:path w="5685" h="5182" extrusionOk="0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6098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7216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340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9459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70577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1701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728200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2406525" y="1218350"/>
              <a:ext cx="5385303" cy="1110475"/>
            </a:xfrm>
            <a:custGeom>
              <a:avLst/>
              <a:gdLst/>
              <a:ahLst/>
              <a:cxnLst/>
              <a:rect l="l" t="t" r="r" b="b"/>
              <a:pathLst>
                <a:path w="206136" h="44419" extrusionOk="0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987925" y="355975"/>
              <a:ext cx="6210225" cy="1468400"/>
            </a:xfrm>
            <a:custGeom>
              <a:avLst/>
              <a:gdLst/>
              <a:ahLst/>
              <a:cxnLst/>
              <a:rect l="l" t="t" r="r" b="b"/>
              <a:pathLst>
                <a:path w="248409" h="58736" extrusionOk="0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265250" y="1389550"/>
              <a:ext cx="6299250" cy="1955000"/>
            </a:xfrm>
            <a:custGeom>
              <a:avLst/>
              <a:gdLst/>
              <a:ahLst/>
              <a:cxnLst/>
              <a:rect l="l" t="t" r="r" b="b"/>
              <a:pathLst>
                <a:path w="251970" h="78200" extrusionOk="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631600" y="1974425"/>
              <a:ext cx="6160000" cy="1095650"/>
            </a:xfrm>
            <a:custGeom>
              <a:avLst/>
              <a:gdLst/>
              <a:ahLst/>
              <a:cxnLst/>
              <a:rect l="l" t="t" r="r" b="b"/>
              <a:pathLst>
                <a:path w="246400" h="43826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978550" y="331575"/>
              <a:ext cx="4691750" cy="1289675"/>
            </a:xfrm>
            <a:custGeom>
              <a:avLst/>
              <a:gdLst/>
              <a:ahLst/>
              <a:cxnLst/>
              <a:rect l="l" t="t" r="r" b="b"/>
              <a:pathLst>
                <a:path w="187670" h="51587" extrusionOk="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937150" y="2104550"/>
              <a:ext cx="6622775" cy="1510475"/>
            </a:xfrm>
            <a:custGeom>
              <a:avLst/>
              <a:gdLst/>
              <a:ahLst/>
              <a:cxnLst/>
              <a:rect l="l" t="t" r="r" b="b"/>
              <a:pathLst>
                <a:path w="264911" h="60419" extrusionOk="0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1664700" y="294775"/>
              <a:ext cx="3135650" cy="766675"/>
            </a:xfrm>
            <a:custGeom>
              <a:avLst/>
              <a:gdLst/>
              <a:ahLst/>
              <a:cxnLst/>
              <a:rect l="l" t="t" r="r" b="b"/>
              <a:pathLst>
                <a:path w="125426" h="30667" extrusionOk="0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100600" y="2193550"/>
              <a:ext cx="3410675" cy="530725"/>
            </a:xfrm>
            <a:custGeom>
              <a:avLst/>
              <a:gdLst/>
              <a:ahLst/>
              <a:cxnLst/>
              <a:rect l="l" t="t" r="r" b="b"/>
              <a:pathLst>
                <a:path w="136427" h="21229" extrusionOk="0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06300" y="832600"/>
              <a:ext cx="2024625" cy="395475"/>
            </a:xfrm>
            <a:custGeom>
              <a:avLst/>
              <a:gdLst/>
              <a:ahLst/>
              <a:cxnLst/>
              <a:rect l="l" t="t" r="r" b="b"/>
              <a:pathLst>
                <a:path w="80985" h="15819" extrusionOk="0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24125" y="1108225"/>
              <a:ext cx="1654850" cy="513025"/>
            </a:xfrm>
            <a:custGeom>
              <a:avLst/>
              <a:gdLst/>
              <a:ahLst/>
              <a:cxnLst/>
              <a:rect l="l" t="t" r="r" b="b"/>
              <a:pathLst>
                <a:path w="66194" h="20521" extrusionOk="0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4125" y="1371850"/>
              <a:ext cx="979225" cy="451975"/>
            </a:xfrm>
            <a:custGeom>
              <a:avLst/>
              <a:gdLst/>
              <a:ahLst/>
              <a:cxnLst/>
              <a:rect l="l" t="t" r="r" b="b"/>
              <a:pathLst>
                <a:path w="39169" h="18079" extrusionOk="0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585500" y="1408375"/>
              <a:ext cx="1529900" cy="580350"/>
            </a:xfrm>
            <a:custGeom>
              <a:avLst/>
              <a:gdLst/>
              <a:ahLst/>
              <a:cxnLst/>
              <a:rect l="l" t="t" r="r" b="b"/>
              <a:pathLst>
                <a:path w="61196" h="23214" extrusionOk="0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953000" y="35431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976400" y="356650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421175" y="22563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444575" y="22797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459400" y="19122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482800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4736975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7044625" y="263295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4222850" y="1085400"/>
              <a:ext cx="134675" cy="134675"/>
            </a:xfrm>
            <a:custGeom>
              <a:avLst/>
              <a:gdLst/>
              <a:ahLst/>
              <a:cxnLst/>
              <a:rect l="l" t="t" r="r" b="b"/>
              <a:pathLst>
                <a:path w="5387" h="5387" extrusionOk="0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4246800" y="1108775"/>
              <a:ext cx="87350" cy="87925"/>
            </a:xfrm>
            <a:custGeom>
              <a:avLst/>
              <a:gdLst/>
              <a:ahLst/>
              <a:cxnLst/>
              <a:rect l="l" t="t" r="r" b="b"/>
              <a:pathLst>
                <a:path w="3494" h="3517" extrusionOk="0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3502700" y="25850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3526100" y="2608400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2281550" y="115615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2304950" y="1179550"/>
              <a:ext cx="87325" cy="87900"/>
            </a:xfrm>
            <a:custGeom>
              <a:avLst/>
              <a:gdLst/>
              <a:ahLst/>
              <a:cxnLst/>
              <a:rect l="l" t="t" r="r" b="b"/>
              <a:pathLst>
                <a:path w="3493" h="3516" extrusionOk="0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1577950" y="1004925"/>
              <a:ext cx="94750" cy="94750"/>
            </a:xfrm>
            <a:custGeom>
              <a:avLst/>
              <a:gdLst/>
              <a:ahLst/>
              <a:cxnLst/>
              <a:rect l="l" t="t" r="r" b="b"/>
              <a:pathLst>
                <a:path w="3790" h="3790" extrusionOk="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1595075" y="1022050"/>
              <a:ext cx="59950" cy="59950"/>
            </a:xfrm>
            <a:custGeom>
              <a:avLst/>
              <a:gdLst/>
              <a:ahLst/>
              <a:cxnLst/>
              <a:rect l="l" t="t" r="r" b="b"/>
              <a:pathLst>
                <a:path w="2398" h="2398" extrusionOk="0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2892125" y="11704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7004675" y="136615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446600" y="227060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258275" y="3300575"/>
              <a:ext cx="69650" cy="69650"/>
            </a:xfrm>
            <a:custGeom>
              <a:avLst/>
              <a:gdLst/>
              <a:ahLst/>
              <a:cxnLst/>
              <a:rect l="l" t="t" r="r" b="b"/>
              <a:pathLst>
                <a:path w="2786" h="2786" extrusionOk="0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4746100" y="3030675"/>
              <a:ext cx="69650" cy="69075"/>
            </a:xfrm>
            <a:custGeom>
              <a:avLst/>
              <a:gdLst/>
              <a:ahLst/>
              <a:cxnLst/>
              <a:rect l="l" t="t" r="r" b="b"/>
              <a:pathLst>
                <a:path w="2786" h="2763" extrusionOk="0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5111875" y="1378700"/>
              <a:ext cx="106175" cy="106150"/>
            </a:xfrm>
            <a:custGeom>
              <a:avLst/>
              <a:gdLst/>
              <a:ahLst/>
              <a:cxnLst/>
              <a:rect l="l" t="t" r="r" b="b"/>
              <a:pathLst>
                <a:path w="4247" h="4246" extrusionOk="0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5692225" y="1404950"/>
              <a:ext cx="75350" cy="74775"/>
            </a:xfrm>
            <a:custGeom>
              <a:avLst/>
              <a:gdLst/>
              <a:ahLst/>
              <a:cxnLst/>
              <a:rect l="l" t="t" r="r" b="b"/>
              <a:pathLst>
                <a:path w="3014" h="2991" extrusionOk="0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5821750" y="1469425"/>
              <a:ext cx="79350" cy="79350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3572900" y="2384150"/>
              <a:ext cx="139825" cy="139250"/>
            </a:xfrm>
            <a:custGeom>
              <a:avLst/>
              <a:gdLst/>
              <a:ahLst/>
              <a:cxnLst/>
              <a:rect l="l" t="t" r="r" b="b"/>
              <a:pathLst>
                <a:path w="5593" h="5570" extrusionOk="0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5419450" y="2995300"/>
              <a:ext cx="139825" cy="139825"/>
            </a:xfrm>
            <a:custGeom>
              <a:avLst/>
              <a:gdLst/>
              <a:ahLst/>
              <a:cxnLst/>
              <a:rect l="l" t="t" r="r" b="b"/>
              <a:pathLst>
                <a:path w="5593" h="5593" extrusionOk="0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3311550" y="1787275"/>
              <a:ext cx="65075" cy="65075"/>
            </a:xfrm>
            <a:custGeom>
              <a:avLst/>
              <a:gdLst/>
              <a:ahLst/>
              <a:cxnLst/>
              <a:rect l="l" t="t" r="r" b="b"/>
              <a:pathLst>
                <a:path w="2603" h="2603" extrusionOk="0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501550" y="1519075"/>
              <a:ext cx="143825" cy="144400"/>
            </a:xfrm>
            <a:custGeom>
              <a:avLst/>
              <a:gdLst/>
              <a:ahLst/>
              <a:cxnLst/>
              <a:rect l="l" t="t" r="r" b="b"/>
              <a:pathLst>
                <a:path w="5753" h="5776" extrusionOk="0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3526675" y="1544750"/>
              <a:ext cx="93600" cy="93050"/>
            </a:xfrm>
            <a:custGeom>
              <a:avLst/>
              <a:gdLst/>
              <a:ahLst/>
              <a:cxnLst/>
              <a:rect l="l" t="t" r="r" b="b"/>
              <a:pathLst>
                <a:path w="3744" h="3722" extrusionOk="0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930050" y="1563575"/>
              <a:ext cx="106150" cy="106175"/>
            </a:xfrm>
            <a:custGeom>
              <a:avLst/>
              <a:gdLst/>
              <a:ahLst/>
              <a:cxnLst/>
              <a:rect l="l" t="t" r="r" b="b"/>
              <a:pathLst>
                <a:path w="4246" h="4247" extrusionOk="0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621325" y="1563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944550" y="1765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96050" y="13239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3168300" y="1186975"/>
              <a:ext cx="72500" cy="73050"/>
            </a:xfrm>
            <a:custGeom>
              <a:avLst/>
              <a:gdLst/>
              <a:ahLst/>
              <a:cxnLst/>
              <a:rect l="l" t="t" r="r" b="b"/>
              <a:pathLst>
                <a:path w="2900" h="2922" extrusionOk="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238425" y="1362725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2281550" y="832600"/>
              <a:ext cx="2995850" cy="9725"/>
            </a:xfrm>
            <a:custGeom>
              <a:avLst/>
              <a:gdLst/>
              <a:ahLst/>
              <a:cxnLst/>
              <a:rect l="l" t="t" r="r" b="b"/>
              <a:pathLst>
                <a:path w="119834" h="389" extrusionOk="0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2222775" y="800650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5235725" y="800650"/>
              <a:ext cx="73050" cy="73050"/>
            </a:xfrm>
            <a:custGeom>
              <a:avLst/>
              <a:gdLst/>
              <a:ahLst/>
              <a:cxnLst/>
              <a:rect l="l" t="t" r="r" b="b"/>
              <a:pathLst>
                <a:path w="2922" h="2922" extrusionOk="0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5732175" y="319450"/>
              <a:ext cx="1118450" cy="1117475"/>
            </a:xfrm>
            <a:custGeom>
              <a:avLst/>
              <a:gdLst/>
              <a:ahLst/>
              <a:cxnLst/>
              <a:rect l="l" t="t" r="r" b="b"/>
              <a:pathLst>
                <a:path w="44738" h="44699" extrusionOk="0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5870250" y="381100"/>
              <a:ext cx="1118475" cy="1117450"/>
            </a:xfrm>
            <a:custGeom>
              <a:avLst/>
              <a:gdLst/>
              <a:ahLst/>
              <a:cxnLst/>
              <a:rect l="l" t="t" r="r" b="b"/>
              <a:pathLst>
                <a:path w="44739" h="44698" extrusionOk="0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4775775" y="1974875"/>
              <a:ext cx="2300825" cy="706600"/>
            </a:xfrm>
            <a:custGeom>
              <a:avLst/>
              <a:gdLst/>
              <a:ahLst/>
              <a:cxnLst/>
              <a:rect l="l" t="t" r="r" b="b"/>
              <a:pathLst>
                <a:path w="92033" h="28264" extrusionOk="0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3518100" y="2023500"/>
              <a:ext cx="149550" cy="93050"/>
            </a:xfrm>
            <a:custGeom>
              <a:avLst/>
              <a:gdLst/>
              <a:ahLst/>
              <a:cxnLst/>
              <a:rect l="l" t="t" r="r" b="b"/>
              <a:pathLst>
                <a:path w="5982" h="3722" extrusionOk="0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36305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37423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38547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39666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40784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41908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430272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27180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29258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3133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33417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549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37572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61139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906200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5698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4902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282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074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4867075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4658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48534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49407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0280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1153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2026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2899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3772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4651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552425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6397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7270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" name="Google Shape;104;p2"/>
          <p:cNvGrpSpPr/>
          <p:nvPr/>
        </p:nvGrpSpPr>
        <p:grpSpPr>
          <a:xfrm>
            <a:off x="368162" y="1909134"/>
            <a:ext cx="352280" cy="353863"/>
            <a:chOff x="1448125" y="1450525"/>
            <a:chExt cx="133500" cy="134100"/>
          </a:xfrm>
        </p:grpSpPr>
        <p:sp>
          <p:nvSpPr>
            <p:cNvPr id="105" name="Google Shape;105;p2"/>
            <p:cNvSpPr/>
            <p:nvPr/>
          </p:nvSpPr>
          <p:spPr>
            <a:xfrm>
              <a:off x="1448125" y="1450525"/>
              <a:ext cx="133500" cy="134100"/>
            </a:xfrm>
            <a:custGeom>
              <a:avLst/>
              <a:gdLst/>
              <a:ahLst/>
              <a:cxnLst/>
              <a:rect l="l" t="t" r="r" b="b"/>
              <a:pathLst>
                <a:path w="5340" h="5364" extrusionOk="0">
                  <a:moveTo>
                    <a:pt x="2457" y="1"/>
                  </a:moveTo>
                  <a:lnTo>
                    <a:pt x="2256" y="452"/>
                  </a:lnTo>
                  <a:cubicBezTo>
                    <a:pt x="2056" y="502"/>
                    <a:pt x="1855" y="577"/>
                    <a:pt x="1680" y="652"/>
                  </a:cubicBezTo>
                  <a:lnTo>
                    <a:pt x="1229" y="427"/>
                  </a:lnTo>
                  <a:cubicBezTo>
                    <a:pt x="1003" y="552"/>
                    <a:pt x="803" y="727"/>
                    <a:pt x="627" y="928"/>
                  </a:cubicBezTo>
                  <a:lnTo>
                    <a:pt x="828" y="1404"/>
                  </a:lnTo>
                  <a:cubicBezTo>
                    <a:pt x="703" y="1579"/>
                    <a:pt x="602" y="1755"/>
                    <a:pt x="527" y="1955"/>
                  </a:cubicBezTo>
                  <a:lnTo>
                    <a:pt x="51" y="2081"/>
                  </a:lnTo>
                  <a:cubicBezTo>
                    <a:pt x="26" y="2281"/>
                    <a:pt x="1" y="2482"/>
                    <a:pt x="1" y="2682"/>
                  </a:cubicBezTo>
                  <a:cubicBezTo>
                    <a:pt x="1" y="2757"/>
                    <a:pt x="1" y="2808"/>
                    <a:pt x="1" y="2883"/>
                  </a:cubicBezTo>
                  <a:lnTo>
                    <a:pt x="452" y="3083"/>
                  </a:lnTo>
                  <a:cubicBezTo>
                    <a:pt x="502" y="3284"/>
                    <a:pt x="552" y="3484"/>
                    <a:pt x="652" y="3685"/>
                  </a:cubicBezTo>
                  <a:lnTo>
                    <a:pt x="402" y="4111"/>
                  </a:lnTo>
                  <a:cubicBezTo>
                    <a:pt x="552" y="4336"/>
                    <a:pt x="728" y="4537"/>
                    <a:pt x="928" y="4712"/>
                  </a:cubicBezTo>
                  <a:lnTo>
                    <a:pt x="1379" y="4537"/>
                  </a:lnTo>
                  <a:cubicBezTo>
                    <a:pt x="1555" y="4637"/>
                    <a:pt x="1755" y="4737"/>
                    <a:pt x="1956" y="4813"/>
                  </a:cubicBezTo>
                  <a:lnTo>
                    <a:pt x="2081" y="5289"/>
                  </a:lnTo>
                  <a:cubicBezTo>
                    <a:pt x="2282" y="5339"/>
                    <a:pt x="2457" y="5364"/>
                    <a:pt x="2657" y="5364"/>
                  </a:cubicBezTo>
                  <a:cubicBezTo>
                    <a:pt x="2733" y="5364"/>
                    <a:pt x="2808" y="5364"/>
                    <a:pt x="2883" y="5339"/>
                  </a:cubicBezTo>
                  <a:lnTo>
                    <a:pt x="3084" y="4888"/>
                  </a:lnTo>
                  <a:cubicBezTo>
                    <a:pt x="3284" y="4863"/>
                    <a:pt x="3485" y="4787"/>
                    <a:pt x="3660" y="4687"/>
                  </a:cubicBezTo>
                  <a:lnTo>
                    <a:pt x="4111" y="4938"/>
                  </a:lnTo>
                  <a:cubicBezTo>
                    <a:pt x="4337" y="4787"/>
                    <a:pt x="4537" y="4612"/>
                    <a:pt x="4713" y="4412"/>
                  </a:cubicBezTo>
                  <a:lnTo>
                    <a:pt x="4512" y="3960"/>
                  </a:lnTo>
                  <a:cubicBezTo>
                    <a:pt x="4637" y="3785"/>
                    <a:pt x="4738" y="3610"/>
                    <a:pt x="4813" y="3409"/>
                  </a:cubicBezTo>
                  <a:lnTo>
                    <a:pt x="5289" y="3259"/>
                  </a:lnTo>
                  <a:cubicBezTo>
                    <a:pt x="5314" y="3083"/>
                    <a:pt x="5339" y="2883"/>
                    <a:pt x="5339" y="2682"/>
                  </a:cubicBezTo>
                  <a:cubicBezTo>
                    <a:pt x="5339" y="2607"/>
                    <a:pt x="5339" y="2532"/>
                    <a:pt x="5339" y="2482"/>
                  </a:cubicBezTo>
                  <a:lnTo>
                    <a:pt x="4888" y="2281"/>
                  </a:lnTo>
                  <a:cubicBezTo>
                    <a:pt x="4838" y="2056"/>
                    <a:pt x="4788" y="1855"/>
                    <a:pt x="4688" y="1680"/>
                  </a:cubicBezTo>
                  <a:lnTo>
                    <a:pt x="4938" y="1254"/>
                  </a:lnTo>
                  <a:cubicBezTo>
                    <a:pt x="4788" y="1028"/>
                    <a:pt x="4612" y="828"/>
                    <a:pt x="4412" y="652"/>
                  </a:cubicBezTo>
                  <a:lnTo>
                    <a:pt x="3961" y="828"/>
                  </a:lnTo>
                  <a:cubicBezTo>
                    <a:pt x="3785" y="702"/>
                    <a:pt x="3585" y="602"/>
                    <a:pt x="3384" y="552"/>
                  </a:cubicBezTo>
                  <a:lnTo>
                    <a:pt x="3259" y="76"/>
                  </a:lnTo>
                  <a:cubicBezTo>
                    <a:pt x="3058" y="26"/>
                    <a:pt x="2883" y="1"/>
                    <a:pt x="26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476325" y="1479350"/>
              <a:ext cx="77100" cy="76475"/>
            </a:xfrm>
            <a:custGeom>
              <a:avLst/>
              <a:gdLst/>
              <a:ahLst/>
              <a:cxnLst/>
              <a:rect l="l" t="t" r="r" b="b"/>
              <a:pathLst>
                <a:path w="3084" h="3059" extrusionOk="0">
                  <a:moveTo>
                    <a:pt x="1529" y="0"/>
                  </a:moveTo>
                  <a:cubicBezTo>
                    <a:pt x="702" y="0"/>
                    <a:pt x="1" y="677"/>
                    <a:pt x="1" y="1529"/>
                  </a:cubicBezTo>
                  <a:cubicBezTo>
                    <a:pt x="1" y="2381"/>
                    <a:pt x="702" y="3058"/>
                    <a:pt x="1529" y="3058"/>
                  </a:cubicBezTo>
                  <a:cubicBezTo>
                    <a:pt x="2382" y="3058"/>
                    <a:pt x="3083" y="2381"/>
                    <a:pt x="3083" y="1529"/>
                  </a:cubicBezTo>
                  <a:cubicBezTo>
                    <a:pt x="3083" y="677"/>
                    <a:pt x="2382" y="0"/>
                    <a:pt x="1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" name="Google Shape;107;p2"/>
          <p:cNvGrpSpPr/>
          <p:nvPr/>
        </p:nvGrpSpPr>
        <p:grpSpPr>
          <a:xfrm>
            <a:off x="723674" y="1578426"/>
            <a:ext cx="552301" cy="552301"/>
            <a:chOff x="1582850" y="1325200"/>
            <a:chExt cx="209300" cy="209300"/>
          </a:xfrm>
        </p:grpSpPr>
        <p:sp>
          <p:nvSpPr>
            <p:cNvPr id="108" name="Google Shape;108;p2"/>
            <p:cNvSpPr/>
            <p:nvPr/>
          </p:nvSpPr>
          <p:spPr>
            <a:xfrm>
              <a:off x="1582850" y="1325200"/>
              <a:ext cx="209300" cy="209300"/>
            </a:xfrm>
            <a:custGeom>
              <a:avLst/>
              <a:gdLst/>
              <a:ahLst/>
              <a:cxnLst/>
              <a:rect l="l" t="t" r="r" b="b"/>
              <a:pathLst>
                <a:path w="8372" h="8372" extrusionOk="0">
                  <a:moveTo>
                    <a:pt x="4111" y="1"/>
                  </a:moveTo>
                  <a:cubicBezTo>
                    <a:pt x="3810" y="1"/>
                    <a:pt x="3509" y="26"/>
                    <a:pt x="3208" y="101"/>
                  </a:cubicBezTo>
                  <a:cubicBezTo>
                    <a:pt x="3083" y="126"/>
                    <a:pt x="2983" y="176"/>
                    <a:pt x="2883" y="201"/>
                  </a:cubicBezTo>
                  <a:lnTo>
                    <a:pt x="2757" y="953"/>
                  </a:lnTo>
                  <a:cubicBezTo>
                    <a:pt x="2456" y="1104"/>
                    <a:pt x="2181" y="1279"/>
                    <a:pt x="1930" y="1480"/>
                  </a:cubicBezTo>
                  <a:lnTo>
                    <a:pt x="1178" y="1279"/>
                  </a:lnTo>
                  <a:cubicBezTo>
                    <a:pt x="878" y="1580"/>
                    <a:pt x="652" y="1931"/>
                    <a:pt x="451" y="2282"/>
                  </a:cubicBezTo>
                  <a:lnTo>
                    <a:pt x="903" y="2933"/>
                  </a:lnTo>
                  <a:cubicBezTo>
                    <a:pt x="777" y="3234"/>
                    <a:pt x="702" y="3560"/>
                    <a:pt x="677" y="3886"/>
                  </a:cubicBezTo>
                  <a:lnTo>
                    <a:pt x="0" y="4262"/>
                  </a:lnTo>
                  <a:cubicBezTo>
                    <a:pt x="0" y="4562"/>
                    <a:pt x="50" y="4863"/>
                    <a:pt x="126" y="5189"/>
                  </a:cubicBezTo>
                  <a:cubicBezTo>
                    <a:pt x="151" y="5289"/>
                    <a:pt x="176" y="5389"/>
                    <a:pt x="201" y="5490"/>
                  </a:cubicBezTo>
                  <a:lnTo>
                    <a:pt x="978" y="5615"/>
                  </a:lnTo>
                  <a:cubicBezTo>
                    <a:pt x="1103" y="5941"/>
                    <a:pt x="1279" y="6217"/>
                    <a:pt x="1504" y="6442"/>
                  </a:cubicBezTo>
                  <a:lnTo>
                    <a:pt x="1279" y="7194"/>
                  </a:lnTo>
                  <a:cubicBezTo>
                    <a:pt x="1579" y="7495"/>
                    <a:pt x="1930" y="7745"/>
                    <a:pt x="2306" y="7921"/>
                  </a:cubicBezTo>
                  <a:lnTo>
                    <a:pt x="2933" y="7470"/>
                  </a:lnTo>
                  <a:cubicBezTo>
                    <a:pt x="3233" y="7595"/>
                    <a:pt x="3559" y="7670"/>
                    <a:pt x="3885" y="7695"/>
                  </a:cubicBezTo>
                  <a:lnTo>
                    <a:pt x="4261" y="8372"/>
                  </a:lnTo>
                  <a:cubicBezTo>
                    <a:pt x="4562" y="8372"/>
                    <a:pt x="4888" y="8322"/>
                    <a:pt x="5188" y="8247"/>
                  </a:cubicBezTo>
                  <a:cubicBezTo>
                    <a:pt x="5289" y="8222"/>
                    <a:pt x="5389" y="8196"/>
                    <a:pt x="5489" y="8171"/>
                  </a:cubicBezTo>
                  <a:lnTo>
                    <a:pt x="5639" y="7394"/>
                  </a:lnTo>
                  <a:cubicBezTo>
                    <a:pt x="5940" y="7269"/>
                    <a:pt x="6216" y="7094"/>
                    <a:pt x="6467" y="6893"/>
                  </a:cubicBezTo>
                  <a:lnTo>
                    <a:pt x="7218" y="7094"/>
                  </a:lnTo>
                  <a:cubicBezTo>
                    <a:pt x="7494" y="6793"/>
                    <a:pt x="7745" y="6442"/>
                    <a:pt x="7920" y="6066"/>
                  </a:cubicBezTo>
                  <a:lnTo>
                    <a:pt x="7494" y="5440"/>
                  </a:lnTo>
                  <a:cubicBezTo>
                    <a:pt x="7594" y="5139"/>
                    <a:pt x="7670" y="4813"/>
                    <a:pt x="7695" y="4487"/>
                  </a:cubicBezTo>
                  <a:lnTo>
                    <a:pt x="8371" y="4111"/>
                  </a:lnTo>
                  <a:cubicBezTo>
                    <a:pt x="8371" y="3810"/>
                    <a:pt x="8346" y="3485"/>
                    <a:pt x="8271" y="3184"/>
                  </a:cubicBezTo>
                  <a:cubicBezTo>
                    <a:pt x="8246" y="3084"/>
                    <a:pt x="8196" y="2983"/>
                    <a:pt x="8171" y="2883"/>
                  </a:cubicBezTo>
                  <a:lnTo>
                    <a:pt x="7419" y="2758"/>
                  </a:lnTo>
                  <a:cubicBezTo>
                    <a:pt x="7269" y="2432"/>
                    <a:pt x="7093" y="2156"/>
                    <a:pt x="6893" y="1906"/>
                  </a:cubicBezTo>
                  <a:lnTo>
                    <a:pt x="7093" y="1179"/>
                  </a:lnTo>
                  <a:cubicBezTo>
                    <a:pt x="6792" y="878"/>
                    <a:pt x="6467" y="628"/>
                    <a:pt x="6091" y="452"/>
                  </a:cubicBezTo>
                  <a:lnTo>
                    <a:pt x="5439" y="903"/>
                  </a:lnTo>
                  <a:cubicBezTo>
                    <a:pt x="5138" y="778"/>
                    <a:pt x="4812" y="703"/>
                    <a:pt x="4487" y="678"/>
                  </a:cubicBezTo>
                  <a:lnTo>
                    <a:pt x="4111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621075" y="1369750"/>
              <a:ext cx="132850" cy="120200"/>
            </a:xfrm>
            <a:custGeom>
              <a:avLst/>
              <a:gdLst/>
              <a:ahLst/>
              <a:cxnLst/>
              <a:rect l="l" t="t" r="r" b="b"/>
              <a:pathLst>
                <a:path w="5314" h="4808" extrusionOk="0">
                  <a:moveTo>
                    <a:pt x="2667" y="1"/>
                  </a:moveTo>
                  <a:cubicBezTo>
                    <a:pt x="2474" y="1"/>
                    <a:pt x="2277" y="24"/>
                    <a:pt x="2080" y="74"/>
                  </a:cubicBezTo>
                  <a:cubicBezTo>
                    <a:pt x="802" y="374"/>
                    <a:pt x="0" y="1678"/>
                    <a:pt x="326" y="2981"/>
                  </a:cubicBezTo>
                  <a:cubicBezTo>
                    <a:pt x="603" y="4066"/>
                    <a:pt x="1584" y="4808"/>
                    <a:pt x="2656" y="4808"/>
                  </a:cubicBezTo>
                  <a:cubicBezTo>
                    <a:pt x="2847" y="4808"/>
                    <a:pt x="3040" y="4784"/>
                    <a:pt x="3233" y="4735"/>
                  </a:cubicBezTo>
                  <a:cubicBezTo>
                    <a:pt x="4511" y="4435"/>
                    <a:pt x="5313" y="3131"/>
                    <a:pt x="4988" y="1828"/>
                  </a:cubicBezTo>
                  <a:cubicBezTo>
                    <a:pt x="4732" y="743"/>
                    <a:pt x="3754" y="1"/>
                    <a:pt x="2667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643000" y="1389100"/>
              <a:ext cx="89625" cy="81300"/>
            </a:xfrm>
            <a:custGeom>
              <a:avLst/>
              <a:gdLst/>
              <a:ahLst/>
              <a:cxnLst/>
              <a:rect l="l" t="t" r="r" b="b"/>
              <a:pathLst>
                <a:path w="3585" h="3252" extrusionOk="0">
                  <a:moveTo>
                    <a:pt x="1801" y="1"/>
                  </a:moveTo>
                  <a:cubicBezTo>
                    <a:pt x="1670" y="1"/>
                    <a:pt x="1537" y="17"/>
                    <a:pt x="1404" y="51"/>
                  </a:cubicBezTo>
                  <a:cubicBezTo>
                    <a:pt x="527" y="252"/>
                    <a:pt x="0" y="1154"/>
                    <a:pt x="201" y="2006"/>
                  </a:cubicBezTo>
                  <a:cubicBezTo>
                    <a:pt x="394" y="2758"/>
                    <a:pt x="1066" y="3252"/>
                    <a:pt x="1806" y="3252"/>
                  </a:cubicBezTo>
                  <a:cubicBezTo>
                    <a:pt x="1930" y="3252"/>
                    <a:pt x="2055" y="3238"/>
                    <a:pt x="2181" y="3209"/>
                  </a:cubicBezTo>
                  <a:cubicBezTo>
                    <a:pt x="3033" y="2984"/>
                    <a:pt x="3584" y="2107"/>
                    <a:pt x="3359" y="1254"/>
                  </a:cubicBezTo>
                  <a:cubicBezTo>
                    <a:pt x="3189" y="510"/>
                    <a:pt x="2532" y="1"/>
                    <a:pt x="1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1664925" y="1409050"/>
              <a:ext cx="45775" cy="41425"/>
            </a:xfrm>
            <a:custGeom>
              <a:avLst/>
              <a:gdLst/>
              <a:ahLst/>
              <a:cxnLst/>
              <a:rect l="l" t="t" r="r" b="b"/>
              <a:pathLst>
                <a:path w="1831" h="1657" extrusionOk="0">
                  <a:moveTo>
                    <a:pt x="922" y="0"/>
                  </a:moveTo>
                  <a:cubicBezTo>
                    <a:pt x="850" y="0"/>
                    <a:pt x="776" y="10"/>
                    <a:pt x="702" y="30"/>
                  </a:cubicBezTo>
                  <a:cubicBezTo>
                    <a:pt x="276" y="131"/>
                    <a:pt x="1" y="582"/>
                    <a:pt x="101" y="1033"/>
                  </a:cubicBezTo>
                  <a:cubicBezTo>
                    <a:pt x="186" y="1418"/>
                    <a:pt x="527" y="1656"/>
                    <a:pt x="905" y="1656"/>
                  </a:cubicBezTo>
                  <a:cubicBezTo>
                    <a:pt x="970" y="1656"/>
                    <a:pt x="1037" y="1649"/>
                    <a:pt x="1103" y="1634"/>
                  </a:cubicBezTo>
                  <a:cubicBezTo>
                    <a:pt x="1554" y="1534"/>
                    <a:pt x="1830" y="1083"/>
                    <a:pt x="1705" y="632"/>
                  </a:cubicBezTo>
                  <a:cubicBezTo>
                    <a:pt x="1621" y="255"/>
                    <a:pt x="1292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" name="Google Shape;112;p2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113" name="Google Shape;113;p2"/>
            <p:cNvSpPr/>
            <p:nvPr/>
          </p:nvSpPr>
          <p:spPr>
            <a:xfrm>
              <a:off x="153233" y="4953367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735872" y="4953367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173449" y="4953367"/>
              <a:ext cx="527044" cy="101"/>
            </a:xfrm>
            <a:custGeom>
              <a:avLst/>
              <a:gdLst/>
              <a:ahLst/>
              <a:cxnLst/>
              <a:rect l="l" t="t" r="r" b="b"/>
              <a:pathLst>
                <a:path w="5214" h="1" fill="none" extrusionOk="0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-26784" y="4811455"/>
              <a:ext cx="106541" cy="101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1115" y="4735444"/>
              <a:ext cx="78642" cy="101"/>
            </a:xfrm>
            <a:custGeom>
              <a:avLst/>
              <a:gdLst/>
              <a:ahLst/>
              <a:cxnLst/>
              <a:rect l="l" t="t" r="r" b="b"/>
              <a:pathLst>
                <a:path w="778" h="1" fill="none" extrusionOk="0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811974" y="4755761"/>
              <a:ext cx="53372" cy="101"/>
            </a:xfrm>
            <a:custGeom>
              <a:avLst/>
              <a:gdLst/>
              <a:ahLst/>
              <a:cxnLst/>
              <a:rect l="l" t="t" r="r" b="b"/>
              <a:pathLst>
                <a:path w="528" h="1" fill="none" extrusionOk="0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459715" y="5029378"/>
              <a:ext cx="101" cy="114116"/>
            </a:xfrm>
            <a:custGeom>
              <a:avLst/>
              <a:gdLst/>
              <a:ahLst/>
              <a:cxnLst/>
              <a:rect l="l" t="t" r="r" b="b"/>
              <a:pathLst>
                <a:path w="1" h="1129" fill="none" extrusionOk="0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335585" y="5029378"/>
              <a:ext cx="101" cy="53268"/>
            </a:xfrm>
            <a:custGeom>
              <a:avLst/>
              <a:gdLst/>
              <a:ahLst/>
              <a:cxnLst/>
              <a:rect l="l" t="t" r="r" b="b"/>
              <a:pathLst>
                <a:path w="1" h="527" fill="none" extrusionOk="0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244409" y="5029378"/>
              <a:ext cx="101" cy="83692"/>
            </a:xfrm>
            <a:custGeom>
              <a:avLst/>
              <a:gdLst/>
              <a:ahLst/>
              <a:cxnLst/>
              <a:rect l="l" t="t" r="r" b="b"/>
              <a:pathLst>
                <a:path w="1" h="828" fill="none" extrusionOk="0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611743" y="5029378"/>
              <a:ext cx="101" cy="83692"/>
            </a:xfrm>
            <a:custGeom>
              <a:avLst/>
              <a:gdLst/>
              <a:ahLst/>
              <a:cxnLst/>
              <a:rect l="l" t="t" r="r" b="b"/>
              <a:pathLst>
                <a:path w="1" h="828" fill="none" extrusionOk="0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535729" y="5029378"/>
              <a:ext cx="101" cy="63376"/>
            </a:xfrm>
            <a:custGeom>
              <a:avLst/>
              <a:gdLst/>
              <a:ahLst/>
              <a:cxnLst/>
              <a:rect l="l" t="t" r="r" b="b"/>
              <a:pathLst>
                <a:path w="1" h="627" fill="none" extrusionOk="0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 rot="5400000" flipH="1">
              <a:off x="1339300" y="4319646"/>
              <a:ext cx="345501" cy="1400147"/>
            </a:xfrm>
            <a:custGeom>
              <a:avLst/>
              <a:gdLst/>
              <a:ahLst/>
              <a:cxnLst/>
              <a:rect l="l" t="t" r="r" b="b"/>
              <a:pathLst>
                <a:path w="1330" h="5390" fill="none" extrusionOk="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01348" y="4418870"/>
              <a:ext cx="486510" cy="486486"/>
            </a:xfrm>
            <a:custGeom>
              <a:avLst/>
              <a:gdLst/>
              <a:ahLst/>
              <a:cxnLst/>
              <a:rect l="l" t="t" r="r" b="b"/>
              <a:pathLst>
                <a:path w="4813" h="4813" fill="none" extrusionOk="0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282416" y="4499934"/>
              <a:ext cx="324374" cy="324358"/>
            </a:xfrm>
            <a:custGeom>
              <a:avLst/>
              <a:gdLst/>
              <a:ahLst/>
              <a:cxnLst/>
              <a:rect l="l" t="t" r="r" b="b"/>
              <a:pathLst>
                <a:path w="3209" h="3209" extrusionOk="0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153233" y="4388445"/>
              <a:ext cx="101" cy="527018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153233" y="4370656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191139" y="4370656"/>
              <a:ext cx="527145" cy="101"/>
            </a:xfrm>
            <a:custGeom>
              <a:avLst/>
              <a:gdLst/>
              <a:ahLst/>
              <a:cxnLst/>
              <a:rect l="l" t="t" r="r" b="b"/>
              <a:pathLst>
                <a:path w="5215" h="1" fill="none" extrusionOk="0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735872" y="4370656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735872" y="4406134"/>
              <a:ext cx="101" cy="527018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79746" y="4297273"/>
              <a:ext cx="732242" cy="729678"/>
            </a:xfrm>
            <a:custGeom>
              <a:avLst/>
              <a:gdLst/>
              <a:ahLst/>
              <a:cxnLst/>
              <a:rect l="l" t="t" r="r" b="b"/>
              <a:pathLst>
                <a:path w="7244" h="7219" fill="none" extrusionOk="0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331917" y="3334954"/>
              <a:ext cx="201068" cy="201068"/>
            </a:xfrm>
            <a:custGeom>
              <a:avLst/>
              <a:gdLst/>
              <a:ahLst/>
              <a:cxnLst/>
              <a:rect l="l" t="t" r="r" b="b"/>
              <a:pathLst>
                <a:path w="1204" h="1204" fill="none" extrusionOk="0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4" name="Google Shape;134;p2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2"/>
            <p:cNvSpPr/>
            <p:nvPr/>
          </p:nvSpPr>
          <p:spPr>
            <a:xfrm>
              <a:off x="553421" y="3371325"/>
              <a:ext cx="163326" cy="921005"/>
            </a:xfrm>
            <a:custGeom>
              <a:avLst/>
              <a:gdLst/>
              <a:ahLst/>
              <a:cxnLst/>
              <a:rect l="l" t="t" r="r" b="b"/>
              <a:pathLst>
                <a:path w="978" h="5515" fill="none" extrusionOk="0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133388" y="3392200"/>
              <a:ext cx="222110" cy="900130"/>
            </a:xfrm>
            <a:custGeom>
              <a:avLst/>
              <a:gdLst/>
              <a:ahLst/>
              <a:cxnLst/>
              <a:rect l="l" t="t" r="r" b="b"/>
              <a:pathLst>
                <a:path w="1330" h="5390" fill="none" extrusionOk="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279842" y="3919750"/>
              <a:ext cx="167" cy="372577"/>
            </a:xfrm>
            <a:custGeom>
              <a:avLst/>
              <a:gdLst/>
              <a:ahLst/>
              <a:cxnLst/>
              <a:rect l="l" t="t" r="r" b="b"/>
              <a:pathLst>
                <a:path w="1" h="2231" fill="none" extrusionOk="0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647217" y="3919750"/>
              <a:ext cx="167" cy="372577"/>
            </a:xfrm>
            <a:custGeom>
              <a:avLst/>
              <a:gdLst/>
              <a:ahLst/>
              <a:cxnLst/>
              <a:rect l="l" t="t" r="r" b="b"/>
              <a:pathLst>
                <a:path w="1" h="2231" fill="none" extrusionOk="0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-64791" y="4659535"/>
              <a:ext cx="144548" cy="101"/>
            </a:xfrm>
            <a:custGeom>
              <a:avLst/>
              <a:gdLst/>
              <a:ahLst/>
              <a:cxnLst/>
              <a:rect l="l" t="t" r="r" b="b"/>
              <a:pathLst>
                <a:path w="1430" h="1" fill="none" extrusionOk="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11223" y="4537939"/>
              <a:ext cx="68534" cy="101"/>
            </a:xfrm>
            <a:custGeom>
              <a:avLst/>
              <a:gdLst/>
              <a:ahLst/>
              <a:cxnLst/>
              <a:rect l="l" t="t" r="r" b="b"/>
              <a:pathLst>
                <a:path w="678" h="1" fill="none" extrusionOk="0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-26784" y="4444139"/>
              <a:ext cx="106541" cy="101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811974" y="4479617"/>
              <a:ext cx="83696" cy="101"/>
            </a:xfrm>
            <a:custGeom>
              <a:avLst/>
              <a:gdLst/>
              <a:ahLst/>
              <a:cxnLst/>
              <a:rect l="l" t="t" r="r" b="b"/>
              <a:pathLst>
                <a:path w="828" h="1" fill="none" extrusionOk="0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811974" y="4555627"/>
              <a:ext cx="63480" cy="101"/>
            </a:xfrm>
            <a:custGeom>
              <a:avLst/>
              <a:gdLst/>
              <a:ahLst/>
              <a:cxnLst/>
              <a:rect l="l" t="t" r="r" b="b"/>
              <a:pathLst>
                <a:path w="628" h="1" fill="none" extrusionOk="0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avLst/>
              <a:gdLst/>
              <a:ahLst/>
              <a:cxnLst/>
              <a:rect l="l" t="t" r="r" b="b"/>
              <a:pathLst>
                <a:path w="1204" h="1204" fill="none" extrusionOk="0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45" name="Google Shape;145;p2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6" name="Google Shape;146;p2"/>
          <p:cNvGrpSpPr/>
          <p:nvPr/>
        </p:nvGrpSpPr>
        <p:grpSpPr>
          <a:xfrm>
            <a:off x="5266248" y="4230494"/>
            <a:ext cx="3157758" cy="296582"/>
            <a:chOff x="5266248" y="4230494"/>
            <a:chExt cx="3157758" cy="296582"/>
          </a:xfrm>
        </p:grpSpPr>
        <p:sp>
          <p:nvSpPr>
            <p:cNvPr id="147" name="Google Shape;147;p2"/>
            <p:cNvSpPr/>
            <p:nvPr/>
          </p:nvSpPr>
          <p:spPr>
            <a:xfrm>
              <a:off x="526624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5459599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5649735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5839743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6029880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6220016" y="4230494"/>
              <a:ext cx="106446" cy="296582"/>
            </a:xfrm>
            <a:custGeom>
              <a:avLst/>
              <a:gdLst/>
              <a:ahLst/>
              <a:cxnLst/>
              <a:rect l="l" t="t" r="r" b="b"/>
              <a:pathLst>
                <a:path w="828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641323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6603375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679351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698364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7176870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7367006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7557143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774715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794050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813063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8320774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4" name="Google Shape;164;p2"/>
          <p:cNvSpPr txBox="1">
            <a:spLocks noGrp="1"/>
          </p:cNvSpPr>
          <p:nvPr>
            <p:ph type="ctrTitle"/>
          </p:nvPr>
        </p:nvSpPr>
        <p:spPr>
          <a:xfrm>
            <a:off x="1009200" y="1741047"/>
            <a:ext cx="7125600" cy="1147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100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65" name="Google Shape;165;p2"/>
          <p:cNvSpPr txBox="1">
            <a:spLocks noGrp="1"/>
          </p:cNvSpPr>
          <p:nvPr>
            <p:ph type="subTitle" idx="1"/>
          </p:nvPr>
        </p:nvSpPr>
        <p:spPr>
          <a:xfrm>
            <a:off x="1009200" y="2888246"/>
            <a:ext cx="7125600" cy="514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>
                <a:solidFill>
                  <a:srgbClr val="00F4AD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166" name="Google Shape;166;p2"/>
          <p:cNvGrpSpPr/>
          <p:nvPr/>
        </p:nvGrpSpPr>
        <p:grpSpPr>
          <a:xfrm>
            <a:off x="207789" y="1295745"/>
            <a:ext cx="552301" cy="552301"/>
            <a:chOff x="1387350" y="1218075"/>
            <a:chExt cx="209300" cy="209300"/>
          </a:xfrm>
        </p:grpSpPr>
        <p:sp>
          <p:nvSpPr>
            <p:cNvPr id="167" name="Google Shape;167;p2"/>
            <p:cNvSpPr/>
            <p:nvPr/>
          </p:nvSpPr>
          <p:spPr>
            <a:xfrm>
              <a:off x="1387350" y="1218075"/>
              <a:ext cx="209300" cy="209300"/>
            </a:xfrm>
            <a:custGeom>
              <a:avLst/>
              <a:gdLst/>
              <a:ahLst/>
              <a:cxnLst/>
              <a:rect l="l" t="t" r="r" b="b"/>
              <a:pathLst>
                <a:path w="8372" h="8372" extrusionOk="0">
                  <a:moveTo>
                    <a:pt x="3860" y="0"/>
                  </a:moveTo>
                  <a:lnTo>
                    <a:pt x="3560" y="727"/>
                  </a:lnTo>
                  <a:cubicBezTo>
                    <a:pt x="3234" y="777"/>
                    <a:pt x="2908" y="877"/>
                    <a:pt x="2632" y="1028"/>
                  </a:cubicBezTo>
                  <a:lnTo>
                    <a:pt x="1956" y="652"/>
                  </a:lnTo>
                  <a:cubicBezTo>
                    <a:pt x="1605" y="877"/>
                    <a:pt x="1279" y="1153"/>
                    <a:pt x="1003" y="1454"/>
                  </a:cubicBezTo>
                  <a:lnTo>
                    <a:pt x="1279" y="2181"/>
                  </a:lnTo>
                  <a:cubicBezTo>
                    <a:pt x="1103" y="2456"/>
                    <a:pt x="953" y="2757"/>
                    <a:pt x="853" y="3058"/>
                  </a:cubicBezTo>
                  <a:lnTo>
                    <a:pt x="101" y="3258"/>
                  </a:lnTo>
                  <a:cubicBezTo>
                    <a:pt x="26" y="3559"/>
                    <a:pt x="1" y="3860"/>
                    <a:pt x="1" y="4186"/>
                  </a:cubicBezTo>
                  <a:cubicBezTo>
                    <a:pt x="1" y="4286"/>
                    <a:pt x="1" y="4411"/>
                    <a:pt x="26" y="4512"/>
                  </a:cubicBezTo>
                  <a:lnTo>
                    <a:pt x="728" y="4812"/>
                  </a:lnTo>
                  <a:cubicBezTo>
                    <a:pt x="778" y="5163"/>
                    <a:pt x="878" y="5464"/>
                    <a:pt x="1028" y="5765"/>
                  </a:cubicBezTo>
                  <a:lnTo>
                    <a:pt x="652" y="6441"/>
                  </a:lnTo>
                  <a:cubicBezTo>
                    <a:pt x="878" y="6792"/>
                    <a:pt x="1154" y="7093"/>
                    <a:pt x="1454" y="7369"/>
                  </a:cubicBezTo>
                  <a:lnTo>
                    <a:pt x="2181" y="7093"/>
                  </a:lnTo>
                  <a:cubicBezTo>
                    <a:pt x="2457" y="7268"/>
                    <a:pt x="2758" y="7419"/>
                    <a:pt x="3058" y="7519"/>
                  </a:cubicBezTo>
                  <a:lnTo>
                    <a:pt x="3284" y="8271"/>
                  </a:lnTo>
                  <a:cubicBezTo>
                    <a:pt x="3560" y="8346"/>
                    <a:pt x="3885" y="8371"/>
                    <a:pt x="4186" y="8371"/>
                  </a:cubicBezTo>
                  <a:lnTo>
                    <a:pt x="4512" y="8371"/>
                  </a:lnTo>
                  <a:lnTo>
                    <a:pt x="4838" y="7644"/>
                  </a:lnTo>
                  <a:cubicBezTo>
                    <a:pt x="5164" y="7594"/>
                    <a:pt x="5464" y="7494"/>
                    <a:pt x="5765" y="7344"/>
                  </a:cubicBezTo>
                  <a:lnTo>
                    <a:pt x="6442" y="7720"/>
                  </a:lnTo>
                  <a:cubicBezTo>
                    <a:pt x="6793" y="7519"/>
                    <a:pt x="7093" y="7243"/>
                    <a:pt x="7369" y="6918"/>
                  </a:cubicBezTo>
                  <a:lnTo>
                    <a:pt x="7093" y="6191"/>
                  </a:lnTo>
                  <a:cubicBezTo>
                    <a:pt x="7269" y="5915"/>
                    <a:pt x="7419" y="5639"/>
                    <a:pt x="7545" y="5314"/>
                  </a:cubicBezTo>
                  <a:lnTo>
                    <a:pt x="8271" y="5113"/>
                  </a:lnTo>
                  <a:cubicBezTo>
                    <a:pt x="8347" y="4812"/>
                    <a:pt x="8372" y="4512"/>
                    <a:pt x="8372" y="4186"/>
                  </a:cubicBezTo>
                  <a:cubicBezTo>
                    <a:pt x="8372" y="4085"/>
                    <a:pt x="8372" y="3985"/>
                    <a:pt x="8372" y="3860"/>
                  </a:cubicBezTo>
                  <a:lnTo>
                    <a:pt x="7670" y="3559"/>
                  </a:lnTo>
                  <a:cubicBezTo>
                    <a:pt x="7595" y="3233"/>
                    <a:pt x="7494" y="2907"/>
                    <a:pt x="7344" y="2632"/>
                  </a:cubicBezTo>
                  <a:lnTo>
                    <a:pt x="7745" y="1955"/>
                  </a:lnTo>
                  <a:cubicBezTo>
                    <a:pt x="7520" y="1604"/>
                    <a:pt x="7244" y="1278"/>
                    <a:pt x="6918" y="1003"/>
                  </a:cubicBezTo>
                  <a:lnTo>
                    <a:pt x="6191" y="1278"/>
                  </a:lnTo>
                  <a:cubicBezTo>
                    <a:pt x="5941" y="1103"/>
                    <a:pt x="5640" y="953"/>
                    <a:pt x="5314" y="852"/>
                  </a:cubicBezTo>
                  <a:lnTo>
                    <a:pt x="5114" y="100"/>
                  </a:lnTo>
                  <a:cubicBezTo>
                    <a:pt x="4813" y="25"/>
                    <a:pt x="4512" y="0"/>
                    <a:pt x="4186" y="0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1387350" y="1218075"/>
              <a:ext cx="209300" cy="209300"/>
            </a:xfrm>
            <a:custGeom>
              <a:avLst/>
              <a:gdLst/>
              <a:ahLst/>
              <a:cxnLst/>
              <a:rect l="l" t="t" r="r" b="b"/>
              <a:pathLst>
                <a:path w="8372" h="8372" fill="none" extrusionOk="0">
                  <a:moveTo>
                    <a:pt x="8372" y="4186"/>
                  </a:moveTo>
                  <a:cubicBezTo>
                    <a:pt x="8372" y="4512"/>
                    <a:pt x="8347" y="4812"/>
                    <a:pt x="8271" y="5113"/>
                  </a:cubicBezTo>
                  <a:lnTo>
                    <a:pt x="7545" y="5314"/>
                  </a:lnTo>
                  <a:cubicBezTo>
                    <a:pt x="7419" y="5639"/>
                    <a:pt x="7269" y="5915"/>
                    <a:pt x="7093" y="6191"/>
                  </a:cubicBezTo>
                  <a:lnTo>
                    <a:pt x="7369" y="6918"/>
                  </a:lnTo>
                  <a:cubicBezTo>
                    <a:pt x="7093" y="7243"/>
                    <a:pt x="6793" y="7519"/>
                    <a:pt x="6442" y="7720"/>
                  </a:cubicBezTo>
                  <a:lnTo>
                    <a:pt x="5765" y="7344"/>
                  </a:lnTo>
                  <a:cubicBezTo>
                    <a:pt x="5464" y="7494"/>
                    <a:pt x="5164" y="7594"/>
                    <a:pt x="4838" y="7644"/>
                  </a:cubicBezTo>
                  <a:lnTo>
                    <a:pt x="4512" y="8371"/>
                  </a:lnTo>
                  <a:cubicBezTo>
                    <a:pt x="4412" y="8371"/>
                    <a:pt x="4312" y="8371"/>
                    <a:pt x="4186" y="8371"/>
                  </a:cubicBezTo>
                  <a:cubicBezTo>
                    <a:pt x="3885" y="8371"/>
                    <a:pt x="3560" y="8346"/>
                    <a:pt x="3284" y="8271"/>
                  </a:cubicBezTo>
                  <a:lnTo>
                    <a:pt x="3058" y="7519"/>
                  </a:lnTo>
                  <a:cubicBezTo>
                    <a:pt x="2758" y="7419"/>
                    <a:pt x="2457" y="7268"/>
                    <a:pt x="2181" y="7093"/>
                  </a:cubicBezTo>
                  <a:lnTo>
                    <a:pt x="1454" y="7369"/>
                  </a:lnTo>
                  <a:cubicBezTo>
                    <a:pt x="1154" y="7093"/>
                    <a:pt x="878" y="6792"/>
                    <a:pt x="652" y="6441"/>
                  </a:cubicBezTo>
                  <a:lnTo>
                    <a:pt x="1028" y="5765"/>
                  </a:lnTo>
                  <a:cubicBezTo>
                    <a:pt x="878" y="5464"/>
                    <a:pt x="778" y="5163"/>
                    <a:pt x="728" y="4812"/>
                  </a:cubicBezTo>
                  <a:lnTo>
                    <a:pt x="26" y="4512"/>
                  </a:lnTo>
                  <a:cubicBezTo>
                    <a:pt x="1" y="4411"/>
                    <a:pt x="1" y="4286"/>
                    <a:pt x="1" y="4186"/>
                  </a:cubicBezTo>
                  <a:cubicBezTo>
                    <a:pt x="1" y="3860"/>
                    <a:pt x="26" y="3559"/>
                    <a:pt x="101" y="3258"/>
                  </a:cubicBezTo>
                  <a:lnTo>
                    <a:pt x="853" y="3058"/>
                  </a:lnTo>
                  <a:cubicBezTo>
                    <a:pt x="953" y="2757"/>
                    <a:pt x="1103" y="2456"/>
                    <a:pt x="1279" y="2181"/>
                  </a:cubicBezTo>
                  <a:lnTo>
                    <a:pt x="1003" y="1454"/>
                  </a:lnTo>
                  <a:cubicBezTo>
                    <a:pt x="1279" y="1153"/>
                    <a:pt x="1605" y="877"/>
                    <a:pt x="1956" y="652"/>
                  </a:cubicBezTo>
                  <a:lnTo>
                    <a:pt x="2632" y="1028"/>
                  </a:lnTo>
                  <a:cubicBezTo>
                    <a:pt x="2908" y="877"/>
                    <a:pt x="3234" y="777"/>
                    <a:pt x="3560" y="727"/>
                  </a:cubicBezTo>
                  <a:lnTo>
                    <a:pt x="3860" y="0"/>
                  </a:lnTo>
                  <a:cubicBezTo>
                    <a:pt x="3986" y="0"/>
                    <a:pt x="4086" y="0"/>
                    <a:pt x="4186" y="0"/>
                  </a:cubicBezTo>
                  <a:cubicBezTo>
                    <a:pt x="4512" y="0"/>
                    <a:pt x="4813" y="25"/>
                    <a:pt x="5114" y="100"/>
                  </a:cubicBezTo>
                  <a:lnTo>
                    <a:pt x="5314" y="852"/>
                  </a:lnTo>
                  <a:cubicBezTo>
                    <a:pt x="5640" y="953"/>
                    <a:pt x="5941" y="1103"/>
                    <a:pt x="6191" y="1278"/>
                  </a:cubicBezTo>
                  <a:lnTo>
                    <a:pt x="6918" y="1003"/>
                  </a:lnTo>
                  <a:cubicBezTo>
                    <a:pt x="7244" y="1278"/>
                    <a:pt x="7520" y="1604"/>
                    <a:pt x="7745" y="1955"/>
                  </a:cubicBezTo>
                  <a:lnTo>
                    <a:pt x="7344" y="2632"/>
                  </a:lnTo>
                  <a:cubicBezTo>
                    <a:pt x="7494" y="2907"/>
                    <a:pt x="7595" y="3233"/>
                    <a:pt x="7670" y="3559"/>
                  </a:cubicBezTo>
                  <a:lnTo>
                    <a:pt x="8372" y="3860"/>
                  </a:lnTo>
                  <a:cubicBezTo>
                    <a:pt x="8372" y="3985"/>
                    <a:pt x="8372" y="4085"/>
                    <a:pt x="8372" y="4186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1431850" y="1262550"/>
              <a:ext cx="120325" cy="120325"/>
            </a:xfrm>
            <a:custGeom>
              <a:avLst/>
              <a:gdLst/>
              <a:ahLst/>
              <a:cxnLst/>
              <a:rect l="l" t="t" r="r" b="b"/>
              <a:pathLst>
                <a:path w="4813" h="4813" extrusionOk="0">
                  <a:moveTo>
                    <a:pt x="2406" y="1"/>
                  </a:moveTo>
                  <a:cubicBezTo>
                    <a:pt x="1078" y="1"/>
                    <a:pt x="0" y="1078"/>
                    <a:pt x="0" y="2407"/>
                  </a:cubicBezTo>
                  <a:cubicBezTo>
                    <a:pt x="0" y="3735"/>
                    <a:pt x="1078" y="4813"/>
                    <a:pt x="2406" y="4813"/>
                  </a:cubicBezTo>
                  <a:cubicBezTo>
                    <a:pt x="3735" y="4813"/>
                    <a:pt x="4812" y="3735"/>
                    <a:pt x="4812" y="2407"/>
                  </a:cubicBezTo>
                  <a:cubicBezTo>
                    <a:pt x="4812" y="1078"/>
                    <a:pt x="3735" y="1"/>
                    <a:pt x="2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1451275" y="1281975"/>
              <a:ext cx="81475" cy="81475"/>
            </a:xfrm>
            <a:custGeom>
              <a:avLst/>
              <a:gdLst/>
              <a:ahLst/>
              <a:cxnLst/>
              <a:rect l="l" t="t" r="r" b="b"/>
              <a:pathLst>
                <a:path w="3259" h="3259" fill="none" extrusionOk="0">
                  <a:moveTo>
                    <a:pt x="3258" y="1630"/>
                  </a:moveTo>
                  <a:cubicBezTo>
                    <a:pt x="3258" y="2532"/>
                    <a:pt x="2531" y="3259"/>
                    <a:pt x="1629" y="3259"/>
                  </a:cubicBezTo>
                  <a:cubicBezTo>
                    <a:pt x="727" y="3259"/>
                    <a:pt x="0" y="2532"/>
                    <a:pt x="0" y="1630"/>
                  </a:cubicBezTo>
                  <a:cubicBezTo>
                    <a:pt x="0" y="727"/>
                    <a:pt x="727" y="1"/>
                    <a:pt x="1629" y="1"/>
                  </a:cubicBezTo>
                  <a:cubicBezTo>
                    <a:pt x="2531" y="1"/>
                    <a:pt x="3258" y="727"/>
                    <a:pt x="3258" y="1630"/>
                  </a:cubicBezTo>
                  <a:close/>
                </a:path>
              </a:pathLst>
            </a:custGeom>
            <a:solidFill>
              <a:srgbClr val="0F3570"/>
            </a:solidFill>
            <a:ln w="9525" cap="flat" cmpd="sng">
              <a:solidFill>
                <a:schemeClr val="dk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" name="Google Shape;172;p3"/>
          <p:cNvGrpSpPr/>
          <p:nvPr/>
        </p:nvGrpSpPr>
        <p:grpSpPr>
          <a:xfrm>
            <a:off x="-3091593" y="-2017662"/>
            <a:ext cx="7908519" cy="3095522"/>
            <a:chOff x="-3091593" y="-1484262"/>
            <a:chExt cx="7908519" cy="3095522"/>
          </a:xfrm>
        </p:grpSpPr>
        <p:grpSp>
          <p:nvGrpSpPr>
            <p:cNvPr id="173" name="Google Shape;173;p3"/>
            <p:cNvGrpSpPr/>
            <p:nvPr/>
          </p:nvGrpSpPr>
          <p:grpSpPr>
            <a:xfrm>
              <a:off x="-3091593" y="-1484262"/>
              <a:ext cx="7884347" cy="3095522"/>
              <a:chOff x="-3091593" y="-1484262"/>
              <a:chExt cx="7884347" cy="3095522"/>
            </a:xfrm>
          </p:grpSpPr>
          <p:sp>
            <p:nvSpPr>
              <p:cNvPr id="174" name="Google Shape;174;p3"/>
              <p:cNvSpPr/>
              <p:nvPr/>
            </p:nvSpPr>
            <p:spPr>
              <a:xfrm rot="10800000">
                <a:off x="-3091593" y="-453301"/>
                <a:ext cx="5466211" cy="1127132"/>
              </a:xfrm>
              <a:custGeom>
                <a:avLst/>
                <a:gdLst/>
                <a:ahLst/>
                <a:cxnLst/>
                <a:rect l="l" t="t" r="r" b="b"/>
                <a:pathLst>
                  <a:path w="206136" h="44419" extrusionOk="0">
                    <a:moveTo>
                      <a:pt x="183" y="0"/>
                    </a:moveTo>
                    <a:cubicBezTo>
                      <a:pt x="91" y="0"/>
                      <a:pt x="0" y="92"/>
                      <a:pt x="0" y="206"/>
                    </a:cubicBezTo>
                    <a:cubicBezTo>
                      <a:pt x="0" y="297"/>
                      <a:pt x="91" y="388"/>
                      <a:pt x="183" y="388"/>
                    </a:cubicBezTo>
                    <a:lnTo>
                      <a:pt x="31887" y="388"/>
                    </a:lnTo>
                    <a:lnTo>
                      <a:pt x="54507" y="23031"/>
                    </a:lnTo>
                    <a:lnTo>
                      <a:pt x="101870" y="23031"/>
                    </a:lnTo>
                    <a:lnTo>
                      <a:pt x="123257" y="44418"/>
                    </a:lnTo>
                    <a:lnTo>
                      <a:pt x="205930" y="44418"/>
                    </a:lnTo>
                    <a:cubicBezTo>
                      <a:pt x="206044" y="44418"/>
                      <a:pt x="206136" y="44327"/>
                      <a:pt x="206136" y="44213"/>
                    </a:cubicBezTo>
                    <a:cubicBezTo>
                      <a:pt x="206136" y="44122"/>
                      <a:pt x="206044" y="44030"/>
                      <a:pt x="205930" y="44030"/>
                    </a:cubicBezTo>
                    <a:lnTo>
                      <a:pt x="123417" y="44030"/>
                    </a:lnTo>
                    <a:lnTo>
                      <a:pt x="102029" y="22643"/>
                    </a:lnTo>
                    <a:lnTo>
                      <a:pt x="54667" y="22643"/>
                    </a:lnTo>
                    <a:lnTo>
                      <a:pt x="3202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3"/>
              <p:cNvSpPr/>
              <p:nvPr/>
            </p:nvSpPr>
            <p:spPr>
              <a:xfrm rot="10800000">
                <a:off x="-2488881" y="58715"/>
                <a:ext cx="6303378" cy="1490426"/>
              </a:xfrm>
              <a:custGeom>
                <a:avLst/>
                <a:gdLst/>
                <a:ahLst/>
                <a:cxnLst/>
                <a:rect l="l" t="t" r="r" b="b"/>
                <a:pathLst>
                  <a:path w="248409" h="58736" extrusionOk="0">
                    <a:moveTo>
                      <a:pt x="248203" y="1"/>
                    </a:moveTo>
                    <a:cubicBezTo>
                      <a:pt x="248151" y="1"/>
                      <a:pt x="248100" y="18"/>
                      <a:pt x="248066" y="52"/>
                    </a:cubicBezTo>
                    <a:lnTo>
                      <a:pt x="196663" y="51455"/>
                    </a:lnTo>
                    <a:lnTo>
                      <a:pt x="175778" y="51455"/>
                    </a:lnTo>
                    <a:lnTo>
                      <a:pt x="155760" y="31460"/>
                    </a:lnTo>
                    <a:lnTo>
                      <a:pt x="121112" y="31460"/>
                    </a:lnTo>
                    <a:lnTo>
                      <a:pt x="94200" y="58371"/>
                    </a:lnTo>
                    <a:lnTo>
                      <a:pt x="183" y="58371"/>
                    </a:lnTo>
                    <a:cubicBezTo>
                      <a:pt x="92" y="58371"/>
                      <a:pt x="0" y="58439"/>
                      <a:pt x="0" y="58553"/>
                    </a:cubicBezTo>
                    <a:cubicBezTo>
                      <a:pt x="0" y="58645"/>
                      <a:pt x="92" y="58736"/>
                      <a:pt x="183" y="58736"/>
                    </a:cubicBezTo>
                    <a:lnTo>
                      <a:pt x="94360" y="58736"/>
                    </a:lnTo>
                    <a:lnTo>
                      <a:pt x="121248" y="31848"/>
                    </a:lnTo>
                    <a:lnTo>
                      <a:pt x="155623" y="31848"/>
                    </a:lnTo>
                    <a:lnTo>
                      <a:pt x="175618" y="51843"/>
                    </a:lnTo>
                    <a:lnTo>
                      <a:pt x="196823" y="51843"/>
                    </a:lnTo>
                    <a:lnTo>
                      <a:pt x="248340" y="326"/>
                    </a:lnTo>
                    <a:cubicBezTo>
                      <a:pt x="248408" y="235"/>
                      <a:pt x="248408" y="121"/>
                      <a:pt x="248340" y="52"/>
                    </a:cubicBezTo>
                    <a:cubicBezTo>
                      <a:pt x="248306" y="18"/>
                      <a:pt x="248254" y="1"/>
                      <a:pt x="2482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3"/>
              <p:cNvSpPr/>
              <p:nvPr/>
            </p:nvSpPr>
            <p:spPr>
              <a:xfrm rot="10800000">
                <a:off x="-2860727" y="-1484262"/>
                <a:ext cx="6393739" cy="1984325"/>
              </a:xfrm>
              <a:custGeom>
                <a:avLst/>
                <a:gdLst/>
                <a:ahLst/>
                <a:cxnLst/>
                <a:rect l="l" t="t" r="r" b="b"/>
                <a:pathLst>
                  <a:path w="251970" h="78200" extrusionOk="0">
                    <a:moveTo>
                      <a:pt x="389" y="0"/>
                    </a:moveTo>
                    <a:cubicBezTo>
                      <a:pt x="160" y="0"/>
                      <a:pt x="1" y="183"/>
                      <a:pt x="1" y="388"/>
                    </a:cubicBezTo>
                    <a:cubicBezTo>
                      <a:pt x="1" y="593"/>
                      <a:pt x="160" y="776"/>
                      <a:pt x="389" y="776"/>
                    </a:cubicBezTo>
                    <a:lnTo>
                      <a:pt x="66217" y="776"/>
                    </a:lnTo>
                    <a:lnTo>
                      <a:pt x="89179" y="23738"/>
                    </a:lnTo>
                    <a:lnTo>
                      <a:pt x="125197" y="23738"/>
                    </a:lnTo>
                    <a:lnTo>
                      <a:pt x="179659" y="78199"/>
                    </a:lnTo>
                    <a:lnTo>
                      <a:pt x="251581" y="78199"/>
                    </a:lnTo>
                    <a:cubicBezTo>
                      <a:pt x="251787" y="78199"/>
                      <a:pt x="251969" y="78040"/>
                      <a:pt x="251969" y="77834"/>
                    </a:cubicBezTo>
                    <a:cubicBezTo>
                      <a:pt x="251969" y="77606"/>
                      <a:pt x="251787" y="77446"/>
                      <a:pt x="251581" y="77446"/>
                    </a:cubicBezTo>
                    <a:lnTo>
                      <a:pt x="179978" y="77446"/>
                    </a:lnTo>
                    <a:lnTo>
                      <a:pt x="125517" y="22962"/>
                    </a:lnTo>
                    <a:lnTo>
                      <a:pt x="89499" y="22962"/>
                    </a:lnTo>
                    <a:lnTo>
                      <a:pt x="665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3"/>
              <p:cNvSpPr/>
              <p:nvPr/>
            </p:nvSpPr>
            <p:spPr>
              <a:xfrm rot="10800000">
                <a:off x="-1953114" y="264887"/>
                <a:ext cx="4762126" cy="1309020"/>
              </a:xfrm>
              <a:custGeom>
                <a:avLst/>
                <a:gdLst/>
                <a:ahLst/>
                <a:cxnLst/>
                <a:rect l="l" t="t" r="r" b="b"/>
                <a:pathLst>
                  <a:path w="187670" h="51587" extrusionOk="0">
                    <a:moveTo>
                      <a:pt x="187453" y="1"/>
                    </a:moveTo>
                    <a:cubicBezTo>
                      <a:pt x="187407" y="1"/>
                      <a:pt x="187362" y="24"/>
                      <a:pt x="187327" y="69"/>
                    </a:cubicBezTo>
                    <a:lnTo>
                      <a:pt x="143594" y="43780"/>
                    </a:lnTo>
                    <a:lnTo>
                      <a:pt x="103992" y="43780"/>
                    </a:lnTo>
                    <a:lnTo>
                      <a:pt x="87444" y="27232"/>
                    </a:lnTo>
                    <a:lnTo>
                      <a:pt x="46838" y="27232"/>
                    </a:lnTo>
                    <a:lnTo>
                      <a:pt x="22871" y="51198"/>
                    </a:lnTo>
                    <a:lnTo>
                      <a:pt x="183" y="51198"/>
                    </a:lnTo>
                    <a:cubicBezTo>
                      <a:pt x="91" y="51198"/>
                      <a:pt x="0" y="51289"/>
                      <a:pt x="0" y="51403"/>
                    </a:cubicBezTo>
                    <a:cubicBezTo>
                      <a:pt x="0" y="51495"/>
                      <a:pt x="91" y="51586"/>
                      <a:pt x="183" y="51586"/>
                    </a:cubicBezTo>
                    <a:lnTo>
                      <a:pt x="23031" y="51586"/>
                    </a:lnTo>
                    <a:lnTo>
                      <a:pt x="46997" y="27620"/>
                    </a:lnTo>
                    <a:lnTo>
                      <a:pt x="87284" y="27620"/>
                    </a:lnTo>
                    <a:lnTo>
                      <a:pt x="103833" y="44168"/>
                    </a:lnTo>
                    <a:lnTo>
                      <a:pt x="143754" y="44168"/>
                    </a:lnTo>
                    <a:lnTo>
                      <a:pt x="187579" y="321"/>
                    </a:lnTo>
                    <a:cubicBezTo>
                      <a:pt x="187670" y="252"/>
                      <a:pt x="187670" y="138"/>
                      <a:pt x="187579" y="69"/>
                    </a:cubicBezTo>
                    <a:cubicBezTo>
                      <a:pt x="187544" y="24"/>
                      <a:pt x="187499" y="1"/>
                      <a:pt x="1874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3"/>
              <p:cNvSpPr/>
              <p:nvPr/>
            </p:nvSpPr>
            <p:spPr>
              <a:xfrm rot="10800000">
                <a:off x="-55114" y="833084"/>
                <a:ext cx="3182685" cy="778175"/>
              </a:xfrm>
              <a:custGeom>
                <a:avLst/>
                <a:gdLst/>
                <a:ahLst/>
                <a:cxnLst/>
                <a:rect l="l" t="t" r="r" b="b"/>
                <a:pathLst>
                  <a:path w="125426" h="30667" extrusionOk="0">
                    <a:moveTo>
                      <a:pt x="125014" y="1"/>
                    </a:moveTo>
                    <a:cubicBezTo>
                      <a:pt x="124917" y="1"/>
                      <a:pt x="124820" y="35"/>
                      <a:pt x="124741" y="103"/>
                    </a:cubicBezTo>
                    <a:lnTo>
                      <a:pt x="111936" y="12931"/>
                    </a:lnTo>
                    <a:lnTo>
                      <a:pt x="47020" y="12931"/>
                    </a:lnTo>
                    <a:lnTo>
                      <a:pt x="30016" y="29913"/>
                    </a:lnTo>
                    <a:lnTo>
                      <a:pt x="388" y="29913"/>
                    </a:lnTo>
                    <a:cubicBezTo>
                      <a:pt x="160" y="29913"/>
                      <a:pt x="0" y="30073"/>
                      <a:pt x="0" y="30301"/>
                    </a:cubicBezTo>
                    <a:cubicBezTo>
                      <a:pt x="0" y="30507"/>
                      <a:pt x="160" y="30666"/>
                      <a:pt x="388" y="30666"/>
                    </a:cubicBezTo>
                    <a:lnTo>
                      <a:pt x="30335" y="30666"/>
                    </a:lnTo>
                    <a:lnTo>
                      <a:pt x="47340" y="13685"/>
                    </a:lnTo>
                    <a:lnTo>
                      <a:pt x="112255" y="13685"/>
                    </a:lnTo>
                    <a:lnTo>
                      <a:pt x="125288" y="651"/>
                    </a:lnTo>
                    <a:cubicBezTo>
                      <a:pt x="125425" y="514"/>
                      <a:pt x="125425" y="263"/>
                      <a:pt x="125288" y="103"/>
                    </a:cubicBezTo>
                    <a:cubicBezTo>
                      <a:pt x="125208" y="35"/>
                      <a:pt x="125111" y="1"/>
                      <a:pt x="1250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3"/>
              <p:cNvSpPr/>
              <p:nvPr/>
            </p:nvSpPr>
            <p:spPr>
              <a:xfrm rot="10800000">
                <a:off x="2654352" y="663960"/>
                <a:ext cx="2054994" cy="401407"/>
              </a:xfrm>
              <a:custGeom>
                <a:avLst/>
                <a:gdLst/>
                <a:ahLst/>
                <a:cxnLst/>
                <a:rect l="l" t="t" r="r" b="b"/>
                <a:pathLst>
                  <a:path w="80985" h="15819" extrusionOk="0">
                    <a:moveTo>
                      <a:pt x="206" y="1"/>
                    </a:moveTo>
                    <a:cubicBezTo>
                      <a:pt x="92" y="1"/>
                      <a:pt x="0" y="92"/>
                      <a:pt x="0" y="183"/>
                    </a:cubicBezTo>
                    <a:cubicBezTo>
                      <a:pt x="0" y="297"/>
                      <a:pt x="92" y="389"/>
                      <a:pt x="206" y="389"/>
                    </a:cubicBezTo>
                    <a:lnTo>
                      <a:pt x="37297" y="389"/>
                    </a:lnTo>
                    <a:lnTo>
                      <a:pt x="52750" y="15818"/>
                    </a:lnTo>
                    <a:lnTo>
                      <a:pt x="80779" y="15818"/>
                    </a:lnTo>
                    <a:cubicBezTo>
                      <a:pt x="80893" y="15818"/>
                      <a:pt x="80985" y="15727"/>
                      <a:pt x="80985" y="15636"/>
                    </a:cubicBezTo>
                    <a:cubicBezTo>
                      <a:pt x="80985" y="15522"/>
                      <a:pt x="80893" y="15430"/>
                      <a:pt x="80779" y="15430"/>
                    </a:cubicBezTo>
                    <a:lnTo>
                      <a:pt x="52909" y="15430"/>
                    </a:lnTo>
                    <a:lnTo>
                      <a:pt x="3745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3"/>
              <p:cNvSpPr/>
              <p:nvPr/>
            </p:nvSpPr>
            <p:spPr>
              <a:xfrm rot="10800000">
                <a:off x="3113081" y="264887"/>
                <a:ext cx="1679673" cy="520720"/>
              </a:xfrm>
              <a:custGeom>
                <a:avLst/>
                <a:gdLst/>
                <a:ahLst/>
                <a:cxnLst/>
                <a:rect l="l" t="t" r="r" b="b"/>
                <a:pathLst>
                  <a:path w="66194" h="20521" extrusionOk="0">
                    <a:moveTo>
                      <a:pt x="183" y="0"/>
                    </a:moveTo>
                    <a:cubicBezTo>
                      <a:pt x="92" y="0"/>
                      <a:pt x="1" y="91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5245" y="388"/>
                    </a:lnTo>
                    <a:lnTo>
                      <a:pt x="45377" y="20520"/>
                    </a:lnTo>
                    <a:lnTo>
                      <a:pt x="66011" y="20520"/>
                    </a:lnTo>
                    <a:cubicBezTo>
                      <a:pt x="66103" y="20520"/>
                      <a:pt x="66194" y="20429"/>
                      <a:pt x="66194" y="20337"/>
                    </a:cubicBezTo>
                    <a:cubicBezTo>
                      <a:pt x="66194" y="20223"/>
                      <a:pt x="66103" y="20132"/>
                      <a:pt x="66011" y="20132"/>
                    </a:cubicBezTo>
                    <a:lnTo>
                      <a:pt x="45537" y="20132"/>
                    </a:lnTo>
                    <a:lnTo>
                      <a:pt x="25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3"/>
              <p:cNvSpPr/>
              <p:nvPr/>
            </p:nvSpPr>
            <p:spPr>
              <a:xfrm rot="10800000">
                <a:off x="3798841" y="59274"/>
                <a:ext cx="993913" cy="458755"/>
              </a:xfrm>
              <a:custGeom>
                <a:avLst/>
                <a:gdLst/>
                <a:ahLst/>
                <a:cxnLst/>
                <a:rect l="l" t="t" r="r" b="b"/>
                <a:pathLst>
                  <a:path w="39169" h="18079" extrusionOk="0">
                    <a:moveTo>
                      <a:pt x="183" y="0"/>
                    </a:moveTo>
                    <a:cubicBezTo>
                      <a:pt x="92" y="0"/>
                      <a:pt x="1" y="92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1182" y="388"/>
                    </a:lnTo>
                    <a:lnTo>
                      <a:pt x="38826" y="18010"/>
                    </a:lnTo>
                    <a:cubicBezTo>
                      <a:pt x="38849" y="18055"/>
                      <a:pt x="38895" y="18078"/>
                      <a:pt x="38940" y="18078"/>
                    </a:cubicBezTo>
                    <a:cubicBezTo>
                      <a:pt x="39009" y="18078"/>
                      <a:pt x="39055" y="18055"/>
                      <a:pt x="39077" y="18010"/>
                    </a:cubicBezTo>
                    <a:cubicBezTo>
                      <a:pt x="39169" y="17941"/>
                      <a:pt x="39169" y="17827"/>
                      <a:pt x="39077" y="17736"/>
                    </a:cubicBezTo>
                    <a:lnTo>
                      <a:pt x="2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3"/>
              <p:cNvSpPr/>
              <p:nvPr/>
            </p:nvSpPr>
            <p:spPr>
              <a:xfrm rot="10800000">
                <a:off x="394353" y="672080"/>
                <a:ext cx="136695" cy="13669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5387" extrusionOk="0">
                    <a:moveTo>
                      <a:pt x="2694" y="388"/>
                    </a:moveTo>
                    <a:cubicBezTo>
                      <a:pt x="3972" y="388"/>
                      <a:pt x="5022" y="1415"/>
                      <a:pt x="5022" y="2694"/>
                    </a:cubicBezTo>
                    <a:cubicBezTo>
                      <a:pt x="5022" y="3972"/>
                      <a:pt x="3972" y="4999"/>
                      <a:pt x="2694" y="4999"/>
                    </a:cubicBezTo>
                    <a:cubicBezTo>
                      <a:pt x="1415" y="4999"/>
                      <a:pt x="388" y="3972"/>
                      <a:pt x="388" y="2694"/>
                    </a:cubicBezTo>
                    <a:cubicBezTo>
                      <a:pt x="388" y="1415"/>
                      <a:pt x="1415" y="388"/>
                      <a:pt x="2694" y="388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7"/>
                      <a:pt x="1210" y="5387"/>
                      <a:pt x="2694" y="5387"/>
                    </a:cubicBezTo>
                    <a:cubicBezTo>
                      <a:pt x="4177" y="5387"/>
                      <a:pt x="5387" y="4177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3"/>
              <p:cNvSpPr/>
              <p:nvPr/>
            </p:nvSpPr>
            <p:spPr>
              <a:xfrm rot="10800000">
                <a:off x="418079" y="695805"/>
                <a:ext cx="88660" cy="89244"/>
              </a:xfrm>
              <a:custGeom>
                <a:avLst/>
                <a:gdLst/>
                <a:ahLst/>
                <a:cxnLst/>
                <a:rect l="l" t="t" r="r" b="b"/>
                <a:pathLst>
                  <a:path w="3494" h="3517" extrusionOk="0">
                    <a:moveTo>
                      <a:pt x="1736" y="1"/>
                    </a:moveTo>
                    <a:cubicBezTo>
                      <a:pt x="777" y="1"/>
                      <a:pt x="1" y="800"/>
                      <a:pt x="1" y="1759"/>
                    </a:cubicBezTo>
                    <a:cubicBezTo>
                      <a:pt x="1" y="2717"/>
                      <a:pt x="777" y="3516"/>
                      <a:pt x="1736" y="3516"/>
                    </a:cubicBezTo>
                    <a:cubicBezTo>
                      <a:pt x="2717" y="3516"/>
                      <a:pt x="3493" y="2717"/>
                      <a:pt x="3493" y="1759"/>
                    </a:cubicBezTo>
                    <a:cubicBezTo>
                      <a:pt x="3493" y="800"/>
                      <a:pt x="2717" y="1"/>
                      <a:pt x="17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3"/>
              <p:cNvSpPr/>
              <p:nvPr/>
            </p:nvSpPr>
            <p:spPr>
              <a:xfrm rot="10800000">
                <a:off x="2364747" y="600243"/>
                <a:ext cx="136721" cy="136721"/>
              </a:xfrm>
              <a:custGeom>
                <a:avLst/>
                <a:gdLst/>
                <a:ahLst/>
                <a:cxnLst/>
                <a:rect l="l" t="t" r="r" b="b"/>
                <a:pathLst>
                  <a:path w="5388" h="5388" extrusionOk="0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2"/>
                      <a:pt x="3972" y="4999"/>
                      <a:pt x="2694" y="4999"/>
                    </a:cubicBezTo>
                    <a:cubicBezTo>
                      <a:pt x="1416" y="4999"/>
                      <a:pt x="366" y="3972"/>
                      <a:pt x="366" y="2694"/>
                    </a:cubicBezTo>
                    <a:cubicBezTo>
                      <a:pt x="366" y="1416"/>
                      <a:pt x="1416" y="366"/>
                      <a:pt x="2694" y="366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3"/>
              <p:cNvSpPr/>
              <p:nvPr/>
            </p:nvSpPr>
            <p:spPr>
              <a:xfrm rot="10800000">
                <a:off x="2389082" y="623994"/>
                <a:ext cx="88635" cy="89219"/>
              </a:xfrm>
              <a:custGeom>
                <a:avLst/>
                <a:gdLst/>
                <a:ahLst/>
                <a:cxnLst/>
                <a:rect l="l" t="t" r="r" b="b"/>
                <a:pathLst>
                  <a:path w="3493" h="3516" extrusionOk="0">
                    <a:moveTo>
                      <a:pt x="1758" y="0"/>
                    </a:moveTo>
                    <a:cubicBezTo>
                      <a:pt x="776" y="0"/>
                      <a:pt x="0" y="776"/>
                      <a:pt x="0" y="1758"/>
                    </a:cubicBezTo>
                    <a:cubicBezTo>
                      <a:pt x="0" y="2717"/>
                      <a:pt x="776" y="3515"/>
                      <a:pt x="1758" y="3515"/>
                    </a:cubicBezTo>
                    <a:cubicBezTo>
                      <a:pt x="2716" y="3515"/>
                      <a:pt x="3493" y="2717"/>
                      <a:pt x="3493" y="1758"/>
                    </a:cubicBezTo>
                    <a:cubicBezTo>
                      <a:pt x="3493" y="776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3"/>
              <p:cNvSpPr/>
              <p:nvPr/>
            </p:nvSpPr>
            <p:spPr>
              <a:xfrm rot="10800000">
                <a:off x="3119450" y="794286"/>
                <a:ext cx="96171" cy="96171"/>
              </a:xfrm>
              <a:custGeom>
                <a:avLst/>
                <a:gdLst/>
                <a:ahLst/>
                <a:cxnLst/>
                <a:rect l="l" t="t" r="r" b="b"/>
                <a:pathLst>
                  <a:path w="3790" h="3790" extrusionOk="0">
                    <a:moveTo>
                      <a:pt x="1895" y="366"/>
                    </a:moveTo>
                    <a:cubicBezTo>
                      <a:pt x="2717" y="366"/>
                      <a:pt x="3402" y="1051"/>
                      <a:pt x="3402" y="1895"/>
                    </a:cubicBezTo>
                    <a:cubicBezTo>
                      <a:pt x="3402" y="2717"/>
                      <a:pt x="2717" y="3402"/>
                      <a:pt x="1895" y="3402"/>
                    </a:cubicBezTo>
                    <a:cubicBezTo>
                      <a:pt x="1051" y="3402"/>
                      <a:pt x="366" y="2717"/>
                      <a:pt x="366" y="1895"/>
                    </a:cubicBezTo>
                    <a:cubicBezTo>
                      <a:pt x="366" y="1051"/>
                      <a:pt x="1051" y="366"/>
                      <a:pt x="1895" y="366"/>
                    </a:cubicBezTo>
                    <a:close/>
                    <a:moveTo>
                      <a:pt x="1895" y="1"/>
                    </a:moveTo>
                    <a:cubicBezTo>
                      <a:pt x="845" y="1"/>
                      <a:pt x="1" y="845"/>
                      <a:pt x="1" y="1895"/>
                    </a:cubicBezTo>
                    <a:cubicBezTo>
                      <a:pt x="1" y="2922"/>
                      <a:pt x="845" y="3790"/>
                      <a:pt x="1895" y="3790"/>
                    </a:cubicBezTo>
                    <a:cubicBezTo>
                      <a:pt x="2922" y="3790"/>
                      <a:pt x="3790" y="2922"/>
                      <a:pt x="3790" y="1895"/>
                    </a:cubicBezTo>
                    <a:cubicBezTo>
                      <a:pt x="3790" y="845"/>
                      <a:pt x="2922" y="1"/>
                      <a:pt x="18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3"/>
              <p:cNvSpPr/>
              <p:nvPr/>
            </p:nvSpPr>
            <p:spPr>
              <a:xfrm rot="10800000">
                <a:off x="3137391" y="812226"/>
                <a:ext cx="60849" cy="60849"/>
              </a:xfrm>
              <a:custGeom>
                <a:avLst/>
                <a:gdLst/>
                <a:ahLst/>
                <a:cxnLst/>
                <a:rect l="l" t="t" r="r" b="b"/>
                <a:pathLst>
                  <a:path w="2398" h="2398" extrusionOk="0">
                    <a:moveTo>
                      <a:pt x="1210" y="1"/>
                    </a:moveTo>
                    <a:cubicBezTo>
                      <a:pt x="548" y="1"/>
                      <a:pt x="1" y="548"/>
                      <a:pt x="1" y="1210"/>
                    </a:cubicBezTo>
                    <a:cubicBezTo>
                      <a:pt x="1" y="1872"/>
                      <a:pt x="548" y="2397"/>
                      <a:pt x="1210" y="2397"/>
                    </a:cubicBezTo>
                    <a:cubicBezTo>
                      <a:pt x="1872" y="2397"/>
                      <a:pt x="2397" y="1872"/>
                      <a:pt x="2397" y="1210"/>
                    </a:cubicBezTo>
                    <a:cubicBezTo>
                      <a:pt x="2397" y="548"/>
                      <a:pt x="1872" y="1"/>
                      <a:pt x="12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3"/>
              <p:cNvSpPr/>
              <p:nvPr/>
            </p:nvSpPr>
            <p:spPr>
              <a:xfrm rot="10800000">
                <a:off x="1773992" y="614732"/>
                <a:ext cx="107742" cy="107742"/>
              </a:xfrm>
              <a:custGeom>
                <a:avLst/>
                <a:gdLst/>
                <a:ahLst/>
                <a:cxnLst/>
                <a:rect l="l" t="t" r="r" b="b"/>
                <a:pathLst>
                  <a:path w="4246" h="4246" extrusionOk="0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310" y="4246"/>
                      <a:pt x="4246" y="3287"/>
                      <a:pt x="4246" y="2123"/>
                    </a:cubicBezTo>
                    <a:cubicBezTo>
                      <a:pt x="4246" y="936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3"/>
              <p:cNvSpPr/>
              <p:nvPr/>
            </p:nvSpPr>
            <p:spPr>
              <a:xfrm rot="10800000">
                <a:off x="1389967" y="30321"/>
                <a:ext cx="66051" cy="66051"/>
              </a:xfrm>
              <a:custGeom>
                <a:avLst/>
                <a:gdLst/>
                <a:ahLst/>
                <a:cxnLst/>
                <a:rect l="l" t="t" r="r" b="b"/>
                <a:pathLst>
                  <a:path w="2603" h="2603" extrusionOk="0">
                    <a:moveTo>
                      <a:pt x="1301" y="0"/>
                    </a:moveTo>
                    <a:cubicBezTo>
                      <a:pt x="594" y="0"/>
                      <a:pt x="0" y="571"/>
                      <a:pt x="0" y="1301"/>
                    </a:cubicBezTo>
                    <a:cubicBezTo>
                      <a:pt x="0" y="2009"/>
                      <a:pt x="594" y="2602"/>
                      <a:pt x="1301" y="2602"/>
                    </a:cubicBezTo>
                    <a:cubicBezTo>
                      <a:pt x="2009" y="2602"/>
                      <a:pt x="2602" y="2009"/>
                      <a:pt x="2602" y="1301"/>
                    </a:cubicBezTo>
                    <a:cubicBezTo>
                      <a:pt x="2602" y="571"/>
                      <a:pt x="2009" y="0"/>
                      <a:pt x="13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3"/>
              <p:cNvSpPr/>
              <p:nvPr/>
            </p:nvSpPr>
            <p:spPr>
              <a:xfrm rot="10800000">
                <a:off x="1117185" y="222029"/>
                <a:ext cx="145982" cy="146566"/>
              </a:xfrm>
              <a:custGeom>
                <a:avLst/>
                <a:gdLst/>
                <a:ahLst/>
                <a:cxnLst/>
                <a:rect l="l" t="t" r="r" b="b"/>
                <a:pathLst>
                  <a:path w="5753" h="5776" extrusionOk="0">
                    <a:moveTo>
                      <a:pt x="2877" y="388"/>
                    </a:moveTo>
                    <a:cubicBezTo>
                      <a:pt x="4246" y="388"/>
                      <a:pt x="5388" y="1507"/>
                      <a:pt x="5388" y="2899"/>
                    </a:cubicBezTo>
                    <a:cubicBezTo>
                      <a:pt x="5388" y="4269"/>
                      <a:pt x="4246" y="5410"/>
                      <a:pt x="2877" y="5410"/>
                    </a:cubicBezTo>
                    <a:cubicBezTo>
                      <a:pt x="1485" y="5410"/>
                      <a:pt x="366" y="4269"/>
                      <a:pt x="366" y="2899"/>
                    </a:cubicBezTo>
                    <a:cubicBezTo>
                      <a:pt x="366" y="1507"/>
                      <a:pt x="1485" y="388"/>
                      <a:pt x="2877" y="388"/>
                    </a:cubicBezTo>
                    <a:close/>
                    <a:moveTo>
                      <a:pt x="2877" y="0"/>
                    </a:moveTo>
                    <a:cubicBezTo>
                      <a:pt x="1279" y="0"/>
                      <a:pt x="1" y="1301"/>
                      <a:pt x="1" y="2899"/>
                    </a:cubicBezTo>
                    <a:cubicBezTo>
                      <a:pt x="1" y="4497"/>
                      <a:pt x="1279" y="5775"/>
                      <a:pt x="2877" y="5775"/>
                    </a:cubicBezTo>
                    <a:cubicBezTo>
                      <a:pt x="4475" y="5775"/>
                      <a:pt x="5753" y="4497"/>
                      <a:pt x="5753" y="2899"/>
                    </a:cubicBezTo>
                    <a:cubicBezTo>
                      <a:pt x="5753" y="1301"/>
                      <a:pt x="4475" y="0"/>
                      <a:pt x="28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3"/>
              <p:cNvSpPr/>
              <p:nvPr/>
            </p:nvSpPr>
            <p:spPr>
              <a:xfrm rot="10800000">
                <a:off x="1142662" y="248089"/>
                <a:ext cx="95004" cy="94446"/>
              </a:xfrm>
              <a:custGeom>
                <a:avLst/>
                <a:gdLst/>
                <a:ahLst/>
                <a:cxnLst/>
                <a:rect l="l" t="t" r="r" b="b"/>
                <a:pathLst>
                  <a:path w="3744" h="3722" extrusionOk="0">
                    <a:moveTo>
                      <a:pt x="1872" y="0"/>
                    </a:moveTo>
                    <a:cubicBezTo>
                      <a:pt x="845" y="0"/>
                      <a:pt x="0" y="845"/>
                      <a:pt x="0" y="1872"/>
                    </a:cubicBezTo>
                    <a:cubicBezTo>
                      <a:pt x="0" y="2899"/>
                      <a:pt x="845" y="3721"/>
                      <a:pt x="1872" y="3721"/>
                    </a:cubicBezTo>
                    <a:cubicBezTo>
                      <a:pt x="2899" y="3721"/>
                      <a:pt x="3744" y="2899"/>
                      <a:pt x="3744" y="1872"/>
                    </a:cubicBezTo>
                    <a:cubicBezTo>
                      <a:pt x="3744" y="845"/>
                      <a:pt x="2899" y="0"/>
                      <a:pt x="18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3"/>
              <p:cNvSpPr/>
              <p:nvPr/>
            </p:nvSpPr>
            <p:spPr>
              <a:xfrm rot="10800000">
                <a:off x="2750498" y="215660"/>
                <a:ext cx="107742" cy="107768"/>
              </a:xfrm>
              <a:custGeom>
                <a:avLst/>
                <a:gdLst/>
                <a:ahLst/>
                <a:cxnLst/>
                <a:rect l="l" t="t" r="r" b="b"/>
                <a:pathLst>
                  <a:path w="4246" h="4247" extrusionOk="0">
                    <a:moveTo>
                      <a:pt x="2123" y="1"/>
                    </a:moveTo>
                    <a:cubicBezTo>
                      <a:pt x="959" y="1"/>
                      <a:pt x="0" y="937"/>
                      <a:pt x="0" y="2123"/>
                    </a:cubicBezTo>
                    <a:cubicBezTo>
                      <a:pt x="0" y="3288"/>
                      <a:pt x="959" y="4246"/>
                      <a:pt x="2123" y="4246"/>
                    </a:cubicBezTo>
                    <a:cubicBezTo>
                      <a:pt x="3310" y="4246"/>
                      <a:pt x="4246" y="3288"/>
                      <a:pt x="4246" y="2123"/>
                    </a:cubicBezTo>
                    <a:cubicBezTo>
                      <a:pt x="4246" y="937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3"/>
              <p:cNvSpPr/>
              <p:nvPr/>
            </p:nvSpPr>
            <p:spPr>
              <a:xfrm rot="10800000">
                <a:off x="3063828" y="215660"/>
                <a:ext cx="107768" cy="107768"/>
              </a:xfrm>
              <a:custGeom>
                <a:avLst/>
                <a:gdLst/>
                <a:ahLst/>
                <a:cxnLst/>
                <a:rect l="l" t="t" r="r" b="b"/>
                <a:pathLst>
                  <a:path w="4247" h="4247" extrusionOk="0">
                    <a:moveTo>
                      <a:pt x="2123" y="1"/>
                    </a:moveTo>
                    <a:cubicBezTo>
                      <a:pt x="936" y="1"/>
                      <a:pt x="1" y="937"/>
                      <a:pt x="1" y="2123"/>
                    </a:cubicBezTo>
                    <a:cubicBezTo>
                      <a:pt x="1" y="3288"/>
                      <a:pt x="936" y="4246"/>
                      <a:pt x="2123" y="4246"/>
                    </a:cubicBezTo>
                    <a:cubicBezTo>
                      <a:pt x="3287" y="4246"/>
                      <a:pt x="4246" y="3288"/>
                      <a:pt x="4246" y="2123"/>
                    </a:cubicBezTo>
                    <a:cubicBezTo>
                      <a:pt x="4246" y="937"/>
                      <a:pt x="3287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3"/>
              <p:cNvSpPr/>
              <p:nvPr/>
            </p:nvSpPr>
            <p:spPr>
              <a:xfrm rot="10800000">
                <a:off x="3750755" y="10630"/>
                <a:ext cx="107768" cy="107768"/>
              </a:xfrm>
              <a:custGeom>
                <a:avLst/>
                <a:gdLst/>
                <a:ahLst/>
                <a:cxnLst/>
                <a:rect l="l" t="t" r="r" b="b"/>
                <a:pathLst>
                  <a:path w="4247" h="4247" extrusionOk="0">
                    <a:moveTo>
                      <a:pt x="2123" y="1"/>
                    </a:moveTo>
                    <a:cubicBezTo>
                      <a:pt x="959" y="1"/>
                      <a:pt x="1" y="960"/>
                      <a:pt x="1" y="2124"/>
                    </a:cubicBezTo>
                    <a:cubicBezTo>
                      <a:pt x="1" y="3311"/>
                      <a:pt x="959" y="4246"/>
                      <a:pt x="2123" y="4246"/>
                    </a:cubicBezTo>
                    <a:cubicBezTo>
                      <a:pt x="3310" y="4246"/>
                      <a:pt x="4246" y="3311"/>
                      <a:pt x="4246" y="2124"/>
                    </a:cubicBezTo>
                    <a:cubicBezTo>
                      <a:pt x="4246" y="960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3"/>
              <p:cNvSpPr/>
              <p:nvPr/>
            </p:nvSpPr>
            <p:spPr>
              <a:xfrm rot="10800000">
                <a:off x="4206008" y="458930"/>
                <a:ext cx="107742" cy="107742"/>
              </a:xfrm>
              <a:custGeom>
                <a:avLst/>
                <a:gdLst/>
                <a:ahLst/>
                <a:cxnLst/>
                <a:rect l="l" t="t" r="r" b="b"/>
                <a:pathLst>
                  <a:path w="4246" h="4246" extrusionOk="0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287" y="4246"/>
                      <a:pt x="4246" y="3287"/>
                      <a:pt x="4246" y="2123"/>
                    </a:cubicBezTo>
                    <a:cubicBezTo>
                      <a:pt x="4246" y="936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3"/>
              <p:cNvSpPr/>
              <p:nvPr/>
            </p:nvSpPr>
            <p:spPr>
              <a:xfrm rot="10800000">
                <a:off x="1527829" y="631531"/>
                <a:ext cx="73588" cy="74146"/>
              </a:xfrm>
              <a:custGeom>
                <a:avLst/>
                <a:gdLst/>
                <a:ahLst/>
                <a:cxnLst/>
                <a:rect l="l" t="t" r="r" b="b"/>
                <a:pathLst>
                  <a:path w="2900" h="2922" extrusionOk="0">
                    <a:moveTo>
                      <a:pt x="1462" y="0"/>
                    </a:moveTo>
                    <a:cubicBezTo>
                      <a:pt x="640" y="0"/>
                      <a:pt x="1" y="639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1" y="2922"/>
                      <a:pt x="2900" y="2260"/>
                      <a:pt x="2900" y="1461"/>
                    </a:cubicBezTo>
                    <a:cubicBezTo>
                      <a:pt x="2900" y="639"/>
                      <a:pt x="2261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3"/>
              <p:cNvSpPr/>
              <p:nvPr/>
            </p:nvSpPr>
            <p:spPr>
              <a:xfrm rot="10800000">
                <a:off x="3486068" y="453144"/>
                <a:ext cx="74171" cy="74146"/>
              </a:xfrm>
              <a:custGeom>
                <a:avLst/>
                <a:gdLst/>
                <a:ahLst/>
                <a:cxnLst/>
                <a:rect l="l" t="t" r="r" b="b"/>
                <a:pathLst>
                  <a:path w="2923" h="2922" extrusionOk="0">
                    <a:moveTo>
                      <a:pt x="1462" y="0"/>
                    </a:moveTo>
                    <a:cubicBezTo>
                      <a:pt x="640" y="0"/>
                      <a:pt x="1" y="662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0" y="2922"/>
                      <a:pt x="2922" y="2260"/>
                      <a:pt x="2922" y="1461"/>
                    </a:cubicBezTo>
                    <a:cubicBezTo>
                      <a:pt x="2922" y="662"/>
                      <a:pt x="2260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3"/>
              <p:cNvSpPr/>
              <p:nvPr/>
            </p:nvSpPr>
            <p:spPr>
              <a:xfrm rot="10800000">
                <a:off x="-539320" y="1055496"/>
                <a:ext cx="3040788" cy="9871"/>
              </a:xfrm>
              <a:custGeom>
                <a:avLst/>
                <a:gdLst/>
                <a:ahLst/>
                <a:cxnLst/>
                <a:rect l="l" t="t" r="r" b="b"/>
                <a:pathLst>
                  <a:path w="119834" h="389" extrusionOk="0">
                    <a:moveTo>
                      <a:pt x="183" y="1"/>
                    </a:moveTo>
                    <a:cubicBezTo>
                      <a:pt x="69" y="1"/>
                      <a:pt x="0" y="92"/>
                      <a:pt x="0" y="183"/>
                    </a:cubicBezTo>
                    <a:cubicBezTo>
                      <a:pt x="0" y="297"/>
                      <a:pt x="69" y="389"/>
                      <a:pt x="183" y="389"/>
                    </a:cubicBezTo>
                    <a:lnTo>
                      <a:pt x="119628" y="389"/>
                    </a:lnTo>
                    <a:cubicBezTo>
                      <a:pt x="119742" y="389"/>
                      <a:pt x="119833" y="297"/>
                      <a:pt x="119833" y="183"/>
                    </a:cubicBezTo>
                    <a:cubicBezTo>
                      <a:pt x="119833" y="92"/>
                      <a:pt x="119742" y="1"/>
                      <a:pt x="1196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3"/>
              <p:cNvSpPr/>
              <p:nvPr/>
            </p:nvSpPr>
            <p:spPr>
              <a:xfrm rot="10800000">
                <a:off x="2486953" y="1023650"/>
                <a:ext cx="74171" cy="74146"/>
              </a:xfrm>
              <a:custGeom>
                <a:avLst/>
                <a:gdLst/>
                <a:ahLst/>
                <a:cxnLst/>
                <a:rect l="l" t="t" r="r" b="b"/>
                <a:pathLst>
                  <a:path w="2923" h="2922" extrusionOk="0">
                    <a:moveTo>
                      <a:pt x="1461" y="0"/>
                    </a:moveTo>
                    <a:cubicBezTo>
                      <a:pt x="640" y="0"/>
                      <a:pt x="0" y="662"/>
                      <a:pt x="0" y="1461"/>
                    </a:cubicBezTo>
                    <a:cubicBezTo>
                      <a:pt x="0" y="2283"/>
                      <a:pt x="640" y="2922"/>
                      <a:pt x="1461" y="2922"/>
                    </a:cubicBezTo>
                    <a:cubicBezTo>
                      <a:pt x="2260" y="2922"/>
                      <a:pt x="2922" y="2283"/>
                      <a:pt x="2922" y="1461"/>
                    </a:cubicBezTo>
                    <a:cubicBezTo>
                      <a:pt x="2922" y="662"/>
                      <a:pt x="2260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3"/>
              <p:cNvSpPr/>
              <p:nvPr/>
            </p:nvSpPr>
            <p:spPr>
              <a:xfrm rot="10800000">
                <a:off x="-192368" y="1292955"/>
                <a:ext cx="280927" cy="175519"/>
              </a:xfrm>
              <a:custGeom>
                <a:avLst/>
                <a:gdLst/>
                <a:ahLst/>
                <a:cxnLst/>
                <a:rect l="l" t="t" r="r" b="b"/>
                <a:pathLst>
                  <a:path w="11071" h="6917" extrusionOk="0">
                    <a:moveTo>
                      <a:pt x="6666" y="0"/>
                    </a:moveTo>
                    <a:lnTo>
                      <a:pt x="1" y="6916"/>
                    </a:lnTo>
                    <a:lnTo>
                      <a:pt x="4429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01" name="Google Shape;201;p3"/>
            <p:cNvSpPr/>
            <p:nvPr/>
          </p:nvSpPr>
          <p:spPr>
            <a:xfrm rot="10800000">
              <a:off x="4766122" y="487397"/>
              <a:ext cx="50803" cy="50803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" name="Google Shape;202;p3"/>
          <p:cNvGrpSpPr/>
          <p:nvPr/>
        </p:nvGrpSpPr>
        <p:grpSpPr>
          <a:xfrm>
            <a:off x="296418" y="4572778"/>
            <a:ext cx="2668622" cy="250644"/>
            <a:chOff x="5926468" y="4708190"/>
            <a:chExt cx="2668622" cy="250644"/>
          </a:xfrm>
        </p:grpSpPr>
        <p:sp>
          <p:nvSpPr>
            <p:cNvPr id="203" name="Google Shape;203;p3"/>
            <p:cNvSpPr/>
            <p:nvPr/>
          </p:nvSpPr>
          <p:spPr>
            <a:xfrm>
              <a:off x="592646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608986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6250552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641112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657181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6732497" y="4708190"/>
              <a:ext cx="89958" cy="250644"/>
            </a:xfrm>
            <a:custGeom>
              <a:avLst/>
              <a:gdLst/>
              <a:ahLst/>
              <a:cxnLst/>
              <a:rect l="l" t="t" r="r" b="b"/>
              <a:pathLst>
                <a:path w="828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6895789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705647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721715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7377842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7541134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770181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786250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802307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8186479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834716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850784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0" name="Google Shape;220;p3"/>
          <p:cNvSpPr txBox="1">
            <a:spLocks noGrp="1"/>
          </p:cNvSpPr>
          <p:nvPr>
            <p:ph type="title"/>
          </p:nvPr>
        </p:nvSpPr>
        <p:spPr>
          <a:xfrm>
            <a:off x="720000" y="1581275"/>
            <a:ext cx="3509700" cy="63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1" name="Google Shape;221;p3"/>
          <p:cNvSpPr txBox="1">
            <a:spLocks noGrp="1"/>
          </p:cNvSpPr>
          <p:nvPr>
            <p:ph type="subTitle" idx="1"/>
          </p:nvPr>
        </p:nvSpPr>
        <p:spPr>
          <a:xfrm>
            <a:off x="720000" y="2616563"/>
            <a:ext cx="3509700" cy="1389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22" name="Google Shape;222;p3"/>
          <p:cNvSpPr/>
          <p:nvPr/>
        </p:nvSpPr>
        <p:spPr>
          <a:xfrm>
            <a:off x="4410200" y="570713"/>
            <a:ext cx="4659902" cy="4002069"/>
          </a:xfrm>
          <a:custGeom>
            <a:avLst/>
            <a:gdLst/>
            <a:ahLst/>
            <a:cxnLst/>
            <a:rect l="l" t="t" r="r" b="b"/>
            <a:pathLst>
              <a:path w="7244" h="7219" fill="none" extrusionOk="0">
                <a:moveTo>
                  <a:pt x="0" y="0"/>
                </a:moveTo>
                <a:lnTo>
                  <a:pt x="7243" y="0"/>
                </a:lnTo>
                <a:lnTo>
                  <a:pt x="7243" y="7218"/>
                </a:lnTo>
                <a:lnTo>
                  <a:pt x="0" y="7218"/>
                </a:lnTo>
                <a:close/>
              </a:path>
            </a:pathLst>
          </a:custGeom>
          <a:noFill/>
          <a:ln w="952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oogle Shape;224;p4"/>
          <p:cNvGrpSpPr/>
          <p:nvPr/>
        </p:nvGrpSpPr>
        <p:grpSpPr>
          <a:xfrm>
            <a:off x="-566246" y="-831315"/>
            <a:ext cx="8377976" cy="1614718"/>
            <a:chOff x="-566246" y="-831315"/>
            <a:chExt cx="8377976" cy="1614718"/>
          </a:xfrm>
        </p:grpSpPr>
        <p:sp>
          <p:nvSpPr>
            <p:cNvPr id="225" name="Google Shape;225;p4"/>
            <p:cNvSpPr/>
            <p:nvPr/>
          </p:nvSpPr>
          <p:spPr>
            <a:xfrm rot="10800000">
              <a:off x="-178627" y="-831315"/>
              <a:ext cx="5711267" cy="1569921"/>
            </a:xfrm>
            <a:custGeom>
              <a:avLst/>
              <a:gdLst/>
              <a:ahLst/>
              <a:cxnLst/>
              <a:rect l="l" t="t" r="r" b="b"/>
              <a:pathLst>
                <a:path w="187670" h="51587" extrusionOk="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4"/>
            <p:cNvSpPr/>
            <p:nvPr/>
          </p:nvSpPr>
          <p:spPr>
            <a:xfrm rot="10800000">
              <a:off x="2097663" y="-149871"/>
              <a:ext cx="3817027" cy="933273"/>
            </a:xfrm>
            <a:custGeom>
              <a:avLst/>
              <a:gdLst/>
              <a:ahLst/>
              <a:cxnLst/>
              <a:rect l="l" t="t" r="r" b="b"/>
              <a:pathLst>
                <a:path w="125426" h="30667" extrusionOk="0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4"/>
            <p:cNvSpPr/>
            <p:nvPr/>
          </p:nvSpPr>
          <p:spPr>
            <a:xfrm rot="10800000">
              <a:off x="5347154" y="-352704"/>
              <a:ext cx="2464576" cy="481412"/>
            </a:xfrm>
            <a:custGeom>
              <a:avLst/>
              <a:gdLst/>
              <a:ahLst/>
              <a:cxnLst/>
              <a:rect l="l" t="t" r="r" b="b"/>
              <a:pathLst>
                <a:path w="80985" h="15819" extrusionOk="0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4"/>
            <p:cNvSpPr/>
            <p:nvPr/>
          </p:nvSpPr>
          <p:spPr>
            <a:xfrm rot="10800000">
              <a:off x="5904951" y="-196402"/>
              <a:ext cx="115339" cy="115339"/>
            </a:xfrm>
            <a:custGeom>
              <a:avLst/>
              <a:gdLst/>
              <a:ahLst/>
              <a:cxnLst/>
              <a:rect l="l" t="t" r="r" b="b"/>
              <a:pathLst>
                <a:path w="3790" h="3790" extrusionOk="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4"/>
            <p:cNvSpPr/>
            <p:nvPr/>
          </p:nvSpPr>
          <p:spPr>
            <a:xfrm rot="10800000">
              <a:off x="5926467" y="-174886"/>
              <a:ext cx="72977" cy="72977"/>
            </a:xfrm>
            <a:custGeom>
              <a:avLst/>
              <a:gdLst/>
              <a:ahLst/>
              <a:cxnLst/>
              <a:rect l="l" t="t" r="r" b="b"/>
              <a:pathLst>
                <a:path w="2398" h="2398" extrusionOk="0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4"/>
            <p:cNvSpPr/>
            <p:nvPr/>
          </p:nvSpPr>
          <p:spPr>
            <a:xfrm rot="10800000">
              <a:off x="1516950" y="116870"/>
              <a:ext cx="3646848" cy="11838"/>
            </a:xfrm>
            <a:custGeom>
              <a:avLst/>
              <a:gdLst/>
              <a:ahLst/>
              <a:cxnLst/>
              <a:rect l="l" t="t" r="r" b="b"/>
              <a:pathLst>
                <a:path w="119834" h="389" extrusionOk="0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4"/>
            <p:cNvSpPr/>
            <p:nvPr/>
          </p:nvSpPr>
          <p:spPr>
            <a:xfrm rot="10800000">
              <a:off x="5146391" y="78677"/>
              <a:ext cx="88954" cy="88924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4"/>
            <p:cNvSpPr/>
            <p:nvPr/>
          </p:nvSpPr>
          <p:spPr>
            <a:xfrm rot="10800000">
              <a:off x="1478757" y="78677"/>
              <a:ext cx="88924" cy="88924"/>
            </a:xfrm>
            <a:custGeom>
              <a:avLst/>
              <a:gdLst/>
              <a:ahLst/>
              <a:cxnLst/>
              <a:rect l="l" t="t" r="r" b="b"/>
              <a:pathLst>
                <a:path w="2922" h="2922" extrusionOk="0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4"/>
            <p:cNvSpPr/>
            <p:nvPr/>
          </p:nvSpPr>
          <p:spPr>
            <a:xfrm rot="10800000">
              <a:off x="-398137" y="-606937"/>
              <a:ext cx="1361489" cy="1360302"/>
            </a:xfrm>
            <a:custGeom>
              <a:avLst/>
              <a:gdLst/>
              <a:ahLst/>
              <a:cxnLst/>
              <a:rect l="l" t="t" r="r" b="b"/>
              <a:pathLst>
                <a:path w="44738" h="44699" extrusionOk="0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4"/>
            <p:cNvSpPr/>
            <p:nvPr/>
          </p:nvSpPr>
          <p:spPr>
            <a:xfrm rot="10800000">
              <a:off x="-566246" y="-681953"/>
              <a:ext cx="1361520" cy="1360272"/>
            </a:xfrm>
            <a:custGeom>
              <a:avLst/>
              <a:gdLst/>
              <a:ahLst/>
              <a:cxnLst/>
              <a:rect l="l" t="t" r="r" b="b"/>
              <a:pathLst>
                <a:path w="44739" h="44698" extrusionOk="0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4"/>
            <p:cNvSpPr/>
            <p:nvPr/>
          </p:nvSpPr>
          <p:spPr>
            <a:xfrm rot="10800000">
              <a:off x="161730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4"/>
            <p:cNvSpPr/>
            <p:nvPr/>
          </p:nvSpPr>
          <p:spPr>
            <a:xfrm rot="10800000">
              <a:off x="414563" y="401657"/>
              <a:ext cx="336949" cy="210502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4"/>
            <p:cNvSpPr/>
            <p:nvPr/>
          </p:nvSpPr>
          <p:spPr>
            <a:xfrm rot="10800000">
              <a:off x="667426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4"/>
            <p:cNvSpPr/>
            <p:nvPr/>
          </p:nvSpPr>
          <p:spPr>
            <a:xfrm rot="10800000">
              <a:off x="920960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4"/>
            <p:cNvSpPr/>
            <p:nvPr/>
          </p:nvSpPr>
          <p:spPr>
            <a:xfrm rot="10800000">
              <a:off x="1173823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4"/>
            <p:cNvSpPr/>
            <p:nvPr/>
          </p:nvSpPr>
          <p:spPr>
            <a:xfrm rot="10800000">
              <a:off x="1426656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4"/>
            <p:cNvSpPr/>
            <p:nvPr/>
          </p:nvSpPr>
          <p:spPr>
            <a:xfrm rot="10800000">
              <a:off x="1679490" y="401657"/>
              <a:ext cx="336949" cy="210502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4"/>
            <p:cNvSpPr/>
            <p:nvPr/>
          </p:nvSpPr>
          <p:spPr>
            <a:xfrm rot="10800000">
              <a:off x="1933053" y="401657"/>
              <a:ext cx="336918" cy="210502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4"/>
            <p:cNvSpPr/>
            <p:nvPr/>
          </p:nvSpPr>
          <p:spPr>
            <a:xfrm rot="10800000">
              <a:off x="1858707" y="-175586"/>
              <a:ext cx="174378" cy="188986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4"/>
            <p:cNvSpPr/>
            <p:nvPr/>
          </p:nvSpPr>
          <p:spPr>
            <a:xfrm rot="10800000">
              <a:off x="1751736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4"/>
            <p:cNvSpPr/>
            <p:nvPr/>
          </p:nvSpPr>
          <p:spPr>
            <a:xfrm rot="10800000">
              <a:off x="1645466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4"/>
            <p:cNvSpPr/>
            <p:nvPr/>
          </p:nvSpPr>
          <p:spPr>
            <a:xfrm rot="10800000">
              <a:off x="1539196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4"/>
            <p:cNvSpPr/>
            <p:nvPr/>
          </p:nvSpPr>
          <p:spPr>
            <a:xfrm rot="10800000">
              <a:off x="1432895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4"/>
            <p:cNvSpPr/>
            <p:nvPr/>
          </p:nvSpPr>
          <p:spPr>
            <a:xfrm rot="10800000">
              <a:off x="1326625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4"/>
            <p:cNvSpPr/>
            <p:nvPr/>
          </p:nvSpPr>
          <p:spPr>
            <a:xfrm rot="10800000">
              <a:off x="1220355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4"/>
            <p:cNvSpPr/>
            <p:nvPr/>
          </p:nvSpPr>
          <p:spPr>
            <a:xfrm rot="10800000">
              <a:off x="1114084" y="-175586"/>
              <a:ext cx="174378" cy="188986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4"/>
            <p:cNvSpPr/>
            <p:nvPr/>
          </p:nvSpPr>
          <p:spPr>
            <a:xfrm rot="10800000">
              <a:off x="1007784" y="-175586"/>
              <a:ext cx="174378" cy="188986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4"/>
            <p:cNvSpPr/>
            <p:nvPr/>
          </p:nvSpPr>
          <p:spPr>
            <a:xfrm rot="10800000">
              <a:off x="900813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4"/>
            <p:cNvSpPr/>
            <p:nvPr/>
          </p:nvSpPr>
          <p:spPr>
            <a:xfrm rot="10800000">
              <a:off x="794543" y="-175586"/>
              <a:ext cx="175078" cy="188986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" name="Google Shape;254;p4"/>
          <p:cNvGrpSpPr/>
          <p:nvPr/>
        </p:nvGrpSpPr>
        <p:grpSpPr>
          <a:xfrm>
            <a:off x="5926468" y="4708190"/>
            <a:ext cx="2668622" cy="250644"/>
            <a:chOff x="5926468" y="4708190"/>
            <a:chExt cx="2668622" cy="250644"/>
          </a:xfrm>
        </p:grpSpPr>
        <p:sp>
          <p:nvSpPr>
            <p:cNvPr id="255" name="Google Shape;255;p4"/>
            <p:cNvSpPr/>
            <p:nvPr/>
          </p:nvSpPr>
          <p:spPr>
            <a:xfrm>
              <a:off x="592646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4"/>
            <p:cNvSpPr/>
            <p:nvPr/>
          </p:nvSpPr>
          <p:spPr>
            <a:xfrm>
              <a:off x="608986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4"/>
            <p:cNvSpPr/>
            <p:nvPr/>
          </p:nvSpPr>
          <p:spPr>
            <a:xfrm>
              <a:off x="6250552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4"/>
            <p:cNvSpPr/>
            <p:nvPr/>
          </p:nvSpPr>
          <p:spPr>
            <a:xfrm>
              <a:off x="641112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4"/>
            <p:cNvSpPr/>
            <p:nvPr/>
          </p:nvSpPr>
          <p:spPr>
            <a:xfrm>
              <a:off x="657181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4"/>
            <p:cNvSpPr/>
            <p:nvPr/>
          </p:nvSpPr>
          <p:spPr>
            <a:xfrm>
              <a:off x="6732497" y="4708190"/>
              <a:ext cx="89958" cy="250644"/>
            </a:xfrm>
            <a:custGeom>
              <a:avLst/>
              <a:gdLst/>
              <a:ahLst/>
              <a:cxnLst/>
              <a:rect l="l" t="t" r="r" b="b"/>
              <a:pathLst>
                <a:path w="828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4"/>
            <p:cNvSpPr/>
            <p:nvPr/>
          </p:nvSpPr>
          <p:spPr>
            <a:xfrm>
              <a:off x="6895789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4"/>
            <p:cNvSpPr/>
            <p:nvPr/>
          </p:nvSpPr>
          <p:spPr>
            <a:xfrm>
              <a:off x="705647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4"/>
            <p:cNvSpPr/>
            <p:nvPr/>
          </p:nvSpPr>
          <p:spPr>
            <a:xfrm>
              <a:off x="721715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4"/>
            <p:cNvSpPr/>
            <p:nvPr/>
          </p:nvSpPr>
          <p:spPr>
            <a:xfrm>
              <a:off x="7377842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4"/>
            <p:cNvSpPr/>
            <p:nvPr/>
          </p:nvSpPr>
          <p:spPr>
            <a:xfrm>
              <a:off x="7541134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4"/>
            <p:cNvSpPr/>
            <p:nvPr/>
          </p:nvSpPr>
          <p:spPr>
            <a:xfrm>
              <a:off x="770181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4"/>
            <p:cNvSpPr/>
            <p:nvPr/>
          </p:nvSpPr>
          <p:spPr>
            <a:xfrm>
              <a:off x="786250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4"/>
            <p:cNvSpPr/>
            <p:nvPr/>
          </p:nvSpPr>
          <p:spPr>
            <a:xfrm>
              <a:off x="802307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4"/>
            <p:cNvSpPr/>
            <p:nvPr/>
          </p:nvSpPr>
          <p:spPr>
            <a:xfrm>
              <a:off x="8186479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4"/>
            <p:cNvSpPr/>
            <p:nvPr/>
          </p:nvSpPr>
          <p:spPr>
            <a:xfrm>
              <a:off x="8347163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4"/>
            <p:cNvSpPr/>
            <p:nvPr/>
          </p:nvSpPr>
          <p:spPr>
            <a:xfrm>
              <a:off x="8507848" y="4708190"/>
              <a:ext cx="87242" cy="250644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2" name="Google Shape;272;p4"/>
          <p:cNvSpPr txBox="1">
            <a:spLocks noGrp="1"/>
          </p:cNvSpPr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4"/>
          <p:cNvSpPr txBox="1">
            <a:spLocks noGrp="1"/>
          </p:cNvSpPr>
          <p:nvPr>
            <p:ph type="body" idx="1"/>
          </p:nvPr>
        </p:nvSpPr>
        <p:spPr>
          <a:xfrm>
            <a:off x="720000" y="1242425"/>
            <a:ext cx="7704000" cy="332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200"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" name="Google Shape;467;p7"/>
          <p:cNvGrpSpPr/>
          <p:nvPr/>
        </p:nvGrpSpPr>
        <p:grpSpPr>
          <a:xfrm rot="5400000">
            <a:off x="4458750" y="327550"/>
            <a:ext cx="40525" cy="1103625"/>
            <a:chOff x="4289175" y="3929550"/>
            <a:chExt cx="40525" cy="1103625"/>
          </a:xfrm>
        </p:grpSpPr>
        <p:sp>
          <p:nvSpPr>
            <p:cNvPr id="468" name="Google Shape;468;p7"/>
            <p:cNvSpPr/>
            <p:nvPr/>
          </p:nvSpPr>
          <p:spPr>
            <a:xfrm>
              <a:off x="4309150" y="3948375"/>
              <a:ext cx="25" cy="1084800"/>
            </a:xfrm>
            <a:custGeom>
              <a:avLst/>
              <a:gdLst/>
              <a:ahLst/>
              <a:cxnLst/>
              <a:rect l="l" t="t" r="r" b="b"/>
              <a:pathLst>
                <a:path w="1" h="43392" fill="none" extrusionOk="0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7"/>
            <p:cNvSpPr/>
            <p:nvPr/>
          </p:nvSpPr>
          <p:spPr>
            <a:xfrm>
              <a:off x="4289175" y="3929550"/>
              <a:ext cx="40525" cy="39950"/>
            </a:xfrm>
            <a:custGeom>
              <a:avLst/>
              <a:gdLst/>
              <a:ahLst/>
              <a:cxnLst/>
              <a:rect l="l" t="t" r="r" b="b"/>
              <a:pathLst>
                <a:path w="1621" h="1598" extrusionOk="0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0" name="Google Shape;470;p7"/>
          <p:cNvSpPr txBox="1">
            <a:spLocks noGrp="1"/>
          </p:cNvSpPr>
          <p:nvPr>
            <p:ph type="title"/>
          </p:nvPr>
        </p:nvSpPr>
        <p:spPr>
          <a:xfrm>
            <a:off x="4914300" y="1600200"/>
            <a:ext cx="3509700" cy="58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71" name="Google Shape;471;p7"/>
          <p:cNvSpPr txBox="1">
            <a:spLocks noGrp="1"/>
          </p:cNvSpPr>
          <p:nvPr>
            <p:ph type="subTitle" idx="1"/>
          </p:nvPr>
        </p:nvSpPr>
        <p:spPr>
          <a:xfrm>
            <a:off x="4914175" y="2571750"/>
            <a:ext cx="3509700" cy="1493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472" name="Google Shape;472;p7"/>
          <p:cNvGrpSpPr/>
          <p:nvPr/>
        </p:nvGrpSpPr>
        <p:grpSpPr>
          <a:xfrm>
            <a:off x="1032650" y="1735501"/>
            <a:ext cx="2458221" cy="2138575"/>
            <a:chOff x="1032650" y="1735501"/>
            <a:chExt cx="2458221" cy="2138575"/>
          </a:xfrm>
        </p:grpSpPr>
        <p:sp>
          <p:nvSpPr>
            <p:cNvPr id="473" name="Google Shape;473;p7"/>
            <p:cNvSpPr/>
            <p:nvPr/>
          </p:nvSpPr>
          <p:spPr>
            <a:xfrm>
              <a:off x="1487148" y="1877758"/>
              <a:ext cx="1854040" cy="1854040"/>
            </a:xfrm>
            <a:custGeom>
              <a:avLst/>
              <a:gdLst/>
              <a:ahLst/>
              <a:cxnLst/>
              <a:rect l="l" t="t" r="r" b="b"/>
              <a:pathLst>
                <a:path w="4813" h="4813" fill="none" extrusionOk="0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7"/>
            <p:cNvSpPr/>
            <p:nvPr/>
          </p:nvSpPr>
          <p:spPr>
            <a:xfrm>
              <a:off x="1344890" y="1735501"/>
              <a:ext cx="2145981" cy="2138575"/>
            </a:xfrm>
            <a:custGeom>
              <a:avLst/>
              <a:gdLst/>
              <a:ahLst/>
              <a:cxnLst/>
              <a:rect l="l" t="t" r="r" b="b"/>
              <a:pathLst>
                <a:path w="7244" h="7219" fill="none" extrusionOk="0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7"/>
            <p:cNvSpPr/>
            <p:nvPr/>
          </p:nvSpPr>
          <p:spPr>
            <a:xfrm>
              <a:off x="1114412" y="3017876"/>
              <a:ext cx="230477" cy="296"/>
            </a:xfrm>
            <a:custGeom>
              <a:avLst/>
              <a:gdLst/>
              <a:ahLst/>
              <a:cxnLst/>
              <a:rect l="l" t="t" r="r" b="b"/>
              <a:pathLst>
                <a:path w="778" h="1" fill="none" extrusionOk="0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7"/>
            <p:cNvSpPr/>
            <p:nvPr/>
          </p:nvSpPr>
          <p:spPr>
            <a:xfrm>
              <a:off x="1144037" y="2439021"/>
              <a:ext cx="200852" cy="296"/>
            </a:xfrm>
            <a:custGeom>
              <a:avLst/>
              <a:gdLst/>
              <a:ahLst/>
              <a:cxnLst/>
              <a:rect l="l" t="t" r="r" b="b"/>
              <a:pathLst>
                <a:path w="678" h="1" fill="none" extrusionOk="0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7"/>
            <p:cNvSpPr/>
            <p:nvPr/>
          </p:nvSpPr>
          <p:spPr>
            <a:xfrm>
              <a:off x="1032650" y="2025910"/>
              <a:ext cx="312240" cy="296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" name="Google Shape;478;p7"/>
          <p:cNvGrpSpPr/>
          <p:nvPr/>
        </p:nvGrpSpPr>
        <p:grpSpPr>
          <a:xfrm>
            <a:off x="-1358125" y="2786225"/>
            <a:ext cx="2627875" cy="269025"/>
            <a:chOff x="-1358125" y="2589925"/>
            <a:chExt cx="2627875" cy="269025"/>
          </a:xfrm>
        </p:grpSpPr>
        <p:sp>
          <p:nvSpPr>
            <p:cNvPr id="479" name="Google Shape;479;p7"/>
            <p:cNvSpPr/>
            <p:nvPr/>
          </p:nvSpPr>
          <p:spPr>
            <a:xfrm rot="5400000">
              <a:off x="-242262" y="1512438"/>
              <a:ext cx="112450" cy="2344175"/>
            </a:xfrm>
            <a:custGeom>
              <a:avLst/>
              <a:gdLst/>
              <a:ahLst/>
              <a:cxnLst/>
              <a:rect l="l" t="t" r="r" b="b"/>
              <a:pathLst>
                <a:path w="4498" h="93767" fill="none" extrusionOk="0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noFill/>
            <a:ln w="13125" cap="flat" cmpd="sng">
              <a:solidFill>
                <a:schemeClr val="dk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7"/>
            <p:cNvSpPr/>
            <p:nvPr/>
          </p:nvSpPr>
          <p:spPr>
            <a:xfrm rot="5400000">
              <a:off x="949513" y="2537563"/>
              <a:ext cx="192900" cy="374375"/>
            </a:xfrm>
            <a:custGeom>
              <a:avLst/>
              <a:gdLst/>
              <a:ahLst/>
              <a:cxnLst/>
              <a:rect l="l" t="t" r="r" b="b"/>
              <a:pathLst>
                <a:path w="7716" h="14975" fill="none" extrusionOk="0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noFill/>
            <a:ln w="19050" cap="flat" cmpd="sng">
              <a:solidFill>
                <a:schemeClr val="dk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7"/>
            <p:cNvSpPr/>
            <p:nvPr/>
          </p:nvSpPr>
          <p:spPr>
            <a:xfrm rot="5400000">
              <a:off x="1194225" y="2783425"/>
              <a:ext cx="75525" cy="7552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7"/>
            <p:cNvSpPr/>
            <p:nvPr/>
          </p:nvSpPr>
          <p:spPr>
            <a:xfrm rot="5400000">
              <a:off x="947950" y="2589925"/>
              <a:ext cx="75525" cy="7552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7"/>
          <p:cNvGrpSpPr/>
          <p:nvPr/>
        </p:nvGrpSpPr>
        <p:grpSpPr>
          <a:xfrm>
            <a:off x="913631" y="-758409"/>
            <a:ext cx="10779673" cy="2852929"/>
            <a:chOff x="913631" y="-758409"/>
            <a:chExt cx="10779673" cy="2852929"/>
          </a:xfrm>
        </p:grpSpPr>
        <p:sp>
          <p:nvSpPr>
            <p:cNvPr id="484" name="Google Shape;484;p7"/>
            <p:cNvSpPr/>
            <p:nvPr/>
          </p:nvSpPr>
          <p:spPr>
            <a:xfrm>
              <a:off x="6227221" y="-646632"/>
              <a:ext cx="5466083" cy="1127132"/>
            </a:xfrm>
            <a:custGeom>
              <a:avLst/>
              <a:gdLst/>
              <a:ahLst/>
              <a:cxnLst/>
              <a:rect l="l" t="t" r="r" b="b"/>
              <a:pathLst>
                <a:path w="206136" h="44419" extrusionOk="0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7"/>
            <p:cNvSpPr/>
            <p:nvPr/>
          </p:nvSpPr>
          <p:spPr>
            <a:xfrm>
              <a:off x="5068827" y="-472864"/>
              <a:ext cx="6393739" cy="1984325"/>
            </a:xfrm>
            <a:custGeom>
              <a:avLst/>
              <a:gdLst/>
              <a:ahLst/>
              <a:cxnLst/>
              <a:rect l="l" t="t" r="r" b="b"/>
              <a:pathLst>
                <a:path w="251970" h="78200" extrusionOk="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7"/>
            <p:cNvSpPr/>
            <p:nvPr/>
          </p:nvSpPr>
          <p:spPr>
            <a:xfrm>
              <a:off x="5440673" y="120784"/>
              <a:ext cx="6252400" cy="1112085"/>
            </a:xfrm>
            <a:custGeom>
              <a:avLst/>
              <a:gdLst/>
              <a:ahLst/>
              <a:cxnLst/>
              <a:rect l="l" t="t" r="r" b="b"/>
              <a:pathLst>
                <a:path w="246400" h="43826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7"/>
            <p:cNvSpPr/>
            <p:nvPr/>
          </p:nvSpPr>
          <p:spPr>
            <a:xfrm>
              <a:off x="4735806" y="252861"/>
              <a:ext cx="6722117" cy="1533132"/>
            </a:xfrm>
            <a:custGeom>
              <a:avLst/>
              <a:gdLst/>
              <a:ahLst/>
              <a:cxnLst/>
              <a:rect l="l" t="t" r="r" b="b"/>
              <a:pathLst>
                <a:path w="264911" h="60419" extrusionOk="0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7"/>
            <p:cNvSpPr/>
            <p:nvPr/>
          </p:nvSpPr>
          <p:spPr>
            <a:xfrm>
              <a:off x="3886708" y="343196"/>
              <a:ext cx="3461835" cy="538686"/>
            </a:xfrm>
            <a:custGeom>
              <a:avLst/>
              <a:gdLst/>
              <a:ahLst/>
              <a:cxnLst/>
              <a:rect l="l" t="t" r="r" b="b"/>
              <a:pathLst>
                <a:path w="136427" h="21229" extrusionOk="0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7"/>
            <p:cNvSpPr/>
            <p:nvPr/>
          </p:nvSpPr>
          <p:spPr>
            <a:xfrm>
              <a:off x="3809085" y="-758409"/>
              <a:ext cx="1679673" cy="520720"/>
            </a:xfrm>
            <a:custGeom>
              <a:avLst/>
              <a:gdLst/>
              <a:ahLst/>
              <a:cxnLst/>
              <a:rect l="l" t="t" r="r" b="b"/>
              <a:pathLst>
                <a:path w="66194" h="20521" extrusionOk="0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7"/>
            <p:cNvSpPr/>
            <p:nvPr/>
          </p:nvSpPr>
          <p:spPr>
            <a:xfrm>
              <a:off x="3809085" y="-490830"/>
              <a:ext cx="993913" cy="458755"/>
            </a:xfrm>
            <a:custGeom>
              <a:avLst/>
              <a:gdLst/>
              <a:ahLst/>
              <a:cxnLst/>
              <a:rect l="l" t="t" r="r" b="b"/>
              <a:pathLst>
                <a:path w="39169" h="18079" extrusionOk="0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7"/>
            <p:cNvSpPr/>
            <p:nvPr/>
          </p:nvSpPr>
          <p:spPr>
            <a:xfrm>
              <a:off x="9826894" y="1712989"/>
              <a:ext cx="136721" cy="13672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7"/>
            <p:cNvSpPr/>
            <p:nvPr/>
          </p:nvSpPr>
          <p:spPr>
            <a:xfrm>
              <a:off x="9850645" y="1736740"/>
              <a:ext cx="89218" cy="8863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7"/>
            <p:cNvSpPr/>
            <p:nvPr/>
          </p:nvSpPr>
          <p:spPr>
            <a:xfrm>
              <a:off x="8592628" y="81402"/>
              <a:ext cx="89218" cy="89219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7"/>
            <p:cNvSpPr/>
            <p:nvPr/>
          </p:nvSpPr>
          <p:spPr>
            <a:xfrm>
              <a:off x="10934893" y="789187"/>
              <a:ext cx="89218" cy="8863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7"/>
            <p:cNvSpPr/>
            <p:nvPr/>
          </p:nvSpPr>
          <p:spPr>
            <a:xfrm>
              <a:off x="7339839" y="740517"/>
              <a:ext cx="136721" cy="136721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7"/>
            <p:cNvSpPr/>
            <p:nvPr/>
          </p:nvSpPr>
          <p:spPr>
            <a:xfrm>
              <a:off x="7363590" y="764268"/>
              <a:ext cx="89218" cy="89218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7"/>
            <p:cNvSpPr/>
            <p:nvPr/>
          </p:nvSpPr>
          <p:spPr>
            <a:xfrm>
              <a:off x="6100372" y="-709765"/>
              <a:ext cx="136721" cy="136721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7"/>
            <p:cNvSpPr/>
            <p:nvPr/>
          </p:nvSpPr>
          <p:spPr>
            <a:xfrm>
              <a:off x="6124123" y="-686014"/>
              <a:ext cx="88635" cy="89218"/>
            </a:xfrm>
            <a:custGeom>
              <a:avLst/>
              <a:gdLst/>
              <a:ahLst/>
              <a:cxnLst/>
              <a:rect l="l" t="t" r="r" b="b"/>
              <a:pathLst>
                <a:path w="3493" h="3516" extrusionOk="0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7"/>
            <p:cNvSpPr/>
            <p:nvPr/>
          </p:nvSpPr>
          <p:spPr>
            <a:xfrm>
              <a:off x="6720105" y="-695276"/>
              <a:ext cx="107742" cy="107742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7"/>
            <p:cNvSpPr/>
            <p:nvPr/>
          </p:nvSpPr>
          <p:spPr>
            <a:xfrm>
              <a:off x="10327898" y="421401"/>
              <a:ext cx="107742" cy="107742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7"/>
            <p:cNvSpPr/>
            <p:nvPr/>
          </p:nvSpPr>
          <p:spPr>
            <a:xfrm>
              <a:off x="10136748" y="1466826"/>
              <a:ext cx="70695" cy="70695"/>
            </a:xfrm>
            <a:custGeom>
              <a:avLst/>
              <a:gdLst/>
              <a:ahLst/>
              <a:cxnLst/>
              <a:rect l="l" t="t" r="r" b="b"/>
              <a:pathLst>
                <a:path w="2786" h="2786" extrusionOk="0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7"/>
            <p:cNvSpPr/>
            <p:nvPr/>
          </p:nvSpPr>
          <p:spPr>
            <a:xfrm>
              <a:off x="8601890" y="1192877"/>
              <a:ext cx="70695" cy="70111"/>
            </a:xfrm>
            <a:custGeom>
              <a:avLst/>
              <a:gdLst/>
              <a:ahLst/>
              <a:cxnLst/>
              <a:rect l="l" t="t" r="r" b="b"/>
              <a:pathLst>
                <a:path w="2786" h="2763" extrusionOk="0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7"/>
            <p:cNvSpPr/>
            <p:nvPr/>
          </p:nvSpPr>
          <p:spPr>
            <a:xfrm>
              <a:off x="7411092" y="536655"/>
              <a:ext cx="141922" cy="141339"/>
            </a:xfrm>
            <a:custGeom>
              <a:avLst/>
              <a:gdLst/>
              <a:ahLst/>
              <a:cxnLst/>
              <a:rect l="l" t="t" r="r" b="b"/>
              <a:pathLst>
                <a:path w="5593" h="5570" extrusionOk="0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7"/>
            <p:cNvSpPr/>
            <p:nvPr/>
          </p:nvSpPr>
          <p:spPr>
            <a:xfrm>
              <a:off x="9285340" y="1156972"/>
              <a:ext cx="141922" cy="141922"/>
            </a:xfrm>
            <a:custGeom>
              <a:avLst/>
              <a:gdLst/>
              <a:ahLst/>
              <a:cxnLst/>
              <a:rect l="l" t="t" r="r" b="b"/>
              <a:pathLst>
                <a:path w="5593" h="5593" extrusionOk="0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7"/>
            <p:cNvSpPr/>
            <p:nvPr/>
          </p:nvSpPr>
          <p:spPr>
            <a:xfrm>
              <a:off x="7145822" y="-69174"/>
              <a:ext cx="66051" cy="66051"/>
            </a:xfrm>
            <a:custGeom>
              <a:avLst/>
              <a:gdLst/>
              <a:ahLst/>
              <a:cxnLst/>
              <a:rect l="l" t="t" r="r" b="b"/>
              <a:pathLst>
                <a:path w="2603" h="2603" extrusionOk="0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7"/>
            <p:cNvSpPr/>
            <p:nvPr/>
          </p:nvSpPr>
          <p:spPr>
            <a:xfrm>
              <a:off x="7338672" y="-341397"/>
              <a:ext cx="145982" cy="146566"/>
            </a:xfrm>
            <a:custGeom>
              <a:avLst/>
              <a:gdLst/>
              <a:ahLst/>
              <a:cxnLst/>
              <a:rect l="l" t="t" r="r" b="b"/>
              <a:pathLst>
                <a:path w="5753" h="5776" extrusionOk="0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7"/>
            <p:cNvSpPr/>
            <p:nvPr/>
          </p:nvSpPr>
          <p:spPr>
            <a:xfrm>
              <a:off x="7364174" y="-315336"/>
              <a:ext cx="95004" cy="94446"/>
            </a:xfrm>
            <a:custGeom>
              <a:avLst/>
              <a:gdLst/>
              <a:ahLst/>
              <a:cxnLst/>
              <a:rect l="l" t="t" r="r" b="b"/>
              <a:pathLst>
                <a:path w="3744" h="3722" extrusionOk="0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7"/>
            <p:cNvSpPr/>
            <p:nvPr/>
          </p:nvSpPr>
          <p:spPr>
            <a:xfrm>
              <a:off x="5743599" y="-296229"/>
              <a:ext cx="107742" cy="107768"/>
            </a:xfrm>
            <a:custGeom>
              <a:avLst/>
              <a:gdLst/>
              <a:ahLst/>
              <a:cxnLst/>
              <a:rect l="l" t="t" r="r" b="b"/>
              <a:pathLst>
                <a:path w="4246" h="4247" extrusionOk="0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7"/>
            <p:cNvSpPr/>
            <p:nvPr/>
          </p:nvSpPr>
          <p:spPr>
            <a:xfrm>
              <a:off x="5430243" y="-296229"/>
              <a:ext cx="107768" cy="107768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7"/>
            <p:cNvSpPr/>
            <p:nvPr/>
          </p:nvSpPr>
          <p:spPr>
            <a:xfrm>
              <a:off x="4743317" y="-91199"/>
              <a:ext cx="107768" cy="107768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7"/>
            <p:cNvSpPr/>
            <p:nvPr/>
          </p:nvSpPr>
          <p:spPr>
            <a:xfrm>
              <a:off x="4288089" y="-539474"/>
              <a:ext cx="107742" cy="107742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7"/>
            <p:cNvSpPr/>
            <p:nvPr/>
          </p:nvSpPr>
          <p:spPr>
            <a:xfrm>
              <a:off x="7000423" y="-678478"/>
              <a:ext cx="73588" cy="74146"/>
            </a:xfrm>
            <a:custGeom>
              <a:avLst/>
              <a:gdLst/>
              <a:ahLst/>
              <a:cxnLst/>
              <a:rect l="l" t="t" r="r" b="b"/>
              <a:pathLst>
                <a:path w="2900" h="2922" extrusionOk="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7"/>
            <p:cNvSpPr/>
            <p:nvPr/>
          </p:nvSpPr>
          <p:spPr>
            <a:xfrm>
              <a:off x="5041600" y="-500092"/>
              <a:ext cx="74171" cy="74146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7"/>
            <p:cNvSpPr/>
            <p:nvPr/>
          </p:nvSpPr>
          <p:spPr>
            <a:xfrm>
              <a:off x="8632010" y="121240"/>
              <a:ext cx="2335337" cy="717199"/>
            </a:xfrm>
            <a:custGeom>
              <a:avLst/>
              <a:gdLst/>
              <a:ahLst/>
              <a:cxnLst/>
              <a:rect l="l" t="t" r="r" b="b"/>
              <a:pathLst>
                <a:path w="92033" h="28264" extrusionOk="0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7"/>
            <p:cNvSpPr/>
            <p:nvPr/>
          </p:nvSpPr>
          <p:spPr>
            <a:xfrm>
              <a:off x="7355470" y="170595"/>
              <a:ext cx="151793" cy="94446"/>
            </a:xfrm>
            <a:custGeom>
              <a:avLst/>
              <a:gdLst/>
              <a:ahLst/>
              <a:cxnLst/>
              <a:rect l="l" t="t" r="r" b="b"/>
              <a:pathLst>
                <a:path w="5982" h="3722" extrusionOk="0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7"/>
            <p:cNvSpPr/>
            <p:nvPr/>
          </p:nvSpPr>
          <p:spPr>
            <a:xfrm>
              <a:off x="7469581" y="170595"/>
              <a:ext cx="151184" cy="94446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7"/>
            <p:cNvSpPr/>
            <p:nvPr/>
          </p:nvSpPr>
          <p:spPr>
            <a:xfrm>
              <a:off x="7583109" y="170595"/>
              <a:ext cx="151768" cy="94446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7"/>
            <p:cNvSpPr/>
            <p:nvPr/>
          </p:nvSpPr>
          <p:spPr>
            <a:xfrm>
              <a:off x="7697195" y="170595"/>
              <a:ext cx="151210" cy="94446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7"/>
            <p:cNvSpPr/>
            <p:nvPr/>
          </p:nvSpPr>
          <p:spPr>
            <a:xfrm>
              <a:off x="7810723" y="170595"/>
              <a:ext cx="151184" cy="94446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7"/>
            <p:cNvSpPr/>
            <p:nvPr/>
          </p:nvSpPr>
          <p:spPr>
            <a:xfrm>
              <a:off x="7924251" y="170595"/>
              <a:ext cx="151768" cy="94446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7"/>
            <p:cNvSpPr/>
            <p:nvPr/>
          </p:nvSpPr>
          <p:spPr>
            <a:xfrm>
              <a:off x="8038337" y="170595"/>
              <a:ext cx="151210" cy="94446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7"/>
            <p:cNvSpPr/>
            <p:nvPr/>
          </p:nvSpPr>
          <p:spPr>
            <a:xfrm>
              <a:off x="8151864" y="170595"/>
              <a:ext cx="151768" cy="94446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7"/>
            <p:cNvSpPr/>
            <p:nvPr/>
          </p:nvSpPr>
          <p:spPr>
            <a:xfrm>
              <a:off x="6543445" y="958895"/>
              <a:ext cx="280952" cy="175519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7"/>
            <p:cNvSpPr/>
            <p:nvPr/>
          </p:nvSpPr>
          <p:spPr>
            <a:xfrm>
              <a:off x="6754286" y="958895"/>
              <a:ext cx="280927" cy="175519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7"/>
            <p:cNvSpPr/>
            <p:nvPr/>
          </p:nvSpPr>
          <p:spPr>
            <a:xfrm>
              <a:off x="6965101" y="958895"/>
              <a:ext cx="280927" cy="175519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7"/>
            <p:cNvSpPr/>
            <p:nvPr/>
          </p:nvSpPr>
          <p:spPr>
            <a:xfrm>
              <a:off x="7176500" y="958895"/>
              <a:ext cx="280952" cy="175519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7"/>
            <p:cNvSpPr/>
            <p:nvPr/>
          </p:nvSpPr>
          <p:spPr>
            <a:xfrm>
              <a:off x="7387341" y="958895"/>
              <a:ext cx="280927" cy="175519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7"/>
            <p:cNvSpPr/>
            <p:nvPr/>
          </p:nvSpPr>
          <p:spPr>
            <a:xfrm>
              <a:off x="7598157" y="958895"/>
              <a:ext cx="280927" cy="175519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29" name="Google Shape;529;p7"/>
            <p:cNvCxnSpPr/>
            <p:nvPr/>
          </p:nvCxnSpPr>
          <p:spPr>
            <a:xfrm rot="10800000">
              <a:off x="1697950" y="877825"/>
              <a:ext cx="2233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530" name="Google Shape;530;p7"/>
            <p:cNvSpPr/>
            <p:nvPr/>
          </p:nvSpPr>
          <p:spPr>
            <a:xfrm>
              <a:off x="3748885" y="-197980"/>
              <a:ext cx="993913" cy="458755"/>
            </a:xfrm>
            <a:custGeom>
              <a:avLst/>
              <a:gdLst/>
              <a:ahLst/>
              <a:cxnLst/>
              <a:rect l="l" t="t" r="r" b="b"/>
              <a:pathLst>
                <a:path w="39169" h="18079" extrusionOk="0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7"/>
            <p:cNvSpPr/>
            <p:nvPr/>
          </p:nvSpPr>
          <p:spPr>
            <a:xfrm>
              <a:off x="4708100" y="215949"/>
              <a:ext cx="69046" cy="69077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2" name="Google Shape;532;p7"/>
            <p:cNvGrpSpPr/>
            <p:nvPr/>
          </p:nvGrpSpPr>
          <p:grpSpPr>
            <a:xfrm rot="-5400000" flipH="1">
              <a:off x="266770" y="647027"/>
              <a:ext cx="2094354" cy="800631"/>
              <a:chOff x="5593937" y="1366150"/>
              <a:chExt cx="1612903" cy="622575"/>
            </a:xfrm>
          </p:grpSpPr>
          <p:sp>
            <p:nvSpPr>
              <p:cNvPr id="533" name="Google Shape;533;p7"/>
              <p:cNvSpPr/>
              <p:nvPr/>
            </p:nvSpPr>
            <p:spPr>
              <a:xfrm>
                <a:off x="5593937" y="1408375"/>
                <a:ext cx="1529900" cy="580350"/>
              </a:xfrm>
              <a:custGeom>
                <a:avLst/>
                <a:gdLst/>
                <a:ahLst/>
                <a:cxnLst/>
                <a:rect l="l" t="t" r="r" b="b"/>
                <a:pathLst>
                  <a:path w="61196" h="23214" extrusionOk="0">
                    <a:moveTo>
                      <a:pt x="49121" y="0"/>
                    </a:moveTo>
                    <a:lnTo>
                      <a:pt x="26661" y="22460"/>
                    </a:lnTo>
                    <a:lnTo>
                      <a:pt x="389" y="22460"/>
                    </a:lnTo>
                    <a:cubicBezTo>
                      <a:pt x="161" y="22460"/>
                      <a:pt x="1" y="22620"/>
                      <a:pt x="1" y="22848"/>
                    </a:cubicBezTo>
                    <a:cubicBezTo>
                      <a:pt x="1" y="23054"/>
                      <a:pt x="161" y="23214"/>
                      <a:pt x="389" y="23214"/>
                    </a:cubicBezTo>
                    <a:lnTo>
                      <a:pt x="26980" y="23214"/>
                    </a:lnTo>
                    <a:lnTo>
                      <a:pt x="49441" y="776"/>
                    </a:lnTo>
                    <a:lnTo>
                      <a:pt x="60808" y="776"/>
                    </a:lnTo>
                    <a:cubicBezTo>
                      <a:pt x="61013" y="776"/>
                      <a:pt x="61196" y="594"/>
                      <a:pt x="61196" y="388"/>
                    </a:cubicBezTo>
                    <a:cubicBezTo>
                      <a:pt x="61196" y="183"/>
                      <a:pt x="61013" y="0"/>
                      <a:pt x="608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7"/>
              <p:cNvSpPr/>
              <p:nvPr/>
            </p:nvSpPr>
            <p:spPr>
              <a:xfrm>
                <a:off x="7100690" y="1366150"/>
                <a:ext cx="106150" cy="106150"/>
              </a:xfrm>
              <a:custGeom>
                <a:avLst/>
                <a:gdLst/>
                <a:ahLst/>
                <a:cxnLst/>
                <a:rect l="l" t="t" r="r" b="b"/>
                <a:pathLst>
                  <a:path w="4246" h="4246" extrusionOk="0">
                    <a:moveTo>
                      <a:pt x="2123" y="0"/>
                    </a:moveTo>
                    <a:cubicBezTo>
                      <a:pt x="936" y="0"/>
                      <a:pt x="0" y="959"/>
                      <a:pt x="0" y="2123"/>
                    </a:cubicBezTo>
                    <a:cubicBezTo>
                      <a:pt x="0" y="3310"/>
                      <a:pt x="936" y="4246"/>
                      <a:pt x="2123" y="4246"/>
                    </a:cubicBezTo>
                    <a:cubicBezTo>
                      <a:pt x="3287" y="4246"/>
                      <a:pt x="4246" y="3310"/>
                      <a:pt x="4246" y="2123"/>
                    </a:cubicBezTo>
                    <a:cubicBezTo>
                      <a:pt x="4246" y="959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35" name="Google Shape;535;p7"/>
          <p:cNvSpPr/>
          <p:nvPr/>
        </p:nvSpPr>
        <p:spPr>
          <a:xfrm rot="10800000" flipH="1">
            <a:off x="-3890200" y="6349394"/>
            <a:ext cx="74171" cy="74146"/>
          </a:xfrm>
          <a:custGeom>
            <a:avLst/>
            <a:gdLst/>
            <a:ahLst/>
            <a:cxnLst/>
            <a:rect l="l" t="t" r="r" b="b"/>
            <a:pathLst>
              <a:path w="2923" h="2922" extrusionOk="0">
                <a:moveTo>
                  <a:pt x="1462" y="0"/>
                </a:moveTo>
                <a:cubicBezTo>
                  <a:pt x="640" y="0"/>
                  <a:pt x="1" y="662"/>
                  <a:pt x="1" y="1461"/>
                </a:cubicBezTo>
                <a:cubicBezTo>
                  <a:pt x="1" y="2260"/>
                  <a:pt x="640" y="2922"/>
                  <a:pt x="1462" y="2922"/>
                </a:cubicBezTo>
                <a:cubicBezTo>
                  <a:pt x="2260" y="2922"/>
                  <a:pt x="2922" y="2260"/>
                  <a:pt x="2922" y="1461"/>
                </a:cubicBezTo>
                <a:cubicBezTo>
                  <a:pt x="2922" y="662"/>
                  <a:pt x="2260" y="0"/>
                  <a:pt x="14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6" name="Google Shape;536;p7"/>
          <p:cNvGrpSpPr/>
          <p:nvPr/>
        </p:nvGrpSpPr>
        <p:grpSpPr>
          <a:xfrm>
            <a:off x="3690957" y="4568872"/>
            <a:ext cx="881035" cy="290677"/>
            <a:chOff x="3690957" y="4568872"/>
            <a:chExt cx="881035" cy="290677"/>
          </a:xfrm>
        </p:grpSpPr>
        <p:sp>
          <p:nvSpPr>
            <p:cNvPr id="537" name="Google Shape;537;p7"/>
            <p:cNvSpPr/>
            <p:nvPr/>
          </p:nvSpPr>
          <p:spPr>
            <a:xfrm>
              <a:off x="3690957" y="4568872"/>
              <a:ext cx="148483" cy="290677"/>
            </a:xfrm>
            <a:custGeom>
              <a:avLst/>
              <a:gdLst/>
              <a:ahLst/>
              <a:cxnLst/>
              <a:rect l="l" t="t" r="r" b="b"/>
              <a:pathLst>
                <a:path w="1204" h="2357" fill="none" extrusionOk="0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7"/>
            <p:cNvSpPr/>
            <p:nvPr/>
          </p:nvSpPr>
          <p:spPr>
            <a:xfrm>
              <a:off x="3839318" y="4568872"/>
              <a:ext cx="145400" cy="290677"/>
            </a:xfrm>
            <a:custGeom>
              <a:avLst/>
              <a:gdLst/>
              <a:ahLst/>
              <a:cxnLst/>
              <a:rect l="l" t="t" r="r" b="b"/>
              <a:pathLst>
                <a:path w="1179" h="2357" fill="none" extrusionOk="0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7"/>
            <p:cNvSpPr/>
            <p:nvPr/>
          </p:nvSpPr>
          <p:spPr>
            <a:xfrm>
              <a:off x="3984595" y="4568872"/>
              <a:ext cx="148483" cy="290677"/>
            </a:xfrm>
            <a:custGeom>
              <a:avLst/>
              <a:gdLst/>
              <a:ahLst/>
              <a:cxnLst/>
              <a:rect l="l" t="t" r="r" b="b"/>
              <a:pathLst>
                <a:path w="1204" h="2357" fill="none" extrusionOk="0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7"/>
            <p:cNvSpPr/>
            <p:nvPr/>
          </p:nvSpPr>
          <p:spPr>
            <a:xfrm>
              <a:off x="4132955" y="4568872"/>
              <a:ext cx="145400" cy="290677"/>
            </a:xfrm>
            <a:custGeom>
              <a:avLst/>
              <a:gdLst/>
              <a:ahLst/>
              <a:cxnLst/>
              <a:rect l="l" t="t" r="r" b="b"/>
              <a:pathLst>
                <a:path w="1179" h="2357" fill="none" extrusionOk="0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7"/>
            <p:cNvSpPr/>
            <p:nvPr/>
          </p:nvSpPr>
          <p:spPr>
            <a:xfrm>
              <a:off x="4278232" y="4568872"/>
              <a:ext cx="148483" cy="290677"/>
            </a:xfrm>
            <a:custGeom>
              <a:avLst/>
              <a:gdLst/>
              <a:ahLst/>
              <a:cxnLst/>
              <a:rect l="l" t="t" r="r" b="b"/>
              <a:pathLst>
                <a:path w="1204" h="2357" fill="none" extrusionOk="0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7"/>
            <p:cNvSpPr/>
            <p:nvPr/>
          </p:nvSpPr>
          <p:spPr>
            <a:xfrm>
              <a:off x="4426592" y="4568872"/>
              <a:ext cx="145400" cy="290677"/>
            </a:xfrm>
            <a:custGeom>
              <a:avLst/>
              <a:gdLst/>
              <a:ahLst/>
              <a:cxnLst/>
              <a:rect l="l" t="t" r="r" b="b"/>
              <a:pathLst>
                <a:path w="1179" h="2357" fill="none" extrusionOk="0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w="19050" cap="flat" cmpd="sng">
              <a:solidFill>
                <a:schemeClr val="accent5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7" name="Google Shape;547;p9"/>
          <p:cNvGrpSpPr/>
          <p:nvPr/>
        </p:nvGrpSpPr>
        <p:grpSpPr>
          <a:xfrm flipH="1">
            <a:off x="-271725" y="-1955550"/>
            <a:ext cx="7767703" cy="3383025"/>
            <a:chOff x="24125" y="294775"/>
            <a:chExt cx="7767703" cy="3383025"/>
          </a:xfrm>
        </p:grpSpPr>
        <p:sp>
          <p:nvSpPr>
            <p:cNvPr id="548" name="Google Shape;548;p9"/>
            <p:cNvSpPr/>
            <p:nvPr/>
          </p:nvSpPr>
          <p:spPr>
            <a:xfrm>
              <a:off x="1686375" y="607200"/>
              <a:ext cx="142125" cy="129550"/>
            </a:xfrm>
            <a:custGeom>
              <a:avLst/>
              <a:gdLst/>
              <a:ahLst/>
              <a:cxnLst/>
              <a:rect l="l" t="t" r="r" b="b"/>
              <a:pathLst>
                <a:path w="5685" h="5182" extrusionOk="0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9"/>
            <p:cNvSpPr/>
            <p:nvPr/>
          </p:nvSpPr>
          <p:spPr>
            <a:xfrm>
              <a:off x="66098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9"/>
            <p:cNvSpPr/>
            <p:nvPr/>
          </p:nvSpPr>
          <p:spPr>
            <a:xfrm>
              <a:off x="67216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9"/>
            <p:cNvSpPr/>
            <p:nvPr/>
          </p:nvSpPr>
          <p:spPr>
            <a:xfrm>
              <a:off x="68340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9"/>
            <p:cNvSpPr/>
            <p:nvPr/>
          </p:nvSpPr>
          <p:spPr>
            <a:xfrm>
              <a:off x="69459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9"/>
            <p:cNvSpPr/>
            <p:nvPr/>
          </p:nvSpPr>
          <p:spPr>
            <a:xfrm>
              <a:off x="70577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9"/>
            <p:cNvSpPr/>
            <p:nvPr/>
          </p:nvSpPr>
          <p:spPr>
            <a:xfrm>
              <a:off x="71701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9"/>
            <p:cNvSpPr/>
            <p:nvPr/>
          </p:nvSpPr>
          <p:spPr>
            <a:xfrm>
              <a:off x="728200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9"/>
            <p:cNvSpPr/>
            <p:nvPr/>
          </p:nvSpPr>
          <p:spPr>
            <a:xfrm>
              <a:off x="2406525" y="1218350"/>
              <a:ext cx="5385303" cy="1110475"/>
            </a:xfrm>
            <a:custGeom>
              <a:avLst/>
              <a:gdLst/>
              <a:ahLst/>
              <a:cxnLst/>
              <a:rect l="l" t="t" r="r" b="b"/>
              <a:pathLst>
                <a:path w="206136" h="44419" extrusionOk="0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9"/>
            <p:cNvSpPr/>
            <p:nvPr/>
          </p:nvSpPr>
          <p:spPr>
            <a:xfrm>
              <a:off x="987925" y="355975"/>
              <a:ext cx="6210225" cy="1468400"/>
            </a:xfrm>
            <a:custGeom>
              <a:avLst/>
              <a:gdLst/>
              <a:ahLst/>
              <a:cxnLst/>
              <a:rect l="l" t="t" r="r" b="b"/>
              <a:pathLst>
                <a:path w="248409" h="58736" extrusionOk="0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9"/>
            <p:cNvSpPr/>
            <p:nvPr/>
          </p:nvSpPr>
          <p:spPr>
            <a:xfrm>
              <a:off x="1265250" y="1389550"/>
              <a:ext cx="6299250" cy="1955000"/>
            </a:xfrm>
            <a:custGeom>
              <a:avLst/>
              <a:gdLst/>
              <a:ahLst/>
              <a:cxnLst/>
              <a:rect l="l" t="t" r="r" b="b"/>
              <a:pathLst>
                <a:path w="251970" h="78200" extrusionOk="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9"/>
            <p:cNvSpPr/>
            <p:nvPr/>
          </p:nvSpPr>
          <p:spPr>
            <a:xfrm>
              <a:off x="1631600" y="1974425"/>
              <a:ext cx="6160000" cy="1095650"/>
            </a:xfrm>
            <a:custGeom>
              <a:avLst/>
              <a:gdLst/>
              <a:ahLst/>
              <a:cxnLst/>
              <a:rect l="l" t="t" r="r" b="b"/>
              <a:pathLst>
                <a:path w="246400" h="43826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9"/>
            <p:cNvSpPr/>
            <p:nvPr/>
          </p:nvSpPr>
          <p:spPr>
            <a:xfrm>
              <a:off x="1978550" y="331575"/>
              <a:ext cx="4691750" cy="1289675"/>
            </a:xfrm>
            <a:custGeom>
              <a:avLst/>
              <a:gdLst/>
              <a:ahLst/>
              <a:cxnLst/>
              <a:rect l="l" t="t" r="r" b="b"/>
              <a:pathLst>
                <a:path w="187670" h="51587" extrusionOk="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9"/>
            <p:cNvSpPr/>
            <p:nvPr/>
          </p:nvSpPr>
          <p:spPr>
            <a:xfrm>
              <a:off x="937150" y="2104550"/>
              <a:ext cx="6622775" cy="1510475"/>
            </a:xfrm>
            <a:custGeom>
              <a:avLst/>
              <a:gdLst/>
              <a:ahLst/>
              <a:cxnLst/>
              <a:rect l="l" t="t" r="r" b="b"/>
              <a:pathLst>
                <a:path w="264911" h="60419" extrusionOk="0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9"/>
            <p:cNvSpPr/>
            <p:nvPr/>
          </p:nvSpPr>
          <p:spPr>
            <a:xfrm>
              <a:off x="1664700" y="294775"/>
              <a:ext cx="3135650" cy="766675"/>
            </a:xfrm>
            <a:custGeom>
              <a:avLst/>
              <a:gdLst/>
              <a:ahLst/>
              <a:cxnLst/>
              <a:rect l="l" t="t" r="r" b="b"/>
              <a:pathLst>
                <a:path w="125426" h="30667" extrusionOk="0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9"/>
            <p:cNvSpPr/>
            <p:nvPr/>
          </p:nvSpPr>
          <p:spPr>
            <a:xfrm>
              <a:off x="100600" y="2193550"/>
              <a:ext cx="3410675" cy="530725"/>
            </a:xfrm>
            <a:custGeom>
              <a:avLst/>
              <a:gdLst/>
              <a:ahLst/>
              <a:cxnLst/>
              <a:rect l="l" t="t" r="r" b="b"/>
              <a:pathLst>
                <a:path w="136427" h="21229" extrusionOk="0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9"/>
            <p:cNvSpPr/>
            <p:nvPr/>
          </p:nvSpPr>
          <p:spPr>
            <a:xfrm>
              <a:off x="106300" y="832600"/>
              <a:ext cx="2024625" cy="395475"/>
            </a:xfrm>
            <a:custGeom>
              <a:avLst/>
              <a:gdLst/>
              <a:ahLst/>
              <a:cxnLst/>
              <a:rect l="l" t="t" r="r" b="b"/>
              <a:pathLst>
                <a:path w="80985" h="15819" extrusionOk="0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9"/>
            <p:cNvSpPr/>
            <p:nvPr/>
          </p:nvSpPr>
          <p:spPr>
            <a:xfrm>
              <a:off x="24125" y="1108225"/>
              <a:ext cx="1654850" cy="513025"/>
            </a:xfrm>
            <a:custGeom>
              <a:avLst/>
              <a:gdLst/>
              <a:ahLst/>
              <a:cxnLst/>
              <a:rect l="l" t="t" r="r" b="b"/>
              <a:pathLst>
                <a:path w="66194" h="20521" extrusionOk="0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9"/>
            <p:cNvSpPr/>
            <p:nvPr/>
          </p:nvSpPr>
          <p:spPr>
            <a:xfrm>
              <a:off x="24125" y="1371850"/>
              <a:ext cx="979225" cy="451975"/>
            </a:xfrm>
            <a:custGeom>
              <a:avLst/>
              <a:gdLst/>
              <a:ahLst/>
              <a:cxnLst/>
              <a:rect l="l" t="t" r="r" b="b"/>
              <a:pathLst>
                <a:path w="39169" h="18079" extrusionOk="0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9"/>
            <p:cNvSpPr/>
            <p:nvPr/>
          </p:nvSpPr>
          <p:spPr>
            <a:xfrm>
              <a:off x="5585500" y="1408375"/>
              <a:ext cx="1529900" cy="580350"/>
            </a:xfrm>
            <a:custGeom>
              <a:avLst/>
              <a:gdLst/>
              <a:ahLst/>
              <a:cxnLst/>
              <a:rect l="l" t="t" r="r" b="b"/>
              <a:pathLst>
                <a:path w="61196" h="23214" extrusionOk="0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9"/>
            <p:cNvSpPr/>
            <p:nvPr/>
          </p:nvSpPr>
          <p:spPr>
            <a:xfrm>
              <a:off x="5953000" y="35431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9"/>
            <p:cNvSpPr/>
            <p:nvPr/>
          </p:nvSpPr>
          <p:spPr>
            <a:xfrm>
              <a:off x="5976400" y="356650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9"/>
            <p:cNvSpPr/>
            <p:nvPr/>
          </p:nvSpPr>
          <p:spPr>
            <a:xfrm>
              <a:off x="5421175" y="22563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9"/>
            <p:cNvSpPr/>
            <p:nvPr/>
          </p:nvSpPr>
          <p:spPr>
            <a:xfrm>
              <a:off x="5444575" y="22797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9"/>
            <p:cNvSpPr/>
            <p:nvPr/>
          </p:nvSpPr>
          <p:spPr>
            <a:xfrm>
              <a:off x="5459400" y="19122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9"/>
            <p:cNvSpPr/>
            <p:nvPr/>
          </p:nvSpPr>
          <p:spPr>
            <a:xfrm>
              <a:off x="5482800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9"/>
            <p:cNvSpPr/>
            <p:nvPr/>
          </p:nvSpPr>
          <p:spPr>
            <a:xfrm>
              <a:off x="4736975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9"/>
            <p:cNvSpPr/>
            <p:nvPr/>
          </p:nvSpPr>
          <p:spPr>
            <a:xfrm>
              <a:off x="7044625" y="263295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9"/>
            <p:cNvSpPr/>
            <p:nvPr/>
          </p:nvSpPr>
          <p:spPr>
            <a:xfrm>
              <a:off x="4222850" y="1085400"/>
              <a:ext cx="134675" cy="134675"/>
            </a:xfrm>
            <a:custGeom>
              <a:avLst/>
              <a:gdLst/>
              <a:ahLst/>
              <a:cxnLst/>
              <a:rect l="l" t="t" r="r" b="b"/>
              <a:pathLst>
                <a:path w="5387" h="5387" extrusionOk="0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9"/>
            <p:cNvSpPr/>
            <p:nvPr/>
          </p:nvSpPr>
          <p:spPr>
            <a:xfrm>
              <a:off x="4246800" y="1108775"/>
              <a:ext cx="87350" cy="87925"/>
            </a:xfrm>
            <a:custGeom>
              <a:avLst/>
              <a:gdLst/>
              <a:ahLst/>
              <a:cxnLst/>
              <a:rect l="l" t="t" r="r" b="b"/>
              <a:pathLst>
                <a:path w="3494" h="3517" extrusionOk="0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9"/>
            <p:cNvSpPr/>
            <p:nvPr/>
          </p:nvSpPr>
          <p:spPr>
            <a:xfrm>
              <a:off x="3502700" y="25850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9"/>
            <p:cNvSpPr/>
            <p:nvPr/>
          </p:nvSpPr>
          <p:spPr>
            <a:xfrm>
              <a:off x="3526100" y="2608400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9"/>
            <p:cNvSpPr/>
            <p:nvPr/>
          </p:nvSpPr>
          <p:spPr>
            <a:xfrm>
              <a:off x="2281550" y="115615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9"/>
            <p:cNvSpPr/>
            <p:nvPr/>
          </p:nvSpPr>
          <p:spPr>
            <a:xfrm>
              <a:off x="2304950" y="1179550"/>
              <a:ext cx="87325" cy="87900"/>
            </a:xfrm>
            <a:custGeom>
              <a:avLst/>
              <a:gdLst/>
              <a:ahLst/>
              <a:cxnLst/>
              <a:rect l="l" t="t" r="r" b="b"/>
              <a:pathLst>
                <a:path w="3493" h="3516" extrusionOk="0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9"/>
            <p:cNvSpPr/>
            <p:nvPr/>
          </p:nvSpPr>
          <p:spPr>
            <a:xfrm>
              <a:off x="1577950" y="1004925"/>
              <a:ext cx="94750" cy="94750"/>
            </a:xfrm>
            <a:custGeom>
              <a:avLst/>
              <a:gdLst/>
              <a:ahLst/>
              <a:cxnLst/>
              <a:rect l="l" t="t" r="r" b="b"/>
              <a:pathLst>
                <a:path w="3790" h="3790" extrusionOk="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9"/>
            <p:cNvSpPr/>
            <p:nvPr/>
          </p:nvSpPr>
          <p:spPr>
            <a:xfrm>
              <a:off x="1595075" y="1022050"/>
              <a:ext cx="59950" cy="59950"/>
            </a:xfrm>
            <a:custGeom>
              <a:avLst/>
              <a:gdLst/>
              <a:ahLst/>
              <a:cxnLst/>
              <a:rect l="l" t="t" r="r" b="b"/>
              <a:pathLst>
                <a:path w="2398" h="2398" extrusionOk="0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9"/>
            <p:cNvSpPr/>
            <p:nvPr/>
          </p:nvSpPr>
          <p:spPr>
            <a:xfrm>
              <a:off x="2892125" y="11704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9"/>
            <p:cNvSpPr/>
            <p:nvPr/>
          </p:nvSpPr>
          <p:spPr>
            <a:xfrm>
              <a:off x="7004675" y="136615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9"/>
            <p:cNvSpPr/>
            <p:nvPr/>
          </p:nvSpPr>
          <p:spPr>
            <a:xfrm>
              <a:off x="6446600" y="227060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9"/>
            <p:cNvSpPr/>
            <p:nvPr/>
          </p:nvSpPr>
          <p:spPr>
            <a:xfrm>
              <a:off x="6258275" y="3300575"/>
              <a:ext cx="69650" cy="69650"/>
            </a:xfrm>
            <a:custGeom>
              <a:avLst/>
              <a:gdLst/>
              <a:ahLst/>
              <a:cxnLst/>
              <a:rect l="l" t="t" r="r" b="b"/>
              <a:pathLst>
                <a:path w="2786" h="2786" extrusionOk="0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9"/>
            <p:cNvSpPr/>
            <p:nvPr/>
          </p:nvSpPr>
          <p:spPr>
            <a:xfrm>
              <a:off x="4746100" y="3030675"/>
              <a:ext cx="69650" cy="69075"/>
            </a:xfrm>
            <a:custGeom>
              <a:avLst/>
              <a:gdLst/>
              <a:ahLst/>
              <a:cxnLst/>
              <a:rect l="l" t="t" r="r" b="b"/>
              <a:pathLst>
                <a:path w="2786" h="2763" extrusionOk="0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9"/>
            <p:cNvSpPr/>
            <p:nvPr/>
          </p:nvSpPr>
          <p:spPr>
            <a:xfrm>
              <a:off x="5111875" y="1378700"/>
              <a:ext cx="106175" cy="106150"/>
            </a:xfrm>
            <a:custGeom>
              <a:avLst/>
              <a:gdLst/>
              <a:ahLst/>
              <a:cxnLst/>
              <a:rect l="l" t="t" r="r" b="b"/>
              <a:pathLst>
                <a:path w="4247" h="4246" extrusionOk="0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9"/>
            <p:cNvSpPr/>
            <p:nvPr/>
          </p:nvSpPr>
          <p:spPr>
            <a:xfrm>
              <a:off x="5692225" y="1404950"/>
              <a:ext cx="75350" cy="74775"/>
            </a:xfrm>
            <a:custGeom>
              <a:avLst/>
              <a:gdLst/>
              <a:ahLst/>
              <a:cxnLst/>
              <a:rect l="l" t="t" r="r" b="b"/>
              <a:pathLst>
                <a:path w="3014" h="2991" extrusionOk="0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9"/>
            <p:cNvSpPr/>
            <p:nvPr/>
          </p:nvSpPr>
          <p:spPr>
            <a:xfrm>
              <a:off x="5821750" y="1469425"/>
              <a:ext cx="79350" cy="79350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9"/>
            <p:cNvSpPr/>
            <p:nvPr/>
          </p:nvSpPr>
          <p:spPr>
            <a:xfrm>
              <a:off x="3572900" y="2384150"/>
              <a:ext cx="139825" cy="139250"/>
            </a:xfrm>
            <a:custGeom>
              <a:avLst/>
              <a:gdLst/>
              <a:ahLst/>
              <a:cxnLst/>
              <a:rect l="l" t="t" r="r" b="b"/>
              <a:pathLst>
                <a:path w="5593" h="5570" extrusionOk="0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9"/>
            <p:cNvSpPr/>
            <p:nvPr/>
          </p:nvSpPr>
          <p:spPr>
            <a:xfrm>
              <a:off x="5419450" y="2995300"/>
              <a:ext cx="139825" cy="139825"/>
            </a:xfrm>
            <a:custGeom>
              <a:avLst/>
              <a:gdLst/>
              <a:ahLst/>
              <a:cxnLst/>
              <a:rect l="l" t="t" r="r" b="b"/>
              <a:pathLst>
                <a:path w="5593" h="5593" extrusionOk="0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9"/>
            <p:cNvSpPr/>
            <p:nvPr/>
          </p:nvSpPr>
          <p:spPr>
            <a:xfrm>
              <a:off x="3311550" y="1787275"/>
              <a:ext cx="65075" cy="65075"/>
            </a:xfrm>
            <a:custGeom>
              <a:avLst/>
              <a:gdLst/>
              <a:ahLst/>
              <a:cxnLst/>
              <a:rect l="l" t="t" r="r" b="b"/>
              <a:pathLst>
                <a:path w="2603" h="2603" extrusionOk="0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9"/>
            <p:cNvSpPr/>
            <p:nvPr/>
          </p:nvSpPr>
          <p:spPr>
            <a:xfrm>
              <a:off x="3501550" y="1519075"/>
              <a:ext cx="143825" cy="144400"/>
            </a:xfrm>
            <a:custGeom>
              <a:avLst/>
              <a:gdLst/>
              <a:ahLst/>
              <a:cxnLst/>
              <a:rect l="l" t="t" r="r" b="b"/>
              <a:pathLst>
                <a:path w="5753" h="5776" extrusionOk="0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9"/>
            <p:cNvSpPr/>
            <p:nvPr/>
          </p:nvSpPr>
          <p:spPr>
            <a:xfrm>
              <a:off x="3526675" y="1544750"/>
              <a:ext cx="93600" cy="93050"/>
            </a:xfrm>
            <a:custGeom>
              <a:avLst/>
              <a:gdLst/>
              <a:ahLst/>
              <a:cxnLst/>
              <a:rect l="l" t="t" r="r" b="b"/>
              <a:pathLst>
                <a:path w="3744" h="3722" extrusionOk="0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9"/>
            <p:cNvSpPr/>
            <p:nvPr/>
          </p:nvSpPr>
          <p:spPr>
            <a:xfrm>
              <a:off x="1930050" y="1563575"/>
              <a:ext cx="106150" cy="106175"/>
            </a:xfrm>
            <a:custGeom>
              <a:avLst/>
              <a:gdLst/>
              <a:ahLst/>
              <a:cxnLst/>
              <a:rect l="l" t="t" r="r" b="b"/>
              <a:pathLst>
                <a:path w="4246" h="4247" extrusionOk="0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9"/>
            <p:cNvSpPr/>
            <p:nvPr/>
          </p:nvSpPr>
          <p:spPr>
            <a:xfrm>
              <a:off x="1621325" y="1563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9"/>
            <p:cNvSpPr/>
            <p:nvPr/>
          </p:nvSpPr>
          <p:spPr>
            <a:xfrm>
              <a:off x="944550" y="1765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9"/>
            <p:cNvSpPr/>
            <p:nvPr/>
          </p:nvSpPr>
          <p:spPr>
            <a:xfrm>
              <a:off x="496050" y="13239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9"/>
            <p:cNvSpPr/>
            <p:nvPr/>
          </p:nvSpPr>
          <p:spPr>
            <a:xfrm>
              <a:off x="3168300" y="1186975"/>
              <a:ext cx="72500" cy="73050"/>
            </a:xfrm>
            <a:custGeom>
              <a:avLst/>
              <a:gdLst/>
              <a:ahLst/>
              <a:cxnLst/>
              <a:rect l="l" t="t" r="r" b="b"/>
              <a:pathLst>
                <a:path w="2900" h="2922" extrusionOk="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9"/>
            <p:cNvSpPr/>
            <p:nvPr/>
          </p:nvSpPr>
          <p:spPr>
            <a:xfrm>
              <a:off x="1238425" y="1362725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9"/>
            <p:cNvSpPr/>
            <p:nvPr/>
          </p:nvSpPr>
          <p:spPr>
            <a:xfrm>
              <a:off x="2281550" y="832600"/>
              <a:ext cx="2995850" cy="9725"/>
            </a:xfrm>
            <a:custGeom>
              <a:avLst/>
              <a:gdLst/>
              <a:ahLst/>
              <a:cxnLst/>
              <a:rect l="l" t="t" r="r" b="b"/>
              <a:pathLst>
                <a:path w="119834" h="389" extrusionOk="0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9"/>
            <p:cNvSpPr/>
            <p:nvPr/>
          </p:nvSpPr>
          <p:spPr>
            <a:xfrm>
              <a:off x="2222775" y="800650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9"/>
            <p:cNvSpPr/>
            <p:nvPr/>
          </p:nvSpPr>
          <p:spPr>
            <a:xfrm>
              <a:off x="5235725" y="800650"/>
              <a:ext cx="73050" cy="73050"/>
            </a:xfrm>
            <a:custGeom>
              <a:avLst/>
              <a:gdLst/>
              <a:ahLst/>
              <a:cxnLst/>
              <a:rect l="l" t="t" r="r" b="b"/>
              <a:pathLst>
                <a:path w="2922" h="2922" extrusionOk="0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9"/>
            <p:cNvSpPr/>
            <p:nvPr/>
          </p:nvSpPr>
          <p:spPr>
            <a:xfrm>
              <a:off x="5732175" y="319450"/>
              <a:ext cx="1118450" cy="1117475"/>
            </a:xfrm>
            <a:custGeom>
              <a:avLst/>
              <a:gdLst/>
              <a:ahLst/>
              <a:cxnLst/>
              <a:rect l="l" t="t" r="r" b="b"/>
              <a:pathLst>
                <a:path w="44738" h="44699" extrusionOk="0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9"/>
            <p:cNvSpPr/>
            <p:nvPr/>
          </p:nvSpPr>
          <p:spPr>
            <a:xfrm>
              <a:off x="5870250" y="381100"/>
              <a:ext cx="1118475" cy="1117450"/>
            </a:xfrm>
            <a:custGeom>
              <a:avLst/>
              <a:gdLst/>
              <a:ahLst/>
              <a:cxnLst/>
              <a:rect l="l" t="t" r="r" b="b"/>
              <a:pathLst>
                <a:path w="44739" h="44698" extrusionOk="0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9"/>
            <p:cNvSpPr/>
            <p:nvPr/>
          </p:nvSpPr>
          <p:spPr>
            <a:xfrm>
              <a:off x="4775775" y="1974875"/>
              <a:ext cx="2300825" cy="706600"/>
            </a:xfrm>
            <a:custGeom>
              <a:avLst/>
              <a:gdLst/>
              <a:ahLst/>
              <a:cxnLst/>
              <a:rect l="l" t="t" r="r" b="b"/>
              <a:pathLst>
                <a:path w="92033" h="28264" extrusionOk="0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9"/>
            <p:cNvSpPr/>
            <p:nvPr/>
          </p:nvSpPr>
          <p:spPr>
            <a:xfrm>
              <a:off x="3518100" y="2023500"/>
              <a:ext cx="149550" cy="93050"/>
            </a:xfrm>
            <a:custGeom>
              <a:avLst/>
              <a:gdLst/>
              <a:ahLst/>
              <a:cxnLst/>
              <a:rect l="l" t="t" r="r" b="b"/>
              <a:pathLst>
                <a:path w="5982" h="3722" extrusionOk="0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9"/>
            <p:cNvSpPr/>
            <p:nvPr/>
          </p:nvSpPr>
          <p:spPr>
            <a:xfrm>
              <a:off x="36305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9"/>
            <p:cNvSpPr/>
            <p:nvPr/>
          </p:nvSpPr>
          <p:spPr>
            <a:xfrm>
              <a:off x="37423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9"/>
            <p:cNvSpPr/>
            <p:nvPr/>
          </p:nvSpPr>
          <p:spPr>
            <a:xfrm>
              <a:off x="38547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9"/>
            <p:cNvSpPr/>
            <p:nvPr/>
          </p:nvSpPr>
          <p:spPr>
            <a:xfrm>
              <a:off x="39666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9"/>
            <p:cNvSpPr/>
            <p:nvPr/>
          </p:nvSpPr>
          <p:spPr>
            <a:xfrm>
              <a:off x="40784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9"/>
            <p:cNvSpPr/>
            <p:nvPr/>
          </p:nvSpPr>
          <p:spPr>
            <a:xfrm>
              <a:off x="41908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9"/>
            <p:cNvSpPr/>
            <p:nvPr/>
          </p:nvSpPr>
          <p:spPr>
            <a:xfrm>
              <a:off x="430272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9"/>
            <p:cNvSpPr/>
            <p:nvPr/>
          </p:nvSpPr>
          <p:spPr>
            <a:xfrm>
              <a:off x="27180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9"/>
            <p:cNvSpPr/>
            <p:nvPr/>
          </p:nvSpPr>
          <p:spPr>
            <a:xfrm>
              <a:off x="29258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9"/>
            <p:cNvSpPr/>
            <p:nvPr/>
          </p:nvSpPr>
          <p:spPr>
            <a:xfrm>
              <a:off x="3133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9"/>
            <p:cNvSpPr/>
            <p:nvPr/>
          </p:nvSpPr>
          <p:spPr>
            <a:xfrm>
              <a:off x="33417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9"/>
            <p:cNvSpPr/>
            <p:nvPr/>
          </p:nvSpPr>
          <p:spPr>
            <a:xfrm>
              <a:off x="3549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9"/>
            <p:cNvSpPr/>
            <p:nvPr/>
          </p:nvSpPr>
          <p:spPr>
            <a:xfrm>
              <a:off x="37572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9"/>
            <p:cNvSpPr/>
            <p:nvPr/>
          </p:nvSpPr>
          <p:spPr>
            <a:xfrm>
              <a:off x="61139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9"/>
            <p:cNvSpPr/>
            <p:nvPr/>
          </p:nvSpPr>
          <p:spPr>
            <a:xfrm>
              <a:off x="5906200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9"/>
            <p:cNvSpPr/>
            <p:nvPr/>
          </p:nvSpPr>
          <p:spPr>
            <a:xfrm>
              <a:off x="5698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9"/>
            <p:cNvSpPr/>
            <p:nvPr/>
          </p:nvSpPr>
          <p:spPr>
            <a:xfrm>
              <a:off x="54902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9"/>
            <p:cNvSpPr/>
            <p:nvPr/>
          </p:nvSpPr>
          <p:spPr>
            <a:xfrm>
              <a:off x="5282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9"/>
            <p:cNvSpPr/>
            <p:nvPr/>
          </p:nvSpPr>
          <p:spPr>
            <a:xfrm>
              <a:off x="5074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9"/>
            <p:cNvSpPr/>
            <p:nvPr/>
          </p:nvSpPr>
          <p:spPr>
            <a:xfrm>
              <a:off x="4867075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9"/>
            <p:cNvSpPr/>
            <p:nvPr/>
          </p:nvSpPr>
          <p:spPr>
            <a:xfrm>
              <a:off x="4658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9"/>
            <p:cNvSpPr/>
            <p:nvPr/>
          </p:nvSpPr>
          <p:spPr>
            <a:xfrm>
              <a:off x="48534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9"/>
            <p:cNvSpPr/>
            <p:nvPr/>
          </p:nvSpPr>
          <p:spPr>
            <a:xfrm>
              <a:off x="49407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9"/>
            <p:cNvSpPr/>
            <p:nvPr/>
          </p:nvSpPr>
          <p:spPr>
            <a:xfrm>
              <a:off x="50280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9"/>
            <p:cNvSpPr/>
            <p:nvPr/>
          </p:nvSpPr>
          <p:spPr>
            <a:xfrm>
              <a:off x="51153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9"/>
            <p:cNvSpPr/>
            <p:nvPr/>
          </p:nvSpPr>
          <p:spPr>
            <a:xfrm>
              <a:off x="52026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9"/>
            <p:cNvSpPr/>
            <p:nvPr/>
          </p:nvSpPr>
          <p:spPr>
            <a:xfrm>
              <a:off x="52899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9"/>
            <p:cNvSpPr/>
            <p:nvPr/>
          </p:nvSpPr>
          <p:spPr>
            <a:xfrm>
              <a:off x="53772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9"/>
            <p:cNvSpPr/>
            <p:nvPr/>
          </p:nvSpPr>
          <p:spPr>
            <a:xfrm>
              <a:off x="54651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9"/>
            <p:cNvSpPr/>
            <p:nvPr/>
          </p:nvSpPr>
          <p:spPr>
            <a:xfrm>
              <a:off x="5552425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9"/>
            <p:cNvSpPr/>
            <p:nvPr/>
          </p:nvSpPr>
          <p:spPr>
            <a:xfrm>
              <a:off x="56397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9"/>
            <p:cNvSpPr/>
            <p:nvPr/>
          </p:nvSpPr>
          <p:spPr>
            <a:xfrm>
              <a:off x="57270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2" name="Google Shape;642;p9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643" name="Google Shape;643;p9"/>
            <p:cNvSpPr/>
            <p:nvPr/>
          </p:nvSpPr>
          <p:spPr>
            <a:xfrm>
              <a:off x="153233" y="4953367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9"/>
            <p:cNvSpPr/>
            <p:nvPr/>
          </p:nvSpPr>
          <p:spPr>
            <a:xfrm>
              <a:off x="735872" y="4953367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9"/>
            <p:cNvSpPr/>
            <p:nvPr/>
          </p:nvSpPr>
          <p:spPr>
            <a:xfrm>
              <a:off x="173449" y="4953367"/>
              <a:ext cx="527044" cy="101"/>
            </a:xfrm>
            <a:custGeom>
              <a:avLst/>
              <a:gdLst/>
              <a:ahLst/>
              <a:cxnLst/>
              <a:rect l="l" t="t" r="r" b="b"/>
              <a:pathLst>
                <a:path w="5214" h="1" fill="none" extrusionOk="0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9"/>
            <p:cNvSpPr/>
            <p:nvPr/>
          </p:nvSpPr>
          <p:spPr>
            <a:xfrm>
              <a:off x="-26784" y="4811455"/>
              <a:ext cx="106541" cy="101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9"/>
            <p:cNvSpPr/>
            <p:nvPr/>
          </p:nvSpPr>
          <p:spPr>
            <a:xfrm>
              <a:off x="1115" y="4735444"/>
              <a:ext cx="78642" cy="101"/>
            </a:xfrm>
            <a:custGeom>
              <a:avLst/>
              <a:gdLst/>
              <a:ahLst/>
              <a:cxnLst/>
              <a:rect l="l" t="t" r="r" b="b"/>
              <a:pathLst>
                <a:path w="778" h="1" fill="none" extrusionOk="0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9"/>
            <p:cNvSpPr/>
            <p:nvPr/>
          </p:nvSpPr>
          <p:spPr>
            <a:xfrm>
              <a:off x="811974" y="4755761"/>
              <a:ext cx="53372" cy="101"/>
            </a:xfrm>
            <a:custGeom>
              <a:avLst/>
              <a:gdLst/>
              <a:ahLst/>
              <a:cxnLst/>
              <a:rect l="l" t="t" r="r" b="b"/>
              <a:pathLst>
                <a:path w="528" h="1" fill="none" extrusionOk="0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9"/>
            <p:cNvSpPr/>
            <p:nvPr/>
          </p:nvSpPr>
          <p:spPr>
            <a:xfrm>
              <a:off x="459715" y="5029378"/>
              <a:ext cx="101" cy="114116"/>
            </a:xfrm>
            <a:custGeom>
              <a:avLst/>
              <a:gdLst/>
              <a:ahLst/>
              <a:cxnLst/>
              <a:rect l="l" t="t" r="r" b="b"/>
              <a:pathLst>
                <a:path w="1" h="1129" fill="none" extrusionOk="0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9"/>
            <p:cNvSpPr/>
            <p:nvPr/>
          </p:nvSpPr>
          <p:spPr>
            <a:xfrm>
              <a:off x="335585" y="5029378"/>
              <a:ext cx="101" cy="53268"/>
            </a:xfrm>
            <a:custGeom>
              <a:avLst/>
              <a:gdLst/>
              <a:ahLst/>
              <a:cxnLst/>
              <a:rect l="l" t="t" r="r" b="b"/>
              <a:pathLst>
                <a:path w="1" h="527" fill="none" extrusionOk="0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9"/>
            <p:cNvSpPr/>
            <p:nvPr/>
          </p:nvSpPr>
          <p:spPr>
            <a:xfrm>
              <a:off x="244409" y="5029378"/>
              <a:ext cx="101" cy="83692"/>
            </a:xfrm>
            <a:custGeom>
              <a:avLst/>
              <a:gdLst/>
              <a:ahLst/>
              <a:cxnLst/>
              <a:rect l="l" t="t" r="r" b="b"/>
              <a:pathLst>
                <a:path w="1" h="828" fill="none" extrusionOk="0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9"/>
            <p:cNvSpPr/>
            <p:nvPr/>
          </p:nvSpPr>
          <p:spPr>
            <a:xfrm>
              <a:off x="611743" y="5029378"/>
              <a:ext cx="101" cy="83692"/>
            </a:xfrm>
            <a:custGeom>
              <a:avLst/>
              <a:gdLst/>
              <a:ahLst/>
              <a:cxnLst/>
              <a:rect l="l" t="t" r="r" b="b"/>
              <a:pathLst>
                <a:path w="1" h="828" fill="none" extrusionOk="0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9"/>
            <p:cNvSpPr/>
            <p:nvPr/>
          </p:nvSpPr>
          <p:spPr>
            <a:xfrm>
              <a:off x="535729" y="5029378"/>
              <a:ext cx="101" cy="63376"/>
            </a:xfrm>
            <a:custGeom>
              <a:avLst/>
              <a:gdLst/>
              <a:ahLst/>
              <a:cxnLst/>
              <a:rect l="l" t="t" r="r" b="b"/>
              <a:pathLst>
                <a:path w="1" h="627" fill="none" extrusionOk="0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9"/>
            <p:cNvSpPr/>
            <p:nvPr/>
          </p:nvSpPr>
          <p:spPr>
            <a:xfrm rot="5400000" flipH="1">
              <a:off x="1339300" y="4319646"/>
              <a:ext cx="345501" cy="1400147"/>
            </a:xfrm>
            <a:custGeom>
              <a:avLst/>
              <a:gdLst/>
              <a:ahLst/>
              <a:cxnLst/>
              <a:rect l="l" t="t" r="r" b="b"/>
              <a:pathLst>
                <a:path w="1330" h="5390" fill="none" extrusionOk="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9"/>
            <p:cNvSpPr/>
            <p:nvPr/>
          </p:nvSpPr>
          <p:spPr>
            <a:xfrm>
              <a:off x="201348" y="4418870"/>
              <a:ext cx="486510" cy="486486"/>
            </a:xfrm>
            <a:custGeom>
              <a:avLst/>
              <a:gdLst/>
              <a:ahLst/>
              <a:cxnLst/>
              <a:rect l="l" t="t" r="r" b="b"/>
              <a:pathLst>
                <a:path w="4813" h="4813" fill="none" extrusionOk="0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9"/>
            <p:cNvSpPr/>
            <p:nvPr/>
          </p:nvSpPr>
          <p:spPr>
            <a:xfrm>
              <a:off x="282416" y="4499934"/>
              <a:ext cx="324374" cy="324358"/>
            </a:xfrm>
            <a:custGeom>
              <a:avLst/>
              <a:gdLst/>
              <a:ahLst/>
              <a:cxnLst/>
              <a:rect l="l" t="t" r="r" b="b"/>
              <a:pathLst>
                <a:path w="3209" h="3209" extrusionOk="0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9"/>
            <p:cNvSpPr/>
            <p:nvPr/>
          </p:nvSpPr>
          <p:spPr>
            <a:xfrm>
              <a:off x="153233" y="4388445"/>
              <a:ext cx="101" cy="527018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9"/>
            <p:cNvSpPr/>
            <p:nvPr/>
          </p:nvSpPr>
          <p:spPr>
            <a:xfrm>
              <a:off x="153233" y="4370656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9"/>
            <p:cNvSpPr/>
            <p:nvPr/>
          </p:nvSpPr>
          <p:spPr>
            <a:xfrm>
              <a:off x="191139" y="4370656"/>
              <a:ext cx="527145" cy="101"/>
            </a:xfrm>
            <a:custGeom>
              <a:avLst/>
              <a:gdLst/>
              <a:ahLst/>
              <a:cxnLst/>
              <a:rect l="l" t="t" r="r" b="b"/>
              <a:pathLst>
                <a:path w="5215" h="1" fill="none" extrusionOk="0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9"/>
            <p:cNvSpPr/>
            <p:nvPr/>
          </p:nvSpPr>
          <p:spPr>
            <a:xfrm>
              <a:off x="735872" y="4370656"/>
              <a:ext cx="101" cy="101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9"/>
            <p:cNvSpPr/>
            <p:nvPr/>
          </p:nvSpPr>
          <p:spPr>
            <a:xfrm>
              <a:off x="735872" y="4406134"/>
              <a:ext cx="101" cy="527018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9"/>
            <p:cNvSpPr/>
            <p:nvPr/>
          </p:nvSpPr>
          <p:spPr>
            <a:xfrm>
              <a:off x="79746" y="4297273"/>
              <a:ext cx="732242" cy="729678"/>
            </a:xfrm>
            <a:custGeom>
              <a:avLst/>
              <a:gdLst/>
              <a:ahLst/>
              <a:cxnLst/>
              <a:rect l="l" t="t" r="r" b="b"/>
              <a:pathLst>
                <a:path w="7244" h="7219" fill="none" extrusionOk="0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9"/>
            <p:cNvSpPr/>
            <p:nvPr/>
          </p:nvSpPr>
          <p:spPr>
            <a:xfrm>
              <a:off x="331917" y="3334954"/>
              <a:ext cx="201068" cy="201068"/>
            </a:xfrm>
            <a:custGeom>
              <a:avLst/>
              <a:gdLst/>
              <a:ahLst/>
              <a:cxnLst/>
              <a:rect l="l" t="t" r="r" b="b"/>
              <a:pathLst>
                <a:path w="1204" h="1204" fill="none" extrusionOk="0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4" name="Google Shape;664;p9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65" name="Google Shape;665;p9"/>
            <p:cNvSpPr/>
            <p:nvPr/>
          </p:nvSpPr>
          <p:spPr>
            <a:xfrm>
              <a:off x="553421" y="3371325"/>
              <a:ext cx="163326" cy="921005"/>
            </a:xfrm>
            <a:custGeom>
              <a:avLst/>
              <a:gdLst/>
              <a:ahLst/>
              <a:cxnLst/>
              <a:rect l="l" t="t" r="r" b="b"/>
              <a:pathLst>
                <a:path w="978" h="5515" fill="none" extrusionOk="0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9"/>
            <p:cNvSpPr/>
            <p:nvPr/>
          </p:nvSpPr>
          <p:spPr>
            <a:xfrm>
              <a:off x="133388" y="3392200"/>
              <a:ext cx="222110" cy="900130"/>
            </a:xfrm>
            <a:custGeom>
              <a:avLst/>
              <a:gdLst/>
              <a:ahLst/>
              <a:cxnLst/>
              <a:rect l="l" t="t" r="r" b="b"/>
              <a:pathLst>
                <a:path w="1330" h="5390" fill="none" extrusionOk="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9"/>
            <p:cNvSpPr/>
            <p:nvPr/>
          </p:nvSpPr>
          <p:spPr>
            <a:xfrm>
              <a:off x="279842" y="3919750"/>
              <a:ext cx="167" cy="372577"/>
            </a:xfrm>
            <a:custGeom>
              <a:avLst/>
              <a:gdLst/>
              <a:ahLst/>
              <a:cxnLst/>
              <a:rect l="l" t="t" r="r" b="b"/>
              <a:pathLst>
                <a:path w="1" h="2231" fill="none" extrusionOk="0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9"/>
            <p:cNvSpPr/>
            <p:nvPr/>
          </p:nvSpPr>
          <p:spPr>
            <a:xfrm>
              <a:off x="647217" y="3919750"/>
              <a:ext cx="167" cy="372577"/>
            </a:xfrm>
            <a:custGeom>
              <a:avLst/>
              <a:gdLst/>
              <a:ahLst/>
              <a:cxnLst/>
              <a:rect l="l" t="t" r="r" b="b"/>
              <a:pathLst>
                <a:path w="1" h="2231" fill="none" extrusionOk="0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9"/>
            <p:cNvSpPr/>
            <p:nvPr/>
          </p:nvSpPr>
          <p:spPr>
            <a:xfrm>
              <a:off x="-64791" y="4659535"/>
              <a:ext cx="144548" cy="101"/>
            </a:xfrm>
            <a:custGeom>
              <a:avLst/>
              <a:gdLst/>
              <a:ahLst/>
              <a:cxnLst/>
              <a:rect l="l" t="t" r="r" b="b"/>
              <a:pathLst>
                <a:path w="1430" h="1" fill="none" extrusionOk="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9"/>
            <p:cNvSpPr/>
            <p:nvPr/>
          </p:nvSpPr>
          <p:spPr>
            <a:xfrm>
              <a:off x="11223" y="4537939"/>
              <a:ext cx="68534" cy="101"/>
            </a:xfrm>
            <a:custGeom>
              <a:avLst/>
              <a:gdLst/>
              <a:ahLst/>
              <a:cxnLst/>
              <a:rect l="l" t="t" r="r" b="b"/>
              <a:pathLst>
                <a:path w="678" h="1" fill="none" extrusionOk="0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9"/>
            <p:cNvSpPr/>
            <p:nvPr/>
          </p:nvSpPr>
          <p:spPr>
            <a:xfrm>
              <a:off x="-26784" y="4444139"/>
              <a:ext cx="106541" cy="101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9"/>
            <p:cNvSpPr/>
            <p:nvPr/>
          </p:nvSpPr>
          <p:spPr>
            <a:xfrm>
              <a:off x="811974" y="4479617"/>
              <a:ext cx="83696" cy="101"/>
            </a:xfrm>
            <a:custGeom>
              <a:avLst/>
              <a:gdLst/>
              <a:ahLst/>
              <a:cxnLst/>
              <a:rect l="l" t="t" r="r" b="b"/>
              <a:pathLst>
                <a:path w="828" h="1" fill="none" extrusionOk="0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9"/>
            <p:cNvSpPr/>
            <p:nvPr/>
          </p:nvSpPr>
          <p:spPr>
            <a:xfrm>
              <a:off x="811974" y="4555627"/>
              <a:ext cx="63480" cy="101"/>
            </a:xfrm>
            <a:custGeom>
              <a:avLst/>
              <a:gdLst/>
              <a:ahLst/>
              <a:cxnLst/>
              <a:rect l="l" t="t" r="r" b="b"/>
              <a:pathLst>
                <a:path w="628" h="1" fill="none" extrusionOk="0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9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avLst/>
              <a:gdLst/>
              <a:ahLst/>
              <a:cxnLst/>
              <a:rect l="l" t="t" r="r" b="b"/>
              <a:pathLst>
                <a:path w="1204" h="1204" fill="none" extrusionOk="0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5" name="Google Shape;675;p9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76" name="Google Shape;676;p9"/>
          <p:cNvGrpSpPr/>
          <p:nvPr/>
        </p:nvGrpSpPr>
        <p:grpSpPr>
          <a:xfrm>
            <a:off x="5266248" y="4568869"/>
            <a:ext cx="3157758" cy="296582"/>
            <a:chOff x="5266248" y="4230494"/>
            <a:chExt cx="3157758" cy="296582"/>
          </a:xfrm>
        </p:grpSpPr>
        <p:sp>
          <p:nvSpPr>
            <p:cNvPr id="677" name="Google Shape;677;p9"/>
            <p:cNvSpPr/>
            <p:nvPr/>
          </p:nvSpPr>
          <p:spPr>
            <a:xfrm>
              <a:off x="526624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9"/>
            <p:cNvSpPr/>
            <p:nvPr/>
          </p:nvSpPr>
          <p:spPr>
            <a:xfrm>
              <a:off x="5459599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9"/>
            <p:cNvSpPr/>
            <p:nvPr/>
          </p:nvSpPr>
          <p:spPr>
            <a:xfrm>
              <a:off x="5649735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9"/>
            <p:cNvSpPr/>
            <p:nvPr/>
          </p:nvSpPr>
          <p:spPr>
            <a:xfrm>
              <a:off x="5839743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9"/>
            <p:cNvSpPr/>
            <p:nvPr/>
          </p:nvSpPr>
          <p:spPr>
            <a:xfrm>
              <a:off x="6029880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9"/>
            <p:cNvSpPr/>
            <p:nvPr/>
          </p:nvSpPr>
          <p:spPr>
            <a:xfrm>
              <a:off x="6220016" y="4230494"/>
              <a:ext cx="106446" cy="296582"/>
            </a:xfrm>
            <a:custGeom>
              <a:avLst/>
              <a:gdLst/>
              <a:ahLst/>
              <a:cxnLst/>
              <a:rect l="l" t="t" r="r" b="b"/>
              <a:pathLst>
                <a:path w="828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9"/>
            <p:cNvSpPr/>
            <p:nvPr/>
          </p:nvSpPr>
          <p:spPr>
            <a:xfrm>
              <a:off x="641323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9"/>
            <p:cNvSpPr/>
            <p:nvPr/>
          </p:nvSpPr>
          <p:spPr>
            <a:xfrm>
              <a:off x="6603375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9"/>
            <p:cNvSpPr/>
            <p:nvPr/>
          </p:nvSpPr>
          <p:spPr>
            <a:xfrm>
              <a:off x="679351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9"/>
            <p:cNvSpPr/>
            <p:nvPr/>
          </p:nvSpPr>
          <p:spPr>
            <a:xfrm>
              <a:off x="698364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9"/>
            <p:cNvSpPr/>
            <p:nvPr/>
          </p:nvSpPr>
          <p:spPr>
            <a:xfrm>
              <a:off x="7176870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9"/>
            <p:cNvSpPr/>
            <p:nvPr/>
          </p:nvSpPr>
          <p:spPr>
            <a:xfrm>
              <a:off x="7367006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9"/>
            <p:cNvSpPr/>
            <p:nvPr/>
          </p:nvSpPr>
          <p:spPr>
            <a:xfrm>
              <a:off x="7557143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9"/>
            <p:cNvSpPr/>
            <p:nvPr/>
          </p:nvSpPr>
          <p:spPr>
            <a:xfrm>
              <a:off x="774715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9"/>
            <p:cNvSpPr/>
            <p:nvPr/>
          </p:nvSpPr>
          <p:spPr>
            <a:xfrm>
              <a:off x="7940501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9"/>
            <p:cNvSpPr/>
            <p:nvPr/>
          </p:nvSpPr>
          <p:spPr>
            <a:xfrm>
              <a:off x="8130638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9"/>
            <p:cNvSpPr/>
            <p:nvPr/>
          </p:nvSpPr>
          <p:spPr>
            <a:xfrm>
              <a:off x="8320774" y="4230494"/>
              <a:ext cx="103232" cy="296582"/>
            </a:xfrm>
            <a:custGeom>
              <a:avLst/>
              <a:gdLst/>
              <a:ahLst/>
              <a:cxnLst/>
              <a:rect l="l" t="t" r="r" b="b"/>
              <a:pathLst>
                <a:path w="803" h="2307" extrusionOk="0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4" name="Google Shape;694;p9"/>
          <p:cNvGrpSpPr/>
          <p:nvPr/>
        </p:nvGrpSpPr>
        <p:grpSpPr>
          <a:xfrm>
            <a:off x="7723214" y="1254245"/>
            <a:ext cx="1068186" cy="967252"/>
            <a:chOff x="7723214" y="1254245"/>
            <a:chExt cx="1068186" cy="967252"/>
          </a:xfrm>
        </p:grpSpPr>
        <p:grpSp>
          <p:nvGrpSpPr>
            <p:cNvPr id="695" name="Google Shape;695;p9"/>
            <p:cNvGrpSpPr/>
            <p:nvPr/>
          </p:nvGrpSpPr>
          <p:grpSpPr>
            <a:xfrm>
              <a:off x="7883587" y="1867634"/>
              <a:ext cx="352280" cy="353863"/>
              <a:chOff x="1448125" y="1450525"/>
              <a:chExt cx="133500" cy="134100"/>
            </a:xfrm>
          </p:grpSpPr>
          <p:sp>
            <p:nvSpPr>
              <p:cNvPr id="696" name="Google Shape;696;p9"/>
              <p:cNvSpPr/>
              <p:nvPr/>
            </p:nvSpPr>
            <p:spPr>
              <a:xfrm>
                <a:off x="1448125" y="1450525"/>
                <a:ext cx="133500" cy="13410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5364" extrusionOk="0">
                    <a:moveTo>
                      <a:pt x="2457" y="1"/>
                    </a:moveTo>
                    <a:lnTo>
                      <a:pt x="2256" y="452"/>
                    </a:lnTo>
                    <a:cubicBezTo>
                      <a:pt x="2056" y="502"/>
                      <a:pt x="1855" y="577"/>
                      <a:pt x="1680" y="652"/>
                    </a:cubicBezTo>
                    <a:lnTo>
                      <a:pt x="1229" y="427"/>
                    </a:lnTo>
                    <a:cubicBezTo>
                      <a:pt x="1003" y="552"/>
                      <a:pt x="803" y="727"/>
                      <a:pt x="627" y="928"/>
                    </a:cubicBezTo>
                    <a:lnTo>
                      <a:pt x="828" y="1404"/>
                    </a:lnTo>
                    <a:cubicBezTo>
                      <a:pt x="703" y="1579"/>
                      <a:pt x="602" y="1755"/>
                      <a:pt x="527" y="1955"/>
                    </a:cubicBezTo>
                    <a:lnTo>
                      <a:pt x="51" y="2081"/>
                    </a:lnTo>
                    <a:cubicBezTo>
                      <a:pt x="26" y="2281"/>
                      <a:pt x="1" y="2482"/>
                      <a:pt x="1" y="2682"/>
                    </a:cubicBezTo>
                    <a:cubicBezTo>
                      <a:pt x="1" y="2757"/>
                      <a:pt x="1" y="2808"/>
                      <a:pt x="1" y="2883"/>
                    </a:cubicBezTo>
                    <a:lnTo>
                      <a:pt x="452" y="3083"/>
                    </a:lnTo>
                    <a:cubicBezTo>
                      <a:pt x="502" y="3284"/>
                      <a:pt x="552" y="3484"/>
                      <a:pt x="652" y="3685"/>
                    </a:cubicBezTo>
                    <a:lnTo>
                      <a:pt x="402" y="4111"/>
                    </a:lnTo>
                    <a:cubicBezTo>
                      <a:pt x="552" y="4336"/>
                      <a:pt x="728" y="4537"/>
                      <a:pt x="928" y="4712"/>
                    </a:cubicBezTo>
                    <a:lnTo>
                      <a:pt x="1379" y="4537"/>
                    </a:lnTo>
                    <a:cubicBezTo>
                      <a:pt x="1555" y="4637"/>
                      <a:pt x="1755" y="4737"/>
                      <a:pt x="1956" y="4813"/>
                    </a:cubicBezTo>
                    <a:lnTo>
                      <a:pt x="2081" y="5289"/>
                    </a:lnTo>
                    <a:cubicBezTo>
                      <a:pt x="2282" y="5339"/>
                      <a:pt x="2457" y="5364"/>
                      <a:pt x="2657" y="5364"/>
                    </a:cubicBezTo>
                    <a:cubicBezTo>
                      <a:pt x="2733" y="5364"/>
                      <a:pt x="2808" y="5364"/>
                      <a:pt x="2883" y="5339"/>
                    </a:cubicBezTo>
                    <a:lnTo>
                      <a:pt x="3084" y="4888"/>
                    </a:lnTo>
                    <a:cubicBezTo>
                      <a:pt x="3284" y="4863"/>
                      <a:pt x="3485" y="4787"/>
                      <a:pt x="3660" y="4687"/>
                    </a:cubicBezTo>
                    <a:lnTo>
                      <a:pt x="4111" y="4938"/>
                    </a:lnTo>
                    <a:cubicBezTo>
                      <a:pt x="4337" y="4787"/>
                      <a:pt x="4537" y="4612"/>
                      <a:pt x="4713" y="4412"/>
                    </a:cubicBezTo>
                    <a:lnTo>
                      <a:pt x="4512" y="3960"/>
                    </a:lnTo>
                    <a:cubicBezTo>
                      <a:pt x="4637" y="3785"/>
                      <a:pt x="4738" y="3610"/>
                      <a:pt x="4813" y="3409"/>
                    </a:cubicBezTo>
                    <a:lnTo>
                      <a:pt x="5289" y="3259"/>
                    </a:lnTo>
                    <a:cubicBezTo>
                      <a:pt x="5314" y="3083"/>
                      <a:pt x="5339" y="2883"/>
                      <a:pt x="5339" y="2682"/>
                    </a:cubicBezTo>
                    <a:cubicBezTo>
                      <a:pt x="5339" y="2607"/>
                      <a:pt x="5339" y="2532"/>
                      <a:pt x="5339" y="2482"/>
                    </a:cubicBezTo>
                    <a:lnTo>
                      <a:pt x="4888" y="2281"/>
                    </a:lnTo>
                    <a:cubicBezTo>
                      <a:pt x="4838" y="2056"/>
                      <a:pt x="4788" y="1855"/>
                      <a:pt x="4688" y="1680"/>
                    </a:cubicBezTo>
                    <a:lnTo>
                      <a:pt x="4938" y="1254"/>
                    </a:lnTo>
                    <a:cubicBezTo>
                      <a:pt x="4788" y="1028"/>
                      <a:pt x="4612" y="828"/>
                      <a:pt x="4412" y="652"/>
                    </a:cubicBezTo>
                    <a:lnTo>
                      <a:pt x="3961" y="828"/>
                    </a:lnTo>
                    <a:cubicBezTo>
                      <a:pt x="3785" y="702"/>
                      <a:pt x="3585" y="602"/>
                      <a:pt x="3384" y="552"/>
                    </a:cubicBezTo>
                    <a:lnTo>
                      <a:pt x="3259" y="76"/>
                    </a:lnTo>
                    <a:cubicBezTo>
                      <a:pt x="3058" y="26"/>
                      <a:pt x="2883" y="1"/>
                      <a:pt x="26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Google Shape;697;p9"/>
              <p:cNvSpPr/>
              <p:nvPr/>
            </p:nvSpPr>
            <p:spPr>
              <a:xfrm>
                <a:off x="1476325" y="1479350"/>
                <a:ext cx="77100" cy="76475"/>
              </a:xfrm>
              <a:custGeom>
                <a:avLst/>
                <a:gdLst/>
                <a:ahLst/>
                <a:cxnLst/>
                <a:rect l="l" t="t" r="r" b="b"/>
                <a:pathLst>
                  <a:path w="3084" h="3059" extrusionOk="0">
                    <a:moveTo>
                      <a:pt x="1529" y="0"/>
                    </a:moveTo>
                    <a:cubicBezTo>
                      <a:pt x="702" y="0"/>
                      <a:pt x="1" y="677"/>
                      <a:pt x="1" y="1529"/>
                    </a:cubicBezTo>
                    <a:cubicBezTo>
                      <a:pt x="1" y="2381"/>
                      <a:pt x="702" y="3058"/>
                      <a:pt x="1529" y="3058"/>
                    </a:cubicBezTo>
                    <a:cubicBezTo>
                      <a:pt x="2382" y="3058"/>
                      <a:pt x="3083" y="2381"/>
                      <a:pt x="3083" y="1529"/>
                    </a:cubicBezTo>
                    <a:cubicBezTo>
                      <a:pt x="3083" y="677"/>
                      <a:pt x="2382" y="0"/>
                      <a:pt x="15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8" name="Google Shape;698;p9"/>
            <p:cNvGrpSpPr/>
            <p:nvPr/>
          </p:nvGrpSpPr>
          <p:grpSpPr>
            <a:xfrm>
              <a:off x="8239099" y="1536926"/>
              <a:ext cx="552301" cy="552301"/>
              <a:chOff x="1582850" y="1325200"/>
              <a:chExt cx="209300" cy="209300"/>
            </a:xfrm>
          </p:grpSpPr>
          <p:sp>
            <p:nvSpPr>
              <p:cNvPr id="699" name="Google Shape;699;p9"/>
              <p:cNvSpPr/>
              <p:nvPr/>
            </p:nvSpPr>
            <p:spPr>
              <a:xfrm>
                <a:off x="1582850" y="1325200"/>
                <a:ext cx="209300" cy="209300"/>
              </a:xfrm>
              <a:custGeom>
                <a:avLst/>
                <a:gdLst/>
                <a:ahLst/>
                <a:cxnLst/>
                <a:rect l="l" t="t" r="r" b="b"/>
                <a:pathLst>
                  <a:path w="8372" h="8372" extrusionOk="0">
                    <a:moveTo>
                      <a:pt x="4111" y="1"/>
                    </a:moveTo>
                    <a:cubicBezTo>
                      <a:pt x="3810" y="1"/>
                      <a:pt x="3509" y="26"/>
                      <a:pt x="3208" y="101"/>
                    </a:cubicBezTo>
                    <a:cubicBezTo>
                      <a:pt x="3083" y="126"/>
                      <a:pt x="2983" y="176"/>
                      <a:pt x="2883" y="201"/>
                    </a:cubicBezTo>
                    <a:lnTo>
                      <a:pt x="2757" y="953"/>
                    </a:lnTo>
                    <a:cubicBezTo>
                      <a:pt x="2456" y="1104"/>
                      <a:pt x="2181" y="1279"/>
                      <a:pt x="1930" y="1480"/>
                    </a:cubicBezTo>
                    <a:lnTo>
                      <a:pt x="1178" y="1279"/>
                    </a:lnTo>
                    <a:cubicBezTo>
                      <a:pt x="878" y="1580"/>
                      <a:pt x="652" y="1931"/>
                      <a:pt x="451" y="2282"/>
                    </a:cubicBezTo>
                    <a:lnTo>
                      <a:pt x="903" y="2933"/>
                    </a:lnTo>
                    <a:cubicBezTo>
                      <a:pt x="777" y="3234"/>
                      <a:pt x="702" y="3560"/>
                      <a:pt x="677" y="3886"/>
                    </a:cubicBezTo>
                    <a:lnTo>
                      <a:pt x="0" y="4262"/>
                    </a:lnTo>
                    <a:cubicBezTo>
                      <a:pt x="0" y="4562"/>
                      <a:pt x="50" y="4863"/>
                      <a:pt x="126" y="5189"/>
                    </a:cubicBezTo>
                    <a:cubicBezTo>
                      <a:pt x="151" y="5289"/>
                      <a:pt x="176" y="5389"/>
                      <a:pt x="201" y="5490"/>
                    </a:cubicBezTo>
                    <a:lnTo>
                      <a:pt x="978" y="5615"/>
                    </a:lnTo>
                    <a:cubicBezTo>
                      <a:pt x="1103" y="5941"/>
                      <a:pt x="1279" y="6217"/>
                      <a:pt x="1504" y="6442"/>
                    </a:cubicBezTo>
                    <a:lnTo>
                      <a:pt x="1279" y="7194"/>
                    </a:lnTo>
                    <a:cubicBezTo>
                      <a:pt x="1579" y="7495"/>
                      <a:pt x="1930" y="7745"/>
                      <a:pt x="2306" y="7921"/>
                    </a:cubicBezTo>
                    <a:lnTo>
                      <a:pt x="2933" y="7470"/>
                    </a:lnTo>
                    <a:cubicBezTo>
                      <a:pt x="3233" y="7595"/>
                      <a:pt x="3559" y="7670"/>
                      <a:pt x="3885" y="7695"/>
                    </a:cubicBezTo>
                    <a:lnTo>
                      <a:pt x="4261" y="8372"/>
                    </a:lnTo>
                    <a:cubicBezTo>
                      <a:pt x="4562" y="8372"/>
                      <a:pt x="4888" y="8322"/>
                      <a:pt x="5188" y="8247"/>
                    </a:cubicBezTo>
                    <a:cubicBezTo>
                      <a:pt x="5289" y="8222"/>
                      <a:pt x="5389" y="8196"/>
                      <a:pt x="5489" y="8171"/>
                    </a:cubicBezTo>
                    <a:lnTo>
                      <a:pt x="5639" y="7394"/>
                    </a:lnTo>
                    <a:cubicBezTo>
                      <a:pt x="5940" y="7269"/>
                      <a:pt x="6216" y="7094"/>
                      <a:pt x="6467" y="6893"/>
                    </a:cubicBezTo>
                    <a:lnTo>
                      <a:pt x="7218" y="7094"/>
                    </a:lnTo>
                    <a:cubicBezTo>
                      <a:pt x="7494" y="6793"/>
                      <a:pt x="7745" y="6442"/>
                      <a:pt x="7920" y="6066"/>
                    </a:cubicBezTo>
                    <a:lnTo>
                      <a:pt x="7494" y="5440"/>
                    </a:lnTo>
                    <a:cubicBezTo>
                      <a:pt x="7594" y="5139"/>
                      <a:pt x="7670" y="4813"/>
                      <a:pt x="7695" y="4487"/>
                    </a:cubicBezTo>
                    <a:lnTo>
                      <a:pt x="8371" y="4111"/>
                    </a:lnTo>
                    <a:cubicBezTo>
                      <a:pt x="8371" y="3810"/>
                      <a:pt x="8346" y="3485"/>
                      <a:pt x="8271" y="3184"/>
                    </a:cubicBezTo>
                    <a:cubicBezTo>
                      <a:pt x="8246" y="3084"/>
                      <a:pt x="8196" y="2983"/>
                      <a:pt x="8171" y="2883"/>
                    </a:cubicBezTo>
                    <a:lnTo>
                      <a:pt x="7419" y="2758"/>
                    </a:lnTo>
                    <a:cubicBezTo>
                      <a:pt x="7269" y="2432"/>
                      <a:pt x="7093" y="2156"/>
                      <a:pt x="6893" y="1906"/>
                    </a:cubicBezTo>
                    <a:lnTo>
                      <a:pt x="7093" y="1179"/>
                    </a:lnTo>
                    <a:cubicBezTo>
                      <a:pt x="6792" y="878"/>
                      <a:pt x="6467" y="628"/>
                      <a:pt x="6091" y="452"/>
                    </a:cubicBezTo>
                    <a:lnTo>
                      <a:pt x="5439" y="903"/>
                    </a:lnTo>
                    <a:cubicBezTo>
                      <a:pt x="5138" y="778"/>
                      <a:pt x="4812" y="703"/>
                      <a:pt x="4487" y="678"/>
                    </a:cubicBezTo>
                    <a:lnTo>
                      <a:pt x="4111" y="1"/>
                    </a:lnTo>
                    <a:close/>
                  </a:path>
                </a:pathLst>
              </a:cu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Google Shape;700;p9"/>
              <p:cNvSpPr/>
              <p:nvPr/>
            </p:nvSpPr>
            <p:spPr>
              <a:xfrm>
                <a:off x="1621075" y="1369750"/>
                <a:ext cx="132850" cy="120200"/>
              </a:xfrm>
              <a:custGeom>
                <a:avLst/>
                <a:gdLst/>
                <a:ahLst/>
                <a:cxnLst/>
                <a:rect l="l" t="t" r="r" b="b"/>
                <a:pathLst>
                  <a:path w="5314" h="4808" extrusionOk="0">
                    <a:moveTo>
                      <a:pt x="2667" y="1"/>
                    </a:moveTo>
                    <a:cubicBezTo>
                      <a:pt x="2474" y="1"/>
                      <a:pt x="2277" y="24"/>
                      <a:pt x="2080" y="74"/>
                    </a:cubicBezTo>
                    <a:cubicBezTo>
                      <a:pt x="802" y="374"/>
                      <a:pt x="0" y="1678"/>
                      <a:pt x="326" y="2981"/>
                    </a:cubicBezTo>
                    <a:cubicBezTo>
                      <a:pt x="603" y="4066"/>
                      <a:pt x="1584" y="4808"/>
                      <a:pt x="2656" y="4808"/>
                    </a:cubicBezTo>
                    <a:cubicBezTo>
                      <a:pt x="2847" y="4808"/>
                      <a:pt x="3040" y="4784"/>
                      <a:pt x="3233" y="4735"/>
                    </a:cubicBezTo>
                    <a:cubicBezTo>
                      <a:pt x="4511" y="4435"/>
                      <a:pt x="5313" y="3131"/>
                      <a:pt x="4988" y="1828"/>
                    </a:cubicBezTo>
                    <a:cubicBezTo>
                      <a:pt x="4732" y="743"/>
                      <a:pt x="3754" y="1"/>
                      <a:pt x="2667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9"/>
              <p:cNvSpPr/>
              <p:nvPr/>
            </p:nvSpPr>
            <p:spPr>
              <a:xfrm>
                <a:off x="1643000" y="1389100"/>
                <a:ext cx="89625" cy="81300"/>
              </a:xfrm>
              <a:custGeom>
                <a:avLst/>
                <a:gdLst/>
                <a:ahLst/>
                <a:cxnLst/>
                <a:rect l="l" t="t" r="r" b="b"/>
                <a:pathLst>
                  <a:path w="3585" h="3252" extrusionOk="0">
                    <a:moveTo>
                      <a:pt x="1801" y="1"/>
                    </a:moveTo>
                    <a:cubicBezTo>
                      <a:pt x="1670" y="1"/>
                      <a:pt x="1537" y="17"/>
                      <a:pt x="1404" y="51"/>
                    </a:cubicBezTo>
                    <a:cubicBezTo>
                      <a:pt x="527" y="252"/>
                      <a:pt x="0" y="1154"/>
                      <a:pt x="201" y="2006"/>
                    </a:cubicBezTo>
                    <a:cubicBezTo>
                      <a:pt x="394" y="2758"/>
                      <a:pt x="1066" y="3252"/>
                      <a:pt x="1806" y="3252"/>
                    </a:cubicBezTo>
                    <a:cubicBezTo>
                      <a:pt x="1930" y="3252"/>
                      <a:pt x="2055" y="3238"/>
                      <a:pt x="2181" y="3209"/>
                    </a:cubicBezTo>
                    <a:cubicBezTo>
                      <a:pt x="3033" y="2984"/>
                      <a:pt x="3584" y="2107"/>
                      <a:pt x="3359" y="1254"/>
                    </a:cubicBezTo>
                    <a:cubicBezTo>
                      <a:pt x="3189" y="510"/>
                      <a:pt x="2532" y="1"/>
                      <a:pt x="18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9"/>
              <p:cNvSpPr/>
              <p:nvPr/>
            </p:nvSpPr>
            <p:spPr>
              <a:xfrm>
                <a:off x="1664925" y="1409050"/>
                <a:ext cx="45775" cy="41425"/>
              </a:xfrm>
              <a:custGeom>
                <a:avLst/>
                <a:gdLst/>
                <a:ahLst/>
                <a:cxnLst/>
                <a:rect l="l" t="t" r="r" b="b"/>
                <a:pathLst>
                  <a:path w="1831" h="1657" extrusionOk="0">
                    <a:moveTo>
                      <a:pt x="922" y="0"/>
                    </a:moveTo>
                    <a:cubicBezTo>
                      <a:pt x="850" y="0"/>
                      <a:pt x="776" y="10"/>
                      <a:pt x="702" y="30"/>
                    </a:cubicBezTo>
                    <a:cubicBezTo>
                      <a:pt x="276" y="131"/>
                      <a:pt x="1" y="582"/>
                      <a:pt x="101" y="1033"/>
                    </a:cubicBezTo>
                    <a:cubicBezTo>
                      <a:pt x="186" y="1418"/>
                      <a:pt x="527" y="1656"/>
                      <a:pt x="905" y="1656"/>
                    </a:cubicBezTo>
                    <a:cubicBezTo>
                      <a:pt x="970" y="1656"/>
                      <a:pt x="1037" y="1649"/>
                      <a:pt x="1103" y="1634"/>
                    </a:cubicBezTo>
                    <a:cubicBezTo>
                      <a:pt x="1554" y="1534"/>
                      <a:pt x="1830" y="1083"/>
                      <a:pt x="1705" y="632"/>
                    </a:cubicBezTo>
                    <a:cubicBezTo>
                      <a:pt x="1621" y="255"/>
                      <a:pt x="1292" y="0"/>
                      <a:pt x="92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3" name="Google Shape;703;p9"/>
            <p:cNvGrpSpPr/>
            <p:nvPr/>
          </p:nvGrpSpPr>
          <p:grpSpPr>
            <a:xfrm>
              <a:off x="7723214" y="1254245"/>
              <a:ext cx="552301" cy="552301"/>
              <a:chOff x="1387350" y="1218075"/>
              <a:chExt cx="209300" cy="209300"/>
            </a:xfrm>
          </p:grpSpPr>
          <p:sp>
            <p:nvSpPr>
              <p:cNvPr id="704" name="Google Shape;704;p9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avLst/>
                <a:gdLst/>
                <a:ahLst/>
                <a:cxnLst/>
                <a:rect l="l" t="t" r="r" b="b"/>
                <a:pathLst>
                  <a:path w="8372" h="8372" extrusionOk="0">
                    <a:moveTo>
                      <a:pt x="3860" y="0"/>
                    </a:moveTo>
                    <a:lnTo>
                      <a:pt x="3560" y="727"/>
                    </a:lnTo>
                    <a:cubicBezTo>
                      <a:pt x="3234" y="777"/>
                      <a:pt x="2908" y="877"/>
                      <a:pt x="2632" y="1028"/>
                    </a:cubicBezTo>
                    <a:lnTo>
                      <a:pt x="1956" y="652"/>
                    </a:lnTo>
                    <a:cubicBezTo>
                      <a:pt x="1605" y="877"/>
                      <a:pt x="1279" y="1153"/>
                      <a:pt x="1003" y="1454"/>
                    </a:cubicBezTo>
                    <a:lnTo>
                      <a:pt x="1279" y="2181"/>
                    </a:lnTo>
                    <a:cubicBezTo>
                      <a:pt x="1103" y="2456"/>
                      <a:pt x="953" y="2757"/>
                      <a:pt x="853" y="3058"/>
                    </a:cubicBezTo>
                    <a:lnTo>
                      <a:pt x="101" y="3258"/>
                    </a:lnTo>
                    <a:cubicBezTo>
                      <a:pt x="26" y="3559"/>
                      <a:pt x="1" y="3860"/>
                      <a:pt x="1" y="4186"/>
                    </a:cubicBezTo>
                    <a:cubicBezTo>
                      <a:pt x="1" y="4286"/>
                      <a:pt x="1" y="4411"/>
                      <a:pt x="26" y="4512"/>
                    </a:cubicBezTo>
                    <a:lnTo>
                      <a:pt x="728" y="4812"/>
                    </a:lnTo>
                    <a:cubicBezTo>
                      <a:pt x="778" y="5163"/>
                      <a:pt x="878" y="5464"/>
                      <a:pt x="1028" y="5765"/>
                    </a:cubicBezTo>
                    <a:lnTo>
                      <a:pt x="652" y="6441"/>
                    </a:lnTo>
                    <a:cubicBezTo>
                      <a:pt x="878" y="6792"/>
                      <a:pt x="1154" y="7093"/>
                      <a:pt x="1454" y="7369"/>
                    </a:cubicBezTo>
                    <a:lnTo>
                      <a:pt x="2181" y="7093"/>
                    </a:lnTo>
                    <a:cubicBezTo>
                      <a:pt x="2457" y="7268"/>
                      <a:pt x="2758" y="7419"/>
                      <a:pt x="3058" y="7519"/>
                    </a:cubicBezTo>
                    <a:lnTo>
                      <a:pt x="3284" y="8271"/>
                    </a:lnTo>
                    <a:cubicBezTo>
                      <a:pt x="3560" y="8346"/>
                      <a:pt x="3885" y="8371"/>
                      <a:pt x="4186" y="8371"/>
                    </a:cubicBezTo>
                    <a:lnTo>
                      <a:pt x="4512" y="8371"/>
                    </a:lnTo>
                    <a:lnTo>
                      <a:pt x="4838" y="7644"/>
                    </a:lnTo>
                    <a:cubicBezTo>
                      <a:pt x="5164" y="7594"/>
                      <a:pt x="5464" y="7494"/>
                      <a:pt x="5765" y="7344"/>
                    </a:cubicBezTo>
                    <a:lnTo>
                      <a:pt x="6442" y="7720"/>
                    </a:lnTo>
                    <a:cubicBezTo>
                      <a:pt x="6793" y="7519"/>
                      <a:pt x="7093" y="7243"/>
                      <a:pt x="7369" y="6918"/>
                    </a:cubicBezTo>
                    <a:lnTo>
                      <a:pt x="7093" y="6191"/>
                    </a:lnTo>
                    <a:cubicBezTo>
                      <a:pt x="7269" y="5915"/>
                      <a:pt x="7419" y="5639"/>
                      <a:pt x="7545" y="5314"/>
                    </a:cubicBezTo>
                    <a:lnTo>
                      <a:pt x="8271" y="5113"/>
                    </a:lnTo>
                    <a:cubicBezTo>
                      <a:pt x="8347" y="4812"/>
                      <a:pt x="8372" y="4512"/>
                      <a:pt x="8372" y="4186"/>
                    </a:cubicBezTo>
                    <a:cubicBezTo>
                      <a:pt x="8372" y="4085"/>
                      <a:pt x="8372" y="3985"/>
                      <a:pt x="8372" y="3860"/>
                    </a:cubicBezTo>
                    <a:lnTo>
                      <a:pt x="7670" y="3559"/>
                    </a:lnTo>
                    <a:cubicBezTo>
                      <a:pt x="7595" y="3233"/>
                      <a:pt x="7494" y="2907"/>
                      <a:pt x="7344" y="2632"/>
                    </a:cubicBezTo>
                    <a:lnTo>
                      <a:pt x="7745" y="1955"/>
                    </a:lnTo>
                    <a:cubicBezTo>
                      <a:pt x="7520" y="1604"/>
                      <a:pt x="7244" y="1278"/>
                      <a:pt x="6918" y="1003"/>
                    </a:cubicBezTo>
                    <a:lnTo>
                      <a:pt x="6191" y="1278"/>
                    </a:lnTo>
                    <a:cubicBezTo>
                      <a:pt x="5941" y="1103"/>
                      <a:pt x="5640" y="953"/>
                      <a:pt x="5314" y="852"/>
                    </a:cubicBezTo>
                    <a:lnTo>
                      <a:pt x="5114" y="100"/>
                    </a:lnTo>
                    <a:cubicBezTo>
                      <a:pt x="4813" y="25"/>
                      <a:pt x="4512" y="0"/>
                      <a:pt x="4186" y="0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9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avLst/>
                <a:gdLst/>
                <a:ahLst/>
                <a:cxnLst/>
                <a:rect l="l" t="t" r="r" b="b"/>
                <a:pathLst>
                  <a:path w="8372" h="8372" fill="none" extrusionOk="0">
                    <a:moveTo>
                      <a:pt x="8372" y="4186"/>
                    </a:moveTo>
                    <a:cubicBezTo>
                      <a:pt x="8372" y="4512"/>
                      <a:pt x="8347" y="4812"/>
                      <a:pt x="8271" y="5113"/>
                    </a:cubicBezTo>
                    <a:lnTo>
                      <a:pt x="7545" y="5314"/>
                    </a:lnTo>
                    <a:cubicBezTo>
                      <a:pt x="7419" y="5639"/>
                      <a:pt x="7269" y="5915"/>
                      <a:pt x="7093" y="6191"/>
                    </a:cubicBezTo>
                    <a:lnTo>
                      <a:pt x="7369" y="6918"/>
                    </a:lnTo>
                    <a:cubicBezTo>
                      <a:pt x="7093" y="7243"/>
                      <a:pt x="6793" y="7519"/>
                      <a:pt x="6442" y="7720"/>
                    </a:cubicBezTo>
                    <a:lnTo>
                      <a:pt x="5765" y="7344"/>
                    </a:lnTo>
                    <a:cubicBezTo>
                      <a:pt x="5464" y="7494"/>
                      <a:pt x="5164" y="7594"/>
                      <a:pt x="4838" y="7644"/>
                    </a:cubicBezTo>
                    <a:lnTo>
                      <a:pt x="4512" y="8371"/>
                    </a:lnTo>
                    <a:cubicBezTo>
                      <a:pt x="4412" y="8371"/>
                      <a:pt x="4312" y="8371"/>
                      <a:pt x="4186" y="8371"/>
                    </a:cubicBezTo>
                    <a:cubicBezTo>
                      <a:pt x="3885" y="8371"/>
                      <a:pt x="3560" y="8346"/>
                      <a:pt x="3284" y="8271"/>
                    </a:cubicBezTo>
                    <a:lnTo>
                      <a:pt x="3058" y="7519"/>
                    </a:lnTo>
                    <a:cubicBezTo>
                      <a:pt x="2758" y="7419"/>
                      <a:pt x="2457" y="7268"/>
                      <a:pt x="2181" y="7093"/>
                    </a:cubicBezTo>
                    <a:lnTo>
                      <a:pt x="1454" y="7369"/>
                    </a:lnTo>
                    <a:cubicBezTo>
                      <a:pt x="1154" y="7093"/>
                      <a:pt x="878" y="6792"/>
                      <a:pt x="652" y="6441"/>
                    </a:cubicBezTo>
                    <a:lnTo>
                      <a:pt x="1028" y="5765"/>
                    </a:lnTo>
                    <a:cubicBezTo>
                      <a:pt x="878" y="5464"/>
                      <a:pt x="778" y="5163"/>
                      <a:pt x="728" y="4812"/>
                    </a:cubicBezTo>
                    <a:lnTo>
                      <a:pt x="26" y="4512"/>
                    </a:lnTo>
                    <a:cubicBezTo>
                      <a:pt x="1" y="4411"/>
                      <a:pt x="1" y="4286"/>
                      <a:pt x="1" y="4186"/>
                    </a:cubicBezTo>
                    <a:cubicBezTo>
                      <a:pt x="1" y="3860"/>
                      <a:pt x="26" y="3559"/>
                      <a:pt x="101" y="3258"/>
                    </a:cubicBezTo>
                    <a:lnTo>
                      <a:pt x="853" y="3058"/>
                    </a:lnTo>
                    <a:cubicBezTo>
                      <a:pt x="953" y="2757"/>
                      <a:pt x="1103" y="2456"/>
                      <a:pt x="1279" y="2181"/>
                    </a:cubicBezTo>
                    <a:lnTo>
                      <a:pt x="1003" y="1454"/>
                    </a:lnTo>
                    <a:cubicBezTo>
                      <a:pt x="1279" y="1153"/>
                      <a:pt x="1605" y="877"/>
                      <a:pt x="1956" y="652"/>
                    </a:cubicBezTo>
                    <a:lnTo>
                      <a:pt x="2632" y="1028"/>
                    </a:lnTo>
                    <a:cubicBezTo>
                      <a:pt x="2908" y="877"/>
                      <a:pt x="3234" y="777"/>
                      <a:pt x="3560" y="727"/>
                    </a:cubicBezTo>
                    <a:lnTo>
                      <a:pt x="3860" y="0"/>
                    </a:lnTo>
                    <a:cubicBezTo>
                      <a:pt x="3986" y="0"/>
                      <a:pt x="4086" y="0"/>
                      <a:pt x="4186" y="0"/>
                    </a:cubicBezTo>
                    <a:cubicBezTo>
                      <a:pt x="4512" y="0"/>
                      <a:pt x="4813" y="25"/>
                      <a:pt x="5114" y="100"/>
                    </a:cubicBezTo>
                    <a:lnTo>
                      <a:pt x="5314" y="852"/>
                    </a:lnTo>
                    <a:cubicBezTo>
                      <a:pt x="5640" y="953"/>
                      <a:pt x="5941" y="1103"/>
                      <a:pt x="6191" y="1278"/>
                    </a:cubicBezTo>
                    <a:lnTo>
                      <a:pt x="6918" y="1003"/>
                    </a:lnTo>
                    <a:cubicBezTo>
                      <a:pt x="7244" y="1278"/>
                      <a:pt x="7520" y="1604"/>
                      <a:pt x="7745" y="1955"/>
                    </a:cubicBezTo>
                    <a:lnTo>
                      <a:pt x="7344" y="2632"/>
                    </a:lnTo>
                    <a:cubicBezTo>
                      <a:pt x="7494" y="2907"/>
                      <a:pt x="7595" y="3233"/>
                      <a:pt x="7670" y="3559"/>
                    </a:cubicBezTo>
                    <a:lnTo>
                      <a:pt x="8372" y="3860"/>
                    </a:lnTo>
                    <a:cubicBezTo>
                      <a:pt x="8372" y="3985"/>
                      <a:pt x="8372" y="4085"/>
                      <a:pt x="8372" y="4186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chemeClr val="accent2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9"/>
              <p:cNvSpPr/>
              <p:nvPr/>
            </p:nvSpPr>
            <p:spPr>
              <a:xfrm>
                <a:off x="1431850" y="1262550"/>
                <a:ext cx="120325" cy="120325"/>
              </a:xfrm>
              <a:custGeom>
                <a:avLst/>
                <a:gdLst/>
                <a:ahLst/>
                <a:cxnLst/>
                <a:rect l="l" t="t" r="r" b="b"/>
                <a:pathLst>
                  <a:path w="4813" h="4813" extrusionOk="0">
                    <a:moveTo>
                      <a:pt x="2406" y="1"/>
                    </a:moveTo>
                    <a:cubicBezTo>
                      <a:pt x="1078" y="1"/>
                      <a:pt x="0" y="1078"/>
                      <a:pt x="0" y="2407"/>
                    </a:cubicBezTo>
                    <a:cubicBezTo>
                      <a:pt x="0" y="3735"/>
                      <a:pt x="1078" y="4813"/>
                      <a:pt x="2406" y="4813"/>
                    </a:cubicBezTo>
                    <a:cubicBezTo>
                      <a:pt x="3735" y="4813"/>
                      <a:pt x="4812" y="3735"/>
                      <a:pt x="4812" y="2407"/>
                    </a:cubicBezTo>
                    <a:cubicBezTo>
                      <a:pt x="4812" y="1078"/>
                      <a:pt x="3735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9"/>
              <p:cNvSpPr/>
              <p:nvPr/>
            </p:nvSpPr>
            <p:spPr>
              <a:xfrm>
                <a:off x="1451275" y="1281975"/>
                <a:ext cx="81475" cy="81475"/>
              </a:xfrm>
              <a:custGeom>
                <a:avLst/>
                <a:gdLst/>
                <a:ahLst/>
                <a:cxnLst/>
                <a:rect l="l" t="t" r="r" b="b"/>
                <a:pathLst>
                  <a:path w="3259" h="3259" fill="none" extrusionOk="0">
                    <a:moveTo>
                      <a:pt x="3258" y="1630"/>
                    </a:moveTo>
                    <a:cubicBezTo>
                      <a:pt x="3258" y="2532"/>
                      <a:pt x="2531" y="3259"/>
                      <a:pt x="1629" y="3259"/>
                    </a:cubicBezTo>
                    <a:cubicBezTo>
                      <a:pt x="727" y="3259"/>
                      <a:pt x="0" y="2532"/>
                      <a:pt x="0" y="1630"/>
                    </a:cubicBezTo>
                    <a:cubicBezTo>
                      <a:pt x="0" y="727"/>
                      <a:pt x="727" y="1"/>
                      <a:pt x="1629" y="1"/>
                    </a:cubicBezTo>
                    <a:cubicBezTo>
                      <a:pt x="2531" y="1"/>
                      <a:pt x="3258" y="727"/>
                      <a:pt x="3258" y="1630"/>
                    </a:cubicBezTo>
                    <a:close/>
                  </a:path>
                </a:pathLst>
              </a:custGeom>
              <a:solidFill>
                <a:srgbClr val="0F3570"/>
              </a:solidFill>
              <a:ln w="9525" cap="flat" cmpd="sng">
                <a:solidFill>
                  <a:schemeClr val="dk2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08" name="Google Shape;708;p9"/>
          <p:cNvSpPr txBox="1">
            <a:spLocks noGrp="1"/>
          </p:cNvSpPr>
          <p:nvPr>
            <p:ph type="title"/>
          </p:nvPr>
        </p:nvSpPr>
        <p:spPr>
          <a:xfrm>
            <a:off x="2549400" y="2221500"/>
            <a:ext cx="4045200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7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09" name="Google Shape;709;p9"/>
          <p:cNvSpPr txBox="1">
            <a:spLocks noGrp="1"/>
          </p:cNvSpPr>
          <p:nvPr>
            <p:ph type="subTitle" idx="1"/>
          </p:nvPr>
        </p:nvSpPr>
        <p:spPr>
          <a:xfrm>
            <a:off x="2549400" y="3230175"/>
            <a:ext cx="4045200" cy="70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0" name="Google Shape;710;p9"/>
          <p:cNvSpPr txBox="1">
            <a:spLocks noGrp="1"/>
          </p:cNvSpPr>
          <p:nvPr>
            <p:ph type="title" idx="2" hasCustomPrompt="1"/>
          </p:nvPr>
        </p:nvSpPr>
        <p:spPr>
          <a:xfrm>
            <a:off x="3647325" y="1212825"/>
            <a:ext cx="1926600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7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7" name="Google Shape;877;p13"/>
          <p:cNvGrpSpPr/>
          <p:nvPr/>
        </p:nvGrpSpPr>
        <p:grpSpPr>
          <a:xfrm>
            <a:off x="392675" y="1621008"/>
            <a:ext cx="3009700" cy="1564192"/>
            <a:chOff x="392675" y="1513033"/>
            <a:chExt cx="3009700" cy="1564192"/>
          </a:xfrm>
        </p:grpSpPr>
        <p:sp>
          <p:nvSpPr>
            <p:cNvPr id="878" name="Google Shape;878;p13"/>
            <p:cNvSpPr/>
            <p:nvPr/>
          </p:nvSpPr>
          <p:spPr>
            <a:xfrm>
              <a:off x="878255" y="1659206"/>
              <a:ext cx="584816" cy="584816"/>
            </a:xfrm>
            <a:custGeom>
              <a:avLst/>
              <a:gdLst/>
              <a:ahLst/>
              <a:cxnLst/>
              <a:rect l="l" t="t" r="r" b="b"/>
              <a:pathLst>
                <a:path w="4813" h="4813" fill="none" extrusionOk="0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13"/>
            <p:cNvSpPr/>
            <p:nvPr/>
          </p:nvSpPr>
          <p:spPr>
            <a:xfrm>
              <a:off x="820418" y="2301733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13"/>
            <p:cNvSpPr/>
            <p:nvPr/>
          </p:nvSpPr>
          <p:spPr>
            <a:xfrm>
              <a:off x="820418" y="1622632"/>
              <a:ext cx="122" cy="633540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13"/>
            <p:cNvSpPr/>
            <p:nvPr/>
          </p:nvSpPr>
          <p:spPr>
            <a:xfrm>
              <a:off x="820418" y="1601247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13"/>
            <p:cNvSpPr/>
            <p:nvPr/>
          </p:nvSpPr>
          <p:spPr>
            <a:xfrm>
              <a:off x="865983" y="1601247"/>
              <a:ext cx="633662" cy="122"/>
            </a:xfrm>
            <a:custGeom>
              <a:avLst/>
              <a:gdLst/>
              <a:ahLst/>
              <a:cxnLst/>
              <a:rect l="l" t="t" r="r" b="b"/>
              <a:pathLst>
                <a:path w="5215" h="1" fill="none" extrusionOk="0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13"/>
            <p:cNvSpPr/>
            <p:nvPr/>
          </p:nvSpPr>
          <p:spPr>
            <a:xfrm>
              <a:off x="1520782" y="1601247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13"/>
            <p:cNvSpPr/>
            <p:nvPr/>
          </p:nvSpPr>
          <p:spPr>
            <a:xfrm>
              <a:off x="1520782" y="1643896"/>
              <a:ext cx="122" cy="633540"/>
            </a:xfrm>
            <a:custGeom>
              <a:avLst/>
              <a:gdLst/>
              <a:ahLst/>
              <a:cxnLst/>
              <a:rect l="l" t="t" r="r" b="b"/>
              <a:pathLst>
                <a:path w="1" h="5214" fill="none" extrusionOk="0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13"/>
            <p:cNvSpPr/>
            <p:nvPr/>
          </p:nvSpPr>
          <p:spPr>
            <a:xfrm>
              <a:off x="1520782" y="2301733"/>
              <a:ext cx="122" cy="122"/>
            </a:xfrm>
            <a:custGeom>
              <a:avLst/>
              <a:gdLst/>
              <a:ahLst/>
              <a:cxnLst/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13"/>
            <p:cNvSpPr/>
            <p:nvPr/>
          </p:nvSpPr>
          <p:spPr>
            <a:xfrm>
              <a:off x="844719" y="2301733"/>
              <a:ext cx="633540" cy="122"/>
            </a:xfrm>
            <a:custGeom>
              <a:avLst/>
              <a:gdLst/>
              <a:ahLst/>
              <a:cxnLst/>
              <a:rect l="l" t="t" r="r" b="b"/>
              <a:pathLst>
                <a:path w="5214" h="1" fill="none" extrusionOk="0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13"/>
            <p:cNvSpPr/>
            <p:nvPr/>
          </p:nvSpPr>
          <p:spPr>
            <a:xfrm>
              <a:off x="732082" y="1513033"/>
              <a:ext cx="880200" cy="877163"/>
            </a:xfrm>
            <a:custGeom>
              <a:avLst/>
              <a:gdLst/>
              <a:ahLst/>
              <a:cxnLst/>
              <a:rect l="l" t="t" r="r" b="b"/>
              <a:pathLst>
                <a:path w="7244" h="7219" fill="none" extrusionOk="0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888" name="Google Shape;888;p13"/>
            <p:cNvCxnSpPr/>
            <p:nvPr/>
          </p:nvCxnSpPr>
          <p:spPr>
            <a:xfrm>
              <a:off x="1612275" y="1922650"/>
              <a:ext cx="1790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889" name="Google Shape;889;p13"/>
            <p:cNvSpPr/>
            <p:nvPr/>
          </p:nvSpPr>
          <p:spPr>
            <a:xfrm>
              <a:off x="636097" y="2039765"/>
              <a:ext cx="94533" cy="122"/>
            </a:xfrm>
            <a:custGeom>
              <a:avLst/>
              <a:gdLst/>
              <a:ahLst/>
              <a:cxnLst/>
              <a:rect l="l" t="t" r="r" b="b"/>
              <a:pathLst>
                <a:path w="778" h="1" fill="none" extrusionOk="0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13"/>
            <p:cNvSpPr/>
            <p:nvPr/>
          </p:nvSpPr>
          <p:spPr>
            <a:xfrm>
              <a:off x="642173" y="1802341"/>
              <a:ext cx="82382" cy="122"/>
            </a:xfrm>
            <a:custGeom>
              <a:avLst/>
              <a:gdLst/>
              <a:ahLst/>
              <a:cxnLst/>
              <a:rect l="l" t="t" r="r" b="b"/>
              <a:pathLst>
                <a:path w="678" h="1" fill="none" extrusionOk="0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13"/>
            <p:cNvSpPr/>
            <p:nvPr/>
          </p:nvSpPr>
          <p:spPr>
            <a:xfrm>
              <a:off x="596487" y="1689583"/>
              <a:ext cx="128069" cy="122"/>
            </a:xfrm>
            <a:custGeom>
              <a:avLst/>
              <a:gdLst/>
              <a:ahLst/>
              <a:cxnLst/>
              <a:rect l="l" t="t" r="r" b="b"/>
              <a:pathLst>
                <a:path w="1054" h="1" fill="none" extrusionOk="0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13"/>
            <p:cNvGrpSpPr/>
            <p:nvPr/>
          </p:nvGrpSpPr>
          <p:grpSpPr>
            <a:xfrm>
              <a:off x="392675" y="1922525"/>
              <a:ext cx="336300" cy="1154701"/>
              <a:chOff x="392675" y="1955343"/>
              <a:chExt cx="336300" cy="1116300"/>
            </a:xfrm>
          </p:grpSpPr>
          <p:cxnSp>
            <p:nvCxnSpPr>
              <p:cNvPr id="893" name="Google Shape;893;p13"/>
              <p:cNvCxnSpPr/>
              <p:nvPr/>
            </p:nvCxnSpPr>
            <p:spPr>
              <a:xfrm>
                <a:off x="420900" y="1955343"/>
                <a:ext cx="0" cy="111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4" name="Google Shape;894;p13"/>
              <p:cNvCxnSpPr/>
              <p:nvPr/>
            </p:nvCxnSpPr>
            <p:spPr>
              <a:xfrm>
                <a:off x="418775" y="3067534"/>
                <a:ext cx="227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895" name="Google Shape;895;p13"/>
              <p:cNvCxnSpPr/>
              <p:nvPr/>
            </p:nvCxnSpPr>
            <p:spPr>
              <a:xfrm>
                <a:off x="392675" y="1955464"/>
                <a:ext cx="33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oval" w="med" len="med"/>
                <a:tailEnd type="none" w="med" len="med"/>
              </a:ln>
            </p:spPr>
          </p:cxnSp>
        </p:grpSp>
        <p:sp>
          <p:nvSpPr>
            <p:cNvPr id="896" name="Google Shape;896;p13"/>
            <p:cNvSpPr/>
            <p:nvPr/>
          </p:nvSpPr>
          <p:spPr>
            <a:xfrm>
              <a:off x="1615281" y="2064188"/>
              <a:ext cx="64156" cy="122"/>
            </a:xfrm>
            <a:custGeom>
              <a:avLst/>
              <a:gdLst/>
              <a:ahLst/>
              <a:cxnLst/>
              <a:rect l="l" t="t" r="r" b="b"/>
              <a:pathLst>
                <a:path w="528" h="1" fill="none" extrusionOk="0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3"/>
            <p:cNvSpPr/>
            <p:nvPr/>
          </p:nvSpPr>
          <p:spPr>
            <a:xfrm>
              <a:off x="1612256" y="2173787"/>
              <a:ext cx="100608" cy="122"/>
            </a:xfrm>
            <a:custGeom>
              <a:avLst/>
              <a:gdLst/>
              <a:ahLst/>
              <a:cxnLst/>
              <a:rect l="l" t="t" r="r" b="b"/>
              <a:pathLst>
                <a:path w="828" h="1" fill="none" extrusionOk="0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3"/>
            <p:cNvSpPr/>
            <p:nvPr/>
          </p:nvSpPr>
          <p:spPr>
            <a:xfrm>
              <a:off x="1612144" y="1732231"/>
              <a:ext cx="100608" cy="122"/>
            </a:xfrm>
            <a:custGeom>
              <a:avLst/>
              <a:gdLst/>
              <a:ahLst/>
              <a:cxnLst/>
              <a:rect l="l" t="t" r="r" b="b"/>
              <a:pathLst>
                <a:path w="828" h="1" fill="none" extrusionOk="0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3"/>
            <p:cNvSpPr/>
            <p:nvPr/>
          </p:nvSpPr>
          <p:spPr>
            <a:xfrm>
              <a:off x="1612156" y="1823604"/>
              <a:ext cx="76307" cy="122"/>
            </a:xfrm>
            <a:custGeom>
              <a:avLst/>
              <a:gdLst/>
              <a:ahLst/>
              <a:cxnLst/>
              <a:rect l="l" t="t" r="r" b="b"/>
              <a:pathLst>
                <a:path w="628" h="1" fill="none" extrusionOk="0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0" name="Google Shape;900;p13"/>
          <p:cNvGrpSpPr/>
          <p:nvPr/>
        </p:nvGrpSpPr>
        <p:grpSpPr>
          <a:xfrm>
            <a:off x="3363525" y="1622521"/>
            <a:ext cx="3042600" cy="1562680"/>
            <a:chOff x="3363525" y="1622521"/>
            <a:chExt cx="3042600" cy="1562680"/>
          </a:xfrm>
        </p:grpSpPr>
        <p:grpSp>
          <p:nvGrpSpPr>
            <p:cNvPr id="901" name="Google Shape;901;p13"/>
            <p:cNvGrpSpPr/>
            <p:nvPr/>
          </p:nvGrpSpPr>
          <p:grpSpPr>
            <a:xfrm>
              <a:off x="3363525" y="1622521"/>
              <a:ext cx="3042600" cy="877163"/>
              <a:chOff x="3363525" y="1503696"/>
              <a:chExt cx="3042600" cy="877163"/>
            </a:xfrm>
          </p:grpSpPr>
          <p:sp>
            <p:nvSpPr>
              <p:cNvPr id="902" name="Google Shape;902;p13"/>
              <p:cNvSpPr/>
              <p:nvPr/>
            </p:nvSpPr>
            <p:spPr>
              <a:xfrm>
                <a:off x="3828305" y="1649868"/>
                <a:ext cx="584816" cy="584816"/>
              </a:xfrm>
              <a:custGeom>
                <a:avLst/>
                <a:gdLst/>
                <a:ahLst/>
                <a:cxnLst/>
                <a:rect l="l" t="t" r="r" b="b"/>
                <a:pathLst>
                  <a:path w="4813" h="4813" fill="none" extrusionOk="0">
                    <a:moveTo>
                      <a:pt x="0" y="0"/>
                    </a:moveTo>
                    <a:lnTo>
                      <a:pt x="4812" y="0"/>
                    </a:lnTo>
                    <a:lnTo>
                      <a:pt x="4812" y="4812"/>
                    </a:lnTo>
                    <a:lnTo>
                      <a:pt x="0" y="4812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13"/>
              <p:cNvSpPr/>
              <p:nvPr/>
            </p:nvSpPr>
            <p:spPr>
              <a:xfrm>
                <a:off x="3770468" y="2292396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13"/>
              <p:cNvSpPr/>
              <p:nvPr/>
            </p:nvSpPr>
            <p:spPr>
              <a:xfrm>
                <a:off x="3770468" y="1613295"/>
                <a:ext cx="122" cy="633540"/>
              </a:xfrm>
              <a:custGeom>
                <a:avLst/>
                <a:gdLst/>
                <a:ahLst/>
                <a:cxnLst/>
                <a:rect l="l" t="t" r="r" b="b"/>
                <a:pathLst>
                  <a:path w="1" h="5214" fill="none" extrusionOk="0">
                    <a:moveTo>
                      <a:pt x="0" y="5213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13"/>
              <p:cNvSpPr/>
              <p:nvPr/>
            </p:nvSpPr>
            <p:spPr>
              <a:xfrm>
                <a:off x="3770468" y="1591910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13"/>
              <p:cNvSpPr/>
              <p:nvPr/>
            </p:nvSpPr>
            <p:spPr>
              <a:xfrm>
                <a:off x="3816033" y="1591910"/>
                <a:ext cx="63366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15" h="1" fill="none" extrusionOk="0">
                    <a:moveTo>
                      <a:pt x="1" y="1"/>
                    </a:moveTo>
                    <a:lnTo>
                      <a:pt x="5214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13"/>
              <p:cNvSpPr/>
              <p:nvPr/>
            </p:nvSpPr>
            <p:spPr>
              <a:xfrm>
                <a:off x="4470832" y="1591910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13"/>
              <p:cNvSpPr/>
              <p:nvPr/>
            </p:nvSpPr>
            <p:spPr>
              <a:xfrm>
                <a:off x="4470832" y="1634559"/>
                <a:ext cx="122" cy="633540"/>
              </a:xfrm>
              <a:custGeom>
                <a:avLst/>
                <a:gdLst/>
                <a:ahLst/>
                <a:cxnLst/>
                <a:rect l="l" t="t" r="r" b="b"/>
                <a:pathLst>
                  <a:path w="1" h="5214" fill="none" extrusionOk="0">
                    <a:moveTo>
                      <a:pt x="0" y="1"/>
                    </a:moveTo>
                    <a:lnTo>
                      <a:pt x="0" y="5214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13"/>
              <p:cNvSpPr/>
              <p:nvPr/>
            </p:nvSpPr>
            <p:spPr>
              <a:xfrm>
                <a:off x="4470832" y="2292396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13"/>
              <p:cNvSpPr/>
              <p:nvPr/>
            </p:nvSpPr>
            <p:spPr>
              <a:xfrm>
                <a:off x="3794769" y="2292396"/>
                <a:ext cx="633540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14" h="1" fill="none" extrusionOk="0">
                    <a:moveTo>
                      <a:pt x="5214" y="0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13"/>
              <p:cNvSpPr/>
              <p:nvPr/>
            </p:nvSpPr>
            <p:spPr>
              <a:xfrm>
                <a:off x="3682132" y="1503696"/>
                <a:ext cx="880200" cy="877163"/>
              </a:xfrm>
              <a:custGeom>
                <a:avLst/>
                <a:gdLst/>
                <a:ahLst/>
                <a:cxnLst/>
                <a:rect l="l" t="t" r="r" b="b"/>
                <a:pathLst>
                  <a:path w="7244" h="7219" fill="none" extrusionOk="0">
                    <a:moveTo>
                      <a:pt x="0" y="0"/>
                    </a:moveTo>
                    <a:lnTo>
                      <a:pt x="7243" y="0"/>
                    </a:lnTo>
                    <a:lnTo>
                      <a:pt x="7243" y="7218"/>
                    </a:lnTo>
                    <a:lnTo>
                      <a:pt x="0" y="7218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13"/>
              <p:cNvSpPr/>
              <p:nvPr/>
            </p:nvSpPr>
            <p:spPr>
              <a:xfrm>
                <a:off x="3586147" y="2030427"/>
                <a:ext cx="94533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778" h="1" fill="none" extrusionOk="0">
                    <a:moveTo>
                      <a:pt x="778" y="1"/>
                    </a:move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13"/>
              <p:cNvSpPr/>
              <p:nvPr/>
            </p:nvSpPr>
            <p:spPr>
              <a:xfrm>
                <a:off x="3592223" y="1793003"/>
                <a:ext cx="8238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1" fill="none" extrusionOk="0">
                    <a:moveTo>
                      <a:pt x="678" y="0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13"/>
              <p:cNvSpPr/>
              <p:nvPr/>
            </p:nvSpPr>
            <p:spPr>
              <a:xfrm>
                <a:off x="3546537" y="1680245"/>
                <a:ext cx="128069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054" h="1" fill="none" extrusionOk="0">
                    <a:moveTo>
                      <a:pt x="1054" y="1"/>
                    </a:move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15" name="Google Shape;915;p13"/>
              <p:cNvCxnSpPr/>
              <p:nvPr/>
            </p:nvCxnSpPr>
            <p:spPr>
              <a:xfrm>
                <a:off x="3363525" y="1913003"/>
                <a:ext cx="3156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16" name="Google Shape;916;p13"/>
              <p:cNvSpPr/>
              <p:nvPr/>
            </p:nvSpPr>
            <p:spPr>
              <a:xfrm>
                <a:off x="4565331" y="2054850"/>
                <a:ext cx="64156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8" h="1" fill="none" extrusionOk="0">
                    <a:moveTo>
                      <a:pt x="1" y="0"/>
                    </a:moveTo>
                    <a:lnTo>
                      <a:pt x="527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13"/>
              <p:cNvSpPr/>
              <p:nvPr/>
            </p:nvSpPr>
            <p:spPr>
              <a:xfrm>
                <a:off x="4562306" y="2164449"/>
                <a:ext cx="100608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828" h="1" fill="none" extrusionOk="0">
                    <a:moveTo>
                      <a:pt x="1" y="1"/>
                    </a:moveTo>
                    <a:lnTo>
                      <a:pt x="828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13"/>
              <p:cNvSpPr/>
              <p:nvPr/>
            </p:nvSpPr>
            <p:spPr>
              <a:xfrm>
                <a:off x="4562194" y="1722894"/>
                <a:ext cx="100608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828" h="1" fill="none" extrusionOk="0">
                    <a:moveTo>
                      <a:pt x="1" y="1"/>
                    </a:moveTo>
                    <a:lnTo>
                      <a:pt x="828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13"/>
              <p:cNvSpPr/>
              <p:nvPr/>
            </p:nvSpPr>
            <p:spPr>
              <a:xfrm>
                <a:off x="4562206" y="1814267"/>
                <a:ext cx="76307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628" h="1" fill="none" extrusionOk="0">
                    <a:moveTo>
                      <a:pt x="1" y="1"/>
                    </a:moveTo>
                    <a:lnTo>
                      <a:pt x="627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20" name="Google Shape;920;p13"/>
              <p:cNvCxnSpPr/>
              <p:nvPr/>
            </p:nvCxnSpPr>
            <p:spPr>
              <a:xfrm>
                <a:off x="4565325" y="1922925"/>
                <a:ext cx="1840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21" name="Google Shape;921;p13"/>
            <p:cNvGrpSpPr/>
            <p:nvPr/>
          </p:nvGrpSpPr>
          <p:grpSpPr>
            <a:xfrm>
              <a:off x="3369450" y="2030500"/>
              <a:ext cx="227100" cy="1154701"/>
              <a:chOff x="418775" y="1955343"/>
              <a:chExt cx="227100" cy="1116300"/>
            </a:xfrm>
          </p:grpSpPr>
          <p:cxnSp>
            <p:nvCxnSpPr>
              <p:cNvPr id="922" name="Google Shape;922;p13"/>
              <p:cNvCxnSpPr/>
              <p:nvPr/>
            </p:nvCxnSpPr>
            <p:spPr>
              <a:xfrm>
                <a:off x="420900" y="1955343"/>
                <a:ext cx="0" cy="111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3" name="Google Shape;923;p13"/>
              <p:cNvCxnSpPr/>
              <p:nvPr/>
            </p:nvCxnSpPr>
            <p:spPr>
              <a:xfrm>
                <a:off x="418775" y="3067534"/>
                <a:ext cx="227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24" name="Google Shape;924;p13"/>
          <p:cNvGrpSpPr/>
          <p:nvPr/>
        </p:nvGrpSpPr>
        <p:grpSpPr>
          <a:xfrm>
            <a:off x="6368275" y="1619796"/>
            <a:ext cx="3003300" cy="1565405"/>
            <a:chOff x="6368275" y="1619796"/>
            <a:chExt cx="3003300" cy="1565405"/>
          </a:xfrm>
        </p:grpSpPr>
        <p:grpSp>
          <p:nvGrpSpPr>
            <p:cNvPr id="925" name="Google Shape;925;p13"/>
            <p:cNvGrpSpPr/>
            <p:nvPr/>
          </p:nvGrpSpPr>
          <p:grpSpPr>
            <a:xfrm>
              <a:off x="6368275" y="1619796"/>
              <a:ext cx="3003300" cy="877163"/>
              <a:chOff x="3363525" y="1503696"/>
              <a:chExt cx="3003300" cy="877163"/>
            </a:xfrm>
          </p:grpSpPr>
          <p:cxnSp>
            <p:nvCxnSpPr>
              <p:cNvPr id="926" name="Google Shape;926;p13"/>
              <p:cNvCxnSpPr/>
              <p:nvPr/>
            </p:nvCxnSpPr>
            <p:spPr>
              <a:xfrm>
                <a:off x="4565325" y="1925200"/>
                <a:ext cx="18015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927" name="Google Shape;927;p13"/>
              <p:cNvSpPr/>
              <p:nvPr/>
            </p:nvSpPr>
            <p:spPr>
              <a:xfrm>
                <a:off x="3828305" y="1649868"/>
                <a:ext cx="584816" cy="584816"/>
              </a:xfrm>
              <a:custGeom>
                <a:avLst/>
                <a:gdLst/>
                <a:ahLst/>
                <a:cxnLst/>
                <a:rect l="l" t="t" r="r" b="b"/>
                <a:pathLst>
                  <a:path w="4813" h="4813" fill="none" extrusionOk="0">
                    <a:moveTo>
                      <a:pt x="0" y="0"/>
                    </a:moveTo>
                    <a:lnTo>
                      <a:pt x="4812" y="0"/>
                    </a:lnTo>
                    <a:lnTo>
                      <a:pt x="4812" y="4812"/>
                    </a:lnTo>
                    <a:lnTo>
                      <a:pt x="0" y="4812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13"/>
              <p:cNvSpPr/>
              <p:nvPr/>
            </p:nvSpPr>
            <p:spPr>
              <a:xfrm>
                <a:off x="3770468" y="2292396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13"/>
              <p:cNvSpPr/>
              <p:nvPr/>
            </p:nvSpPr>
            <p:spPr>
              <a:xfrm>
                <a:off x="3770468" y="1613295"/>
                <a:ext cx="122" cy="633540"/>
              </a:xfrm>
              <a:custGeom>
                <a:avLst/>
                <a:gdLst/>
                <a:ahLst/>
                <a:cxnLst/>
                <a:rect l="l" t="t" r="r" b="b"/>
                <a:pathLst>
                  <a:path w="1" h="5214" fill="none" extrusionOk="0">
                    <a:moveTo>
                      <a:pt x="0" y="5213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13"/>
              <p:cNvSpPr/>
              <p:nvPr/>
            </p:nvSpPr>
            <p:spPr>
              <a:xfrm>
                <a:off x="3770468" y="1591910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13"/>
              <p:cNvSpPr/>
              <p:nvPr/>
            </p:nvSpPr>
            <p:spPr>
              <a:xfrm>
                <a:off x="3816033" y="1591910"/>
                <a:ext cx="63366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15" h="1" fill="none" extrusionOk="0">
                    <a:moveTo>
                      <a:pt x="1" y="1"/>
                    </a:moveTo>
                    <a:lnTo>
                      <a:pt x="5214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13"/>
              <p:cNvSpPr/>
              <p:nvPr/>
            </p:nvSpPr>
            <p:spPr>
              <a:xfrm>
                <a:off x="4470832" y="1591910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1"/>
                    </a:move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13"/>
              <p:cNvSpPr/>
              <p:nvPr/>
            </p:nvSpPr>
            <p:spPr>
              <a:xfrm>
                <a:off x="4470832" y="1634559"/>
                <a:ext cx="122" cy="633540"/>
              </a:xfrm>
              <a:custGeom>
                <a:avLst/>
                <a:gdLst/>
                <a:ahLst/>
                <a:cxnLst/>
                <a:rect l="l" t="t" r="r" b="b"/>
                <a:pathLst>
                  <a:path w="1" h="5214" fill="none" extrusionOk="0">
                    <a:moveTo>
                      <a:pt x="0" y="1"/>
                    </a:moveTo>
                    <a:lnTo>
                      <a:pt x="0" y="5214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13"/>
              <p:cNvSpPr/>
              <p:nvPr/>
            </p:nvSpPr>
            <p:spPr>
              <a:xfrm>
                <a:off x="4470832" y="2292396"/>
                <a:ext cx="12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13"/>
              <p:cNvSpPr/>
              <p:nvPr/>
            </p:nvSpPr>
            <p:spPr>
              <a:xfrm>
                <a:off x="3794769" y="2292396"/>
                <a:ext cx="633540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14" h="1" fill="none" extrusionOk="0">
                    <a:moveTo>
                      <a:pt x="5214" y="0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13"/>
              <p:cNvSpPr/>
              <p:nvPr/>
            </p:nvSpPr>
            <p:spPr>
              <a:xfrm>
                <a:off x="3682132" y="1503696"/>
                <a:ext cx="880200" cy="877163"/>
              </a:xfrm>
              <a:custGeom>
                <a:avLst/>
                <a:gdLst/>
                <a:ahLst/>
                <a:cxnLst/>
                <a:rect l="l" t="t" r="r" b="b"/>
                <a:pathLst>
                  <a:path w="7244" h="7219" fill="none" extrusionOk="0">
                    <a:moveTo>
                      <a:pt x="0" y="0"/>
                    </a:moveTo>
                    <a:lnTo>
                      <a:pt x="7243" y="0"/>
                    </a:lnTo>
                    <a:lnTo>
                      <a:pt x="7243" y="7218"/>
                    </a:lnTo>
                    <a:lnTo>
                      <a:pt x="0" y="7218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13"/>
              <p:cNvSpPr/>
              <p:nvPr/>
            </p:nvSpPr>
            <p:spPr>
              <a:xfrm>
                <a:off x="3586147" y="2030427"/>
                <a:ext cx="94533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778" h="1" fill="none" extrusionOk="0">
                    <a:moveTo>
                      <a:pt x="778" y="1"/>
                    </a:move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13"/>
              <p:cNvSpPr/>
              <p:nvPr/>
            </p:nvSpPr>
            <p:spPr>
              <a:xfrm>
                <a:off x="3592223" y="1793003"/>
                <a:ext cx="82382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1" fill="none" extrusionOk="0">
                    <a:moveTo>
                      <a:pt x="678" y="0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13"/>
              <p:cNvSpPr/>
              <p:nvPr/>
            </p:nvSpPr>
            <p:spPr>
              <a:xfrm>
                <a:off x="3546537" y="1680245"/>
                <a:ext cx="128069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1054" h="1" fill="none" extrusionOk="0">
                    <a:moveTo>
                      <a:pt x="1054" y="1"/>
                    </a:move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40" name="Google Shape;940;p13"/>
              <p:cNvCxnSpPr/>
              <p:nvPr/>
            </p:nvCxnSpPr>
            <p:spPr>
              <a:xfrm>
                <a:off x="3363525" y="1925203"/>
                <a:ext cx="3156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941" name="Google Shape;941;p13"/>
              <p:cNvSpPr/>
              <p:nvPr/>
            </p:nvSpPr>
            <p:spPr>
              <a:xfrm>
                <a:off x="4565331" y="2054850"/>
                <a:ext cx="64156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528" h="1" fill="none" extrusionOk="0">
                    <a:moveTo>
                      <a:pt x="1" y="0"/>
                    </a:moveTo>
                    <a:lnTo>
                      <a:pt x="527" y="0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13"/>
              <p:cNvSpPr/>
              <p:nvPr/>
            </p:nvSpPr>
            <p:spPr>
              <a:xfrm>
                <a:off x="4562306" y="2164449"/>
                <a:ext cx="100608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828" h="1" fill="none" extrusionOk="0">
                    <a:moveTo>
                      <a:pt x="1" y="1"/>
                    </a:moveTo>
                    <a:lnTo>
                      <a:pt x="828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13"/>
              <p:cNvSpPr/>
              <p:nvPr/>
            </p:nvSpPr>
            <p:spPr>
              <a:xfrm>
                <a:off x="4562194" y="1722894"/>
                <a:ext cx="100608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828" h="1" fill="none" extrusionOk="0">
                    <a:moveTo>
                      <a:pt x="1" y="1"/>
                    </a:moveTo>
                    <a:lnTo>
                      <a:pt x="828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13"/>
              <p:cNvSpPr/>
              <p:nvPr/>
            </p:nvSpPr>
            <p:spPr>
              <a:xfrm>
                <a:off x="4562206" y="1814267"/>
                <a:ext cx="76307" cy="122"/>
              </a:xfrm>
              <a:custGeom>
                <a:avLst/>
                <a:gdLst/>
                <a:ahLst/>
                <a:cxnLst/>
                <a:rect l="l" t="t" r="r" b="b"/>
                <a:pathLst>
                  <a:path w="628" h="1" fill="none" extrusionOk="0">
                    <a:moveTo>
                      <a:pt x="1" y="1"/>
                    </a:moveTo>
                    <a:lnTo>
                      <a:pt x="627" y="1"/>
                    </a:lnTo>
                  </a:path>
                </a:pathLst>
              </a:custGeom>
              <a:noFill/>
              <a:ln w="9525" cap="rnd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5" name="Google Shape;945;p13"/>
            <p:cNvGrpSpPr/>
            <p:nvPr/>
          </p:nvGrpSpPr>
          <p:grpSpPr>
            <a:xfrm>
              <a:off x="6374325" y="2030500"/>
              <a:ext cx="227100" cy="1154701"/>
              <a:chOff x="418775" y="1955343"/>
              <a:chExt cx="227100" cy="1116300"/>
            </a:xfrm>
          </p:grpSpPr>
          <p:cxnSp>
            <p:nvCxnSpPr>
              <p:cNvPr id="946" name="Google Shape;946;p13"/>
              <p:cNvCxnSpPr/>
              <p:nvPr/>
            </p:nvCxnSpPr>
            <p:spPr>
              <a:xfrm>
                <a:off x="420900" y="1955343"/>
                <a:ext cx="0" cy="111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7" name="Google Shape;947;p13"/>
              <p:cNvCxnSpPr/>
              <p:nvPr/>
            </p:nvCxnSpPr>
            <p:spPr>
              <a:xfrm>
                <a:off x="418775" y="3067534"/>
                <a:ext cx="227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48" name="Google Shape;948;p13"/>
          <p:cNvGrpSpPr/>
          <p:nvPr/>
        </p:nvGrpSpPr>
        <p:grpSpPr>
          <a:xfrm>
            <a:off x="1463060" y="-2483486"/>
            <a:ext cx="7884219" cy="3433770"/>
            <a:chOff x="24125" y="294775"/>
            <a:chExt cx="7767703" cy="3383025"/>
          </a:xfrm>
        </p:grpSpPr>
        <p:sp>
          <p:nvSpPr>
            <p:cNvPr id="949" name="Google Shape;949;p13"/>
            <p:cNvSpPr/>
            <p:nvPr/>
          </p:nvSpPr>
          <p:spPr>
            <a:xfrm>
              <a:off x="1686375" y="607200"/>
              <a:ext cx="142125" cy="129550"/>
            </a:xfrm>
            <a:custGeom>
              <a:avLst/>
              <a:gdLst/>
              <a:ahLst/>
              <a:cxnLst/>
              <a:rect l="l" t="t" r="r" b="b"/>
              <a:pathLst>
                <a:path w="5685" h="5182" extrusionOk="0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66098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67216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68340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6945900" y="3191600"/>
              <a:ext cx="148950" cy="93025"/>
            </a:xfrm>
            <a:custGeom>
              <a:avLst/>
              <a:gdLst/>
              <a:ahLst/>
              <a:cxnLst/>
              <a:rect l="l" t="t" r="r" b="b"/>
              <a:pathLst>
                <a:path w="5958" h="3721" extrusionOk="0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705775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7170150" y="3191600"/>
              <a:ext cx="148975" cy="93025"/>
            </a:xfrm>
            <a:custGeom>
              <a:avLst/>
              <a:gdLst/>
              <a:ahLst/>
              <a:cxnLst/>
              <a:rect l="l" t="t" r="r" b="b"/>
              <a:pathLst>
                <a:path w="5959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7282000" y="3191600"/>
              <a:ext cx="149525" cy="93025"/>
            </a:xfrm>
            <a:custGeom>
              <a:avLst/>
              <a:gdLst/>
              <a:ahLst/>
              <a:cxnLst/>
              <a:rect l="l" t="t" r="r" b="b"/>
              <a:pathLst>
                <a:path w="5981" h="3721" extrusionOk="0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2406525" y="1218350"/>
              <a:ext cx="5385303" cy="1110475"/>
            </a:xfrm>
            <a:custGeom>
              <a:avLst/>
              <a:gdLst/>
              <a:ahLst/>
              <a:cxnLst/>
              <a:rect l="l" t="t" r="r" b="b"/>
              <a:pathLst>
                <a:path w="206136" h="44419" extrusionOk="0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987925" y="355975"/>
              <a:ext cx="6210225" cy="1468400"/>
            </a:xfrm>
            <a:custGeom>
              <a:avLst/>
              <a:gdLst/>
              <a:ahLst/>
              <a:cxnLst/>
              <a:rect l="l" t="t" r="r" b="b"/>
              <a:pathLst>
                <a:path w="248409" h="58736" extrusionOk="0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1265250" y="1389550"/>
              <a:ext cx="6299250" cy="1955000"/>
            </a:xfrm>
            <a:custGeom>
              <a:avLst/>
              <a:gdLst/>
              <a:ahLst/>
              <a:cxnLst/>
              <a:rect l="l" t="t" r="r" b="b"/>
              <a:pathLst>
                <a:path w="251970" h="78200" extrusionOk="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1631600" y="1974425"/>
              <a:ext cx="6160000" cy="1095650"/>
            </a:xfrm>
            <a:custGeom>
              <a:avLst/>
              <a:gdLst/>
              <a:ahLst/>
              <a:cxnLst/>
              <a:rect l="l" t="t" r="r" b="b"/>
              <a:pathLst>
                <a:path w="246400" h="43826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1978550" y="331575"/>
              <a:ext cx="4691750" cy="1289675"/>
            </a:xfrm>
            <a:custGeom>
              <a:avLst/>
              <a:gdLst/>
              <a:ahLst/>
              <a:cxnLst/>
              <a:rect l="l" t="t" r="r" b="b"/>
              <a:pathLst>
                <a:path w="187670" h="51587" extrusionOk="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3"/>
            <p:cNvSpPr/>
            <p:nvPr/>
          </p:nvSpPr>
          <p:spPr>
            <a:xfrm>
              <a:off x="937150" y="2104550"/>
              <a:ext cx="6622775" cy="1510475"/>
            </a:xfrm>
            <a:custGeom>
              <a:avLst/>
              <a:gdLst/>
              <a:ahLst/>
              <a:cxnLst/>
              <a:rect l="l" t="t" r="r" b="b"/>
              <a:pathLst>
                <a:path w="264911" h="60419" extrusionOk="0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3"/>
            <p:cNvSpPr/>
            <p:nvPr/>
          </p:nvSpPr>
          <p:spPr>
            <a:xfrm>
              <a:off x="1664700" y="294775"/>
              <a:ext cx="3135650" cy="766675"/>
            </a:xfrm>
            <a:custGeom>
              <a:avLst/>
              <a:gdLst/>
              <a:ahLst/>
              <a:cxnLst/>
              <a:rect l="l" t="t" r="r" b="b"/>
              <a:pathLst>
                <a:path w="125426" h="30667" extrusionOk="0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100600" y="2193550"/>
              <a:ext cx="3410675" cy="530725"/>
            </a:xfrm>
            <a:custGeom>
              <a:avLst/>
              <a:gdLst/>
              <a:ahLst/>
              <a:cxnLst/>
              <a:rect l="l" t="t" r="r" b="b"/>
              <a:pathLst>
                <a:path w="136427" h="21229" extrusionOk="0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106300" y="832600"/>
              <a:ext cx="2024625" cy="395475"/>
            </a:xfrm>
            <a:custGeom>
              <a:avLst/>
              <a:gdLst/>
              <a:ahLst/>
              <a:cxnLst/>
              <a:rect l="l" t="t" r="r" b="b"/>
              <a:pathLst>
                <a:path w="80985" h="15819" extrusionOk="0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24125" y="1108225"/>
              <a:ext cx="1654850" cy="513025"/>
            </a:xfrm>
            <a:custGeom>
              <a:avLst/>
              <a:gdLst/>
              <a:ahLst/>
              <a:cxnLst/>
              <a:rect l="l" t="t" r="r" b="b"/>
              <a:pathLst>
                <a:path w="66194" h="20521" extrusionOk="0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24125" y="1371850"/>
              <a:ext cx="979225" cy="451975"/>
            </a:xfrm>
            <a:custGeom>
              <a:avLst/>
              <a:gdLst/>
              <a:ahLst/>
              <a:cxnLst/>
              <a:rect l="l" t="t" r="r" b="b"/>
              <a:pathLst>
                <a:path w="39169" h="18079" extrusionOk="0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5585500" y="1408375"/>
              <a:ext cx="1529900" cy="580350"/>
            </a:xfrm>
            <a:custGeom>
              <a:avLst/>
              <a:gdLst/>
              <a:ahLst/>
              <a:cxnLst/>
              <a:rect l="l" t="t" r="r" b="b"/>
              <a:pathLst>
                <a:path w="61196" h="23214" extrusionOk="0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5953000" y="35431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5976400" y="356650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5421175" y="22563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5444575" y="22797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5459400" y="1912225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5482800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4736975" y="1935625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7044625" y="2632950"/>
              <a:ext cx="87900" cy="87325"/>
            </a:xfrm>
            <a:custGeom>
              <a:avLst/>
              <a:gdLst/>
              <a:ahLst/>
              <a:cxnLst/>
              <a:rect l="l" t="t" r="r" b="b"/>
              <a:pathLst>
                <a:path w="3516" h="3493" extrusionOk="0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4222850" y="1085400"/>
              <a:ext cx="134675" cy="134675"/>
            </a:xfrm>
            <a:custGeom>
              <a:avLst/>
              <a:gdLst/>
              <a:ahLst/>
              <a:cxnLst/>
              <a:rect l="l" t="t" r="r" b="b"/>
              <a:pathLst>
                <a:path w="5387" h="5387" extrusionOk="0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4246800" y="1108775"/>
              <a:ext cx="87350" cy="87925"/>
            </a:xfrm>
            <a:custGeom>
              <a:avLst/>
              <a:gdLst/>
              <a:ahLst/>
              <a:cxnLst/>
              <a:rect l="l" t="t" r="r" b="b"/>
              <a:pathLst>
                <a:path w="3494" h="3517" extrusionOk="0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3502700" y="258500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3526100" y="2608400"/>
              <a:ext cx="87900" cy="87900"/>
            </a:xfrm>
            <a:custGeom>
              <a:avLst/>
              <a:gdLst/>
              <a:ahLst/>
              <a:cxnLst/>
              <a:rect l="l" t="t" r="r" b="b"/>
              <a:pathLst>
                <a:path w="3516" h="3516" extrusionOk="0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2281550" y="1156150"/>
              <a:ext cx="134700" cy="134700"/>
            </a:xfrm>
            <a:custGeom>
              <a:avLst/>
              <a:gdLst/>
              <a:ahLst/>
              <a:cxnLst/>
              <a:rect l="l" t="t" r="r" b="b"/>
              <a:pathLst>
                <a:path w="5388" h="5388" extrusionOk="0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2304950" y="1179550"/>
              <a:ext cx="87325" cy="87900"/>
            </a:xfrm>
            <a:custGeom>
              <a:avLst/>
              <a:gdLst/>
              <a:ahLst/>
              <a:cxnLst/>
              <a:rect l="l" t="t" r="r" b="b"/>
              <a:pathLst>
                <a:path w="3493" h="3516" extrusionOk="0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1577950" y="1004925"/>
              <a:ext cx="94750" cy="94750"/>
            </a:xfrm>
            <a:custGeom>
              <a:avLst/>
              <a:gdLst/>
              <a:ahLst/>
              <a:cxnLst/>
              <a:rect l="l" t="t" r="r" b="b"/>
              <a:pathLst>
                <a:path w="3790" h="3790" extrusionOk="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1595075" y="1022050"/>
              <a:ext cx="59950" cy="59950"/>
            </a:xfrm>
            <a:custGeom>
              <a:avLst/>
              <a:gdLst/>
              <a:ahLst/>
              <a:cxnLst/>
              <a:rect l="l" t="t" r="r" b="b"/>
              <a:pathLst>
                <a:path w="2398" h="2398" extrusionOk="0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2892125" y="11704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7004675" y="136615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6446600" y="2270600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6258275" y="3300575"/>
              <a:ext cx="69650" cy="69650"/>
            </a:xfrm>
            <a:custGeom>
              <a:avLst/>
              <a:gdLst/>
              <a:ahLst/>
              <a:cxnLst/>
              <a:rect l="l" t="t" r="r" b="b"/>
              <a:pathLst>
                <a:path w="2786" h="2786" extrusionOk="0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4746100" y="3030675"/>
              <a:ext cx="69650" cy="69075"/>
            </a:xfrm>
            <a:custGeom>
              <a:avLst/>
              <a:gdLst/>
              <a:ahLst/>
              <a:cxnLst/>
              <a:rect l="l" t="t" r="r" b="b"/>
              <a:pathLst>
                <a:path w="2786" h="2763" extrusionOk="0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5111875" y="1378700"/>
              <a:ext cx="106175" cy="106150"/>
            </a:xfrm>
            <a:custGeom>
              <a:avLst/>
              <a:gdLst/>
              <a:ahLst/>
              <a:cxnLst/>
              <a:rect l="l" t="t" r="r" b="b"/>
              <a:pathLst>
                <a:path w="4247" h="4246" extrusionOk="0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5692225" y="1404950"/>
              <a:ext cx="75350" cy="74775"/>
            </a:xfrm>
            <a:custGeom>
              <a:avLst/>
              <a:gdLst/>
              <a:ahLst/>
              <a:cxnLst/>
              <a:rect l="l" t="t" r="r" b="b"/>
              <a:pathLst>
                <a:path w="3014" h="2991" extrusionOk="0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5821750" y="1469425"/>
              <a:ext cx="79350" cy="79350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3572900" y="2384150"/>
              <a:ext cx="139825" cy="139250"/>
            </a:xfrm>
            <a:custGeom>
              <a:avLst/>
              <a:gdLst/>
              <a:ahLst/>
              <a:cxnLst/>
              <a:rect l="l" t="t" r="r" b="b"/>
              <a:pathLst>
                <a:path w="5593" h="5570" extrusionOk="0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5419450" y="2995300"/>
              <a:ext cx="139825" cy="139825"/>
            </a:xfrm>
            <a:custGeom>
              <a:avLst/>
              <a:gdLst/>
              <a:ahLst/>
              <a:cxnLst/>
              <a:rect l="l" t="t" r="r" b="b"/>
              <a:pathLst>
                <a:path w="5593" h="5593" extrusionOk="0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3311550" y="1787275"/>
              <a:ext cx="65075" cy="65075"/>
            </a:xfrm>
            <a:custGeom>
              <a:avLst/>
              <a:gdLst/>
              <a:ahLst/>
              <a:cxnLst/>
              <a:rect l="l" t="t" r="r" b="b"/>
              <a:pathLst>
                <a:path w="2603" h="2603" extrusionOk="0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13"/>
            <p:cNvSpPr/>
            <p:nvPr/>
          </p:nvSpPr>
          <p:spPr>
            <a:xfrm>
              <a:off x="3501550" y="1519075"/>
              <a:ext cx="143825" cy="144400"/>
            </a:xfrm>
            <a:custGeom>
              <a:avLst/>
              <a:gdLst/>
              <a:ahLst/>
              <a:cxnLst/>
              <a:rect l="l" t="t" r="r" b="b"/>
              <a:pathLst>
                <a:path w="5753" h="5776" extrusionOk="0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13"/>
            <p:cNvSpPr/>
            <p:nvPr/>
          </p:nvSpPr>
          <p:spPr>
            <a:xfrm>
              <a:off x="3526675" y="1544750"/>
              <a:ext cx="93600" cy="93050"/>
            </a:xfrm>
            <a:custGeom>
              <a:avLst/>
              <a:gdLst/>
              <a:ahLst/>
              <a:cxnLst/>
              <a:rect l="l" t="t" r="r" b="b"/>
              <a:pathLst>
                <a:path w="3744" h="3722" extrusionOk="0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3"/>
            <p:cNvSpPr/>
            <p:nvPr/>
          </p:nvSpPr>
          <p:spPr>
            <a:xfrm>
              <a:off x="1930050" y="1563575"/>
              <a:ext cx="106150" cy="106175"/>
            </a:xfrm>
            <a:custGeom>
              <a:avLst/>
              <a:gdLst/>
              <a:ahLst/>
              <a:cxnLst/>
              <a:rect l="l" t="t" r="r" b="b"/>
              <a:pathLst>
                <a:path w="4246" h="4247" extrusionOk="0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3"/>
            <p:cNvSpPr/>
            <p:nvPr/>
          </p:nvSpPr>
          <p:spPr>
            <a:xfrm>
              <a:off x="1621325" y="1563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944550" y="1765575"/>
              <a:ext cx="106175" cy="106175"/>
            </a:xfrm>
            <a:custGeom>
              <a:avLst/>
              <a:gdLst/>
              <a:ahLst/>
              <a:cxnLst/>
              <a:rect l="l" t="t" r="r" b="b"/>
              <a:pathLst>
                <a:path w="4247" h="4247" extrusionOk="0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496050" y="1323925"/>
              <a:ext cx="106150" cy="106150"/>
            </a:xfrm>
            <a:custGeom>
              <a:avLst/>
              <a:gdLst/>
              <a:ahLst/>
              <a:cxnLst/>
              <a:rect l="l" t="t" r="r" b="b"/>
              <a:pathLst>
                <a:path w="4246" h="4246" extrusionOk="0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3168300" y="1186975"/>
              <a:ext cx="72500" cy="73050"/>
            </a:xfrm>
            <a:custGeom>
              <a:avLst/>
              <a:gdLst/>
              <a:ahLst/>
              <a:cxnLst/>
              <a:rect l="l" t="t" r="r" b="b"/>
              <a:pathLst>
                <a:path w="2900" h="2922" extrusionOk="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1238425" y="1362725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2281550" y="832600"/>
              <a:ext cx="2995850" cy="9725"/>
            </a:xfrm>
            <a:custGeom>
              <a:avLst/>
              <a:gdLst/>
              <a:ahLst/>
              <a:cxnLst/>
              <a:rect l="l" t="t" r="r" b="b"/>
              <a:pathLst>
                <a:path w="119834" h="389" extrusionOk="0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2222775" y="800650"/>
              <a:ext cx="73075" cy="73050"/>
            </a:xfrm>
            <a:custGeom>
              <a:avLst/>
              <a:gdLst/>
              <a:ahLst/>
              <a:cxnLst/>
              <a:rect l="l" t="t" r="r" b="b"/>
              <a:pathLst>
                <a:path w="2923" h="2922" extrusionOk="0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5235725" y="800650"/>
              <a:ext cx="73050" cy="73050"/>
            </a:xfrm>
            <a:custGeom>
              <a:avLst/>
              <a:gdLst/>
              <a:ahLst/>
              <a:cxnLst/>
              <a:rect l="l" t="t" r="r" b="b"/>
              <a:pathLst>
                <a:path w="2922" h="2922" extrusionOk="0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5732175" y="319450"/>
              <a:ext cx="1118450" cy="1117475"/>
            </a:xfrm>
            <a:custGeom>
              <a:avLst/>
              <a:gdLst/>
              <a:ahLst/>
              <a:cxnLst/>
              <a:rect l="l" t="t" r="r" b="b"/>
              <a:pathLst>
                <a:path w="44738" h="44699" extrusionOk="0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5870250" y="381100"/>
              <a:ext cx="1118475" cy="1117450"/>
            </a:xfrm>
            <a:custGeom>
              <a:avLst/>
              <a:gdLst/>
              <a:ahLst/>
              <a:cxnLst/>
              <a:rect l="l" t="t" r="r" b="b"/>
              <a:pathLst>
                <a:path w="44739" h="44698" extrusionOk="0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4775775" y="1974875"/>
              <a:ext cx="2300825" cy="706600"/>
            </a:xfrm>
            <a:custGeom>
              <a:avLst/>
              <a:gdLst/>
              <a:ahLst/>
              <a:cxnLst/>
              <a:rect l="l" t="t" r="r" b="b"/>
              <a:pathLst>
                <a:path w="92033" h="28264" extrusionOk="0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3518100" y="2023500"/>
              <a:ext cx="149550" cy="93050"/>
            </a:xfrm>
            <a:custGeom>
              <a:avLst/>
              <a:gdLst/>
              <a:ahLst/>
              <a:cxnLst/>
              <a:rect l="l" t="t" r="r" b="b"/>
              <a:pathLst>
                <a:path w="5982" h="3722" extrusionOk="0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36305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37423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38547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3966625" y="2023500"/>
              <a:ext cx="148950" cy="93050"/>
            </a:xfrm>
            <a:custGeom>
              <a:avLst/>
              <a:gdLst/>
              <a:ahLst/>
              <a:cxnLst/>
              <a:rect l="l" t="t" r="r" b="b"/>
              <a:pathLst>
                <a:path w="5958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07847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4190875" y="2023500"/>
              <a:ext cx="148975" cy="93050"/>
            </a:xfrm>
            <a:custGeom>
              <a:avLst/>
              <a:gdLst/>
              <a:ahLst/>
              <a:cxnLst/>
              <a:rect l="l" t="t" r="r" b="b"/>
              <a:pathLst>
                <a:path w="5959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4302725" y="2023500"/>
              <a:ext cx="149525" cy="93050"/>
            </a:xfrm>
            <a:custGeom>
              <a:avLst/>
              <a:gdLst/>
              <a:ahLst/>
              <a:cxnLst/>
              <a:rect l="l" t="t" r="r" b="b"/>
              <a:pathLst>
                <a:path w="5981" h="3722" extrusionOk="0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27180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29258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3133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3341775" y="28001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35495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3757200" y="28001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61139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5906200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5698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5490225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52825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5074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4867075" y="435450"/>
              <a:ext cx="276800" cy="172925"/>
            </a:xfrm>
            <a:custGeom>
              <a:avLst/>
              <a:gdLst/>
              <a:ahLst/>
              <a:cxnLst/>
              <a:rect l="l" t="t" r="r" b="b"/>
              <a:pathLst>
                <a:path w="11072" h="6917" extrusionOk="0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4658800" y="435450"/>
              <a:ext cx="276775" cy="172925"/>
            </a:xfrm>
            <a:custGeom>
              <a:avLst/>
              <a:gdLst/>
              <a:ahLst/>
              <a:cxnLst/>
              <a:rect l="l" t="t" r="r" b="b"/>
              <a:pathLst>
                <a:path w="11071" h="6917" extrusionOk="0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48534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49407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50280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5115300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13"/>
            <p:cNvSpPr/>
            <p:nvPr/>
          </p:nvSpPr>
          <p:spPr>
            <a:xfrm>
              <a:off x="52026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13"/>
            <p:cNvSpPr/>
            <p:nvPr/>
          </p:nvSpPr>
          <p:spPr>
            <a:xfrm>
              <a:off x="52899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13"/>
            <p:cNvSpPr/>
            <p:nvPr/>
          </p:nvSpPr>
          <p:spPr>
            <a:xfrm>
              <a:off x="53772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3"/>
            <p:cNvSpPr/>
            <p:nvPr/>
          </p:nvSpPr>
          <p:spPr>
            <a:xfrm>
              <a:off x="5465100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13"/>
            <p:cNvSpPr/>
            <p:nvPr/>
          </p:nvSpPr>
          <p:spPr>
            <a:xfrm>
              <a:off x="5552425" y="927325"/>
              <a:ext cx="143250" cy="155250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13"/>
            <p:cNvSpPr/>
            <p:nvPr/>
          </p:nvSpPr>
          <p:spPr>
            <a:xfrm>
              <a:off x="56397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3"/>
            <p:cNvSpPr/>
            <p:nvPr/>
          </p:nvSpPr>
          <p:spPr>
            <a:xfrm>
              <a:off x="5727025" y="927325"/>
              <a:ext cx="143825" cy="155250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3" name="Google Shape;1043;p13"/>
          <p:cNvGrpSpPr/>
          <p:nvPr/>
        </p:nvGrpSpPr>
        <p:grpSpPr>
          <a:xfrm>
            <a:off x="8757750" y="2728975"/>
            <a:ext cx="1552150" cy="3475150"/>
            <a:chOff x="327125" y="2375600"/>
            <a:chExt cx="1552150" cy="3475150"/>
          </a:xfrm>
        </p:grpSpPr>
        <p:sp>
          <p:nvSpPr>
            <p:cNvPr id="1044" name="Google Shape;1044;p13"/>
            <p:cNvSpPr/>
            <p:nvPr/>
          </p:nvSpPr>
          <p:spPr>
            <a:xfrm>
              <a:off x="531425" y="2394425"/>
              <a:ext cx="115850" cy="3456325"/>
            </a:xfrm>
            <a:custGeom>
              <a:avLst/>
              <a:gdLst/>
              <a:ahLst/>
              <a:cxnLst/>
              <a:rect l="l" t="t" r="r" b="b"/>
              <a:pathLst>
                <a:path w="4634" h="138253" fill="none" extrusionOk="0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13"/>
            <p:cNvSpPr/>
            <p:nvPr/>
          </p:nvSpPr>
          <p:spPr>
            <a:xfrm>
              <a:off x="627275" y="2375600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13"/>
            <p:cNvSpPr/>
            <p:nvPr/>
          </p:nvSpPr>
          <p:spPr>
            <a:xfrm>
              <a:off x="347100" y="2923975"/>
              <a:ext cx="112450" cy="2344175"/>
            </a:xfrm>
            <a:custGeom>
              <a:avLst/>
              <a:gdLst/>
              <a:ahLst/>
              <a:cxnLst/>
              <a:rect l="l" t="t" r="r" b="b"/>
              <a:pathLst>
                <a:path w="4498" h="93767" fill="none" extrusionOk="0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13"/>
            <p:cNvSpPr/>
            <p:nvPr/>
          </p:nvSpPr>
          <p:spPr>
            <a:xfrm>
              <a:off x="327125" y="2904575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13"/>
            <p:cNvSpPr/>
            <p:nvPr/>
          </p:nvSpPr>
          <p:spPr>
            <a:xfrm>
              <a:off x="347100" y="2676875"/>
              <a:ext cx="192900" cy="374375"/>
            </a:xfrm>
            <a:custGeom>
              <a:avLst/>
              <a:gdLst/>
              <a:ahLst/>
              <a:cxnLst/>
              <a:rect l="l" t="t" r="r" b="b"/>
              <a:pathLst>
                <a:path w="7716" h="14975" fill="none" extrusionOk="0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13"/>
            <p:cNvSpPr/>
            <p:nvPr/>
          </p:nvSpPr>
          <p:spPr>
            <a:xfrm>
              <a:off x="520000" y="265805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13"/>
            <p:cNvSpPr/>
            <p:nvPr/>
          </p:nvSpPr>
          <p:spPr>
            <a:xfrm>
              <a:off x="347100" y="4357400"/>
              <a:ext cx="25" cy="971225"/>
            </a:xfrm>
            <a:custGeom>
              <a:avLst/>
              <a:gdLst/>
              <a:ahLst/>
              <a:cxnLst/>
              <a:rect l="l" t="t" r="r" b="b"/>
              <a:pathLst>
                <a:path w="1" h="38849" fill="none" extrusionOk="0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13"/>
            <p:cNvSpPr/>
            <p:nvPr/>
          </p:nvSpPr>
          <p:spPr>
            <a:xfrm>
              <a:off x="327125" y="433855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690625" y="3227550"/>
              <a:ext cx="172925" cy="2083400"/>
            </a:xfrm>
            <a:custGeom>
              <a:avLst/>
              <a:gdLst/>
              <a:ahLst/>
              <a:cxnLst/>
              <a:rect l="l" t="t" r="r" b="b"/>
              <a:pathLst>
                <a:path w="6917" h="83336" fill="none" extrusionOk="0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794475" y="320870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776800" y="3899750"/>
              <a:ext cx="25" cy="1084800"/>
            </a:xfrm>
            <a:custGeom>
              <a:avLst/>
              <a:gdLst/>
              <a:ahLst/>
              <a:cxnLst/>
              <a:rect l="l" t="t" r="r" b="b"/>
              <a:pathLst>
                <a:path w="1" h="43392" fill="none" extrusionOk="0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756825" y="4963400"/>
              <a:ext cx="40525" cy="39975"/>
            </a:xfrm>
            <a:custGeom>
              <a:avLst/>
              <a:gdLst/>
              <a:ahLst/>
              <a:cxnLst/>
              <a:rect l="l" t="t" r="r" b="b"/>
              <a:pathLst>
                <a:path w="1621" h="1599" extrusionOk="0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756825" y="3880925"/>
              <a:ext cx="40525" cy="39950"/>
            </a:xfrm>
            <a:custGeom>
              <a:avLst/>
              <a:gdLst/>
              <a:ahLst/>
              <a:cxnLst/>
              <a:rect l="l" t="t" r="r" b="b"/>
              <a:pathLst>
                <a:path w="1621" h="1598" extrusionOk="0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13"/>
            <p:cNvSpPr/>
            <p:nvPr/>
          </p:nvSpPr>
          <p:spPr>
            <a:xfrm>
              <a:off x="861250" y="3692600"/>
              <a:ext cx="445675" cy="1618350"/>
            </a:xfrm>
            <a:custGeom>
              <a:avLst/>
              <a:gdLst/>
              <a:ahLst/>
              <a:cxnLst/>
              <a:rect l="l" t="t" r="r" b="b"/>
              <a:pathLst>
                <a:path w="17827" h="64734" fill="none" extrusionOk="0">
                  <a:moveTo>
                    <a:pt x="17827" y="64733"/>
                  </a:moveTo>
                  <a:lnTo>
                    <a:pt x="4314" y="51221"/>
                  </a:lnTo>
                  <a:lnTo>
                    <a:pt x="4314" y="28258"/>
                  </a:lnTo>
                  <a:lnTo>
                    <a:pt x="0" y="23944"/>
                  </a:lnTo>
                  <a:lnTo>
                    <a:pt x="0" y="1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13"/>
            <p:cNvSpPr/>
            <p:nvPr/>
          </p:nvSpPr>
          <p:spPr>
            <a:xfrm>
              <a:off x="841275" y="3673200"/>
              <a:ext cx="39975" cy="40550"/>
            </a:xfrm>
            <a:custGeom>
              <a:avLst/>
              <a:gdLst/>
              <a:ahLst/>
              <a:cxnLst/>
              <a:rect l="l" t="t" r="r" b="b"/>
              <a:pathLst>
                <a:path w="1599" h="1622" extrusionOk="0">
                  <a:moveTo>
                    <a:pt x="799" y="1"/>
                  </a:moveTo>
                  <a:cubicBezTo>
                    <a:pt x="343" y="1"/>
                    <a:pt x="0" y="366"/>
                    <a:pt x="0" y="800"/>
                  </a:cubicBezTo>
                  <a:cubicBezTo>
                    <a:pt x="0" y="1256"/>
                    <a:pt x="343" y="1621"/>
                    <a:pt x="799" y="1621"/>
                  </a:cubicBezTo>
                  <a:cubicBezTo>
                    <a:pt x="1233" y="1621"/>
                    <a:pt x="1598" y="1256"/>
                    <a:pt x="1598" y="800"/>
                  </a:cubicBezTo>
                  <a:cubicBezTo>
                    <a:pt x="1598" y="366"/>
                    <a:pt x="1233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969100" y="4182200"/>
              <a:ext cx="174625" cy="556975"/>
            </a:xfrm>
            <a:custGeom>
              <a:avLst/>
              <a:gdLst/>
              <a:ahLst/>
              <a:cxnLst/>
              <a:rect l="l" t="t" r="r" b="b"/>
              <a:pathLst>
                <a:path w="6985" h="22279" fill="none" extrusionOk="0">
                  <a:moveTo>
                    <a:pt x="0" y="22278"/>
                  </a:moveTo>
                  <a:lnTo>
                    <a:pt x="6985" y="15294"/>
                  </a:lnTo>
                  <a:lnTo>
                    <a:pt x="6985" y="1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1123725" y="4163375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43" y="1"/>
                    <a:pt x="1" y="343"/>
                    <a:pt x="1" y="799"/>
                  </a:cubicBezTo>
                  <a:cubicBezTo>
                    <a:pt x="1" y="1233"/>
                    <a:pt x="343" y="1598"/>
                    <a:pt x="800" y="1598"/>
                  </a:cubicBezTo>
                  <a:cubicBezTo>
                    <a:pt x="1233" y="1598"/>
                    <a:pt x="1599" y="1233"/>
                    <a:pt x="1599" y="799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1393075" y="4882950"/>
              <a:ext cx="25" cy="428000"/>
            </a:xfrm>
            <a:custGeom>
              <a:avLst/>
              <a:gdLst/>
              <a:ahLst/>
              <a:cxnLst/>
              <a:rect l="l" t="t" r="r" b="b"/>
              <a:pathLst>
                <a:path w="1" h="17120" fill="none" extrusionOk="0">
                  <a:moveTo>
                    <a:pt x="0" y="17119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1373100" y="4864125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799" y="0"/>
                  </a:moveTo>
                  <a:cubicBezTo>
                    <a:pt x="343" y="0"/>
                    <a:pt x="1" y="365"/>
                    <a:pt x="1" y="799"/>
                  </a:cubicBezTo>
                  <a:cubicBezTo>
                    <a:pt x="1" y="1233"/>
                    <a:pt x="343" y="1598"/>
                    <a:pt x="799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5"/>
                    <a:pt x="1233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13"/>
            <p:cNvSpPr/>
            <p:nvPr/>
          </p:nvSpPr>
          <p:spPr>
            <a:xfrm>
              <a:off x="1714900" y="4922900"/>
              <a:ext cx="164375" cy="388050"/>
            </a:xfrm>
            <a:custGeom>
              <a:avLst/>
              <a:gdLst/>
              <a:ahLst/>
              <a:cxnLst/>
              <a:rect l="l" t="t" r="r" b="b"/>
              <a:pathLst>
                <a:path w="6575" h="15522" fill="none" extrusionOk="0">
                  <a:moveTo>
                    <a:pt x="6575" y="15521"/>
                  </a:moveTo>
                  <a:lnTo>
                    <a:pt x="6575" y="6574"/>
                  </a:ln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13"/>
            <p:cNvSpPr/>
            <p:nvPr/>
          </p:nvSpPr>
          <p:spPr>
            <a:xfrm>
              <a:off x="1693800" y="4903475"/>
              <a:ext cx="43950" cy="40275"/>
            </a:xfrm>
            <a:custGeom>
              <a:avLst/>
              <a:gdLst/>
              <a:ahLst/>
              <a:cxnLst/>
              <a:rect l="l" t="t" r="r" b="b"/>
              <a:pathLst>
                <a:path w="1758" h="1611" extrusionOk="0">
                  <a:moveTo>
                    <a:pt x="868" y="1"/>
                  </a:moveTo>
                  <a:cubicBezTo>
                    <a:pt x="662" y="1"/>
                    <a:pt x="457" y="92"/>
                    <a:pt x="297" y="252"/>
                  </a:cubicBezTo>
                  <a:cubicBezTo>
                    <a:pt x="0" y="549"/>
                    <a:pt x="0" y="1074"/>
                    <a:pt x="297" y="1370"/>
                  </a:cubicBezTo>
                  <a:cubicBezTo>
                    <a:pt x="457" y="1530"/>
                    <a:pt x="662" y="1610"/>
                    <a:pt x="868" y="1610"/>
                  </a:cubicBezTo>
                  <a:cubicBezTo>
                    <a:pt x="1073" y="1610"/>
                    <a:pt x="1279" y="1530"/>
                    <a:pt x="1438" y="1370"/>
                  </a:cubicBezTo>
                  <a:cubicBezTo>
                    <a:pt x="1758" y="1074"/>
                    <a:pt x="1758" y="549"/>
                    <a:pt x="1438" y="252"/>
                  </a:cubicBezTo>
                  <a:cubicBezTo>
                    <a:pt x="1279" y="92"/>
                    <a:pt x="1073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5" name="Google Shape;1065;p13"/>
          <p:cNvSpPr txBox="1">
            <a:spLocks noGrp="1"/>
          </p:cNvSpPr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66" name="Google Shape;1066;p13"/>
          <p:cNvSpPr txBox="1">
            <a:spLocks noGrp="1"/>
          </p:cNvSpPr>
          <p:nvPr>
            <p:ph type="subTitle" idx="1"/>
          </p:nvPr>
        </p:nvSpPr>
        <p:spPr>
          <a:xfrm>
            <a:off x="719988" y="3728592"/>
            <a:ext cx="1751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67" name="Google Shape;1067;p13"/>
          <p:cNvSpPr txBox="1">
            <a:spLocks noGrp="1"/>
          </p:cNvSpPr>
          <p:nvPr>
            <p:ph type="title" idx="2"/>
          </p:nvPr>
        </p:nvSpPr>
        <p:spPr>
          <a:xfrm>
            <a:off x="720000" y="2868050"/>
            <a:ext cx="1466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68" name="Google Shape;1068;p13"/>
          <p:cNvSpPr txBox="1">
            <a:spLocks noGrp="1"/>
          </p:cNvSpPr>
          <p:nvPr>
            <p:ph type="title" idx="3" hasCustomPrompt="1"/>
          </p:nvPr>
        </p:nvSpPr>
        <p:spPr>
          <a:xfrm>
            <a:off x="878350" y="1766925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9" name="Google Shape;1069;p13"/>
          <p:cNvSpPr txBox="1">
            <a:spLocks noGrp="1"/>
          </p:cNvSpPr>
          <p:nvPr>
            <p:ph type="subTitle" idx="4"/>
          </p:nvPr>
        </p:nvSpPr>
        <p:spPr>
          <a:xfrm>
            <a:off x="3666713" y="3728575"/>
            <a:ext cx="1751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70" name="Google Shape;1070;p13"/>
          <p:cNvSpPr txBox="1">
            <a:spLocks noGrp="1"/>
          </p:cNvSpPr>
          <p:nvPr>
            <p:ph type="title" idx="5"/>
          </p:nvPr>
        </p:nvSpPr>
        <p:spPr>
          <a:xfrm>
            <a:off x="3666725" y="2868050"/>
            <a:ext cx="14220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71" name="Google Shape;1071;p13"/>
          <p:cNvSpPr txBox="1">
            <a:spLocks noGrp="1"/>
          </p:cNvSpPr>
          <p:nvPr>
            <p:ph type="title" idx="6" hasCustomPrompt="1"/>
          </p:nvPr>
        </p:nvSpPr>
        <p:spPr>
          <a:xfrm>
            <a:off x="3828350" y="1766950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2" name="Google Shape;1072;p13"/>
          <p:cNvSpPr txBox="1">
            <a:spLocks noGrp="1"/>
          </p:cNvSpPr>
          <p:nvPr>
            <p:ph type="subTitle" idx="7"/>
          </p:nvPr>
        </p:nvSpPr>
        <p:spPr>
          <a:xfrm>
            <a:off x="6672288" y="3728575"/>
            <a:ext cx="1751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3"/>
          <p:cNvSpPr txBox="1">
            <a:spLocks noGrp="1"/>
          </p:cNvSpPr>
          <p:nvPr>
            <p:ph type="title" idx="8"/>
          </p:nvPr>
        </p:nvSpPr>
        <p:spPr>
          <a:xfrm>
            <a:off x="6672300" y="2868050"/>
            <a:ext cx="13683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74" name="Google Shape;1074;p13"/>
          <p:cNvSpPr txBox="1">
            <a:spLocks noGrp="1"/>
          </p:cNvSpPr>
          <p:nvPr>
            <p:ph type="title" idx="9" hasCustomPrompt="1"/>
          </p:nvPr>
        </p:nvSpPr>
        <p:spPr>
          <a:xfrm>
            <a:off x="6832500" y="1766950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5" name="Google Shape;1075;p13"/>
          <p:cNvSpPr/>
          <p:nvPr/>
        </p:nvSpPr>
        <p:spPr>
          <a:xfrm rot="5400000">
            <a:off x="500408" y="-71091"/>
            <a:ext cx="148483" cy="290677"/>
          </a:xfrm>
          <a:custGeom>
            <a:avLst/>
            <a:gdLst/>
            <a:ahLst/>
            <a:cxnLst/>
            <a:rect l="l" t="t" r="r" b="b"/>
            <a:pathLst>
              <a:path w="1204" h="2357" fill="none" extrusionOk="0">
                <a:moveTo>
                  <a:pt x="0" y="0"/>
                </a:moveTo>
                <a:lnTo>
                  <a:pt x="1203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p13"/>
          <p:cNvSpPr/>
          <p:nvPr/>
        </p:nvSpPr>
        <p:spPr>
          <a:xfrm rot="5400000">
            <a:off x="501950" y="75727"/>
            <a:ext cx="145400" cy="290677"/>
          </a:xfrm>
          <a:custGeom>
            <a:avLst/>
            <a:gdLst/>
            <a:ahLst/>
            <a:cxnLst/>
            <a:rect l="l" t="t" r="r" b="b"/>
            <a:pathLst>
              <a:path w="1179" h="2357" fill="none" extrusionOk="0">
                <a:moveTo>
                  <a:pt x="0" y="0"/>
                </a:moveTo>
                <a:lnTo>
                  <a:pt x="1178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13"/>
          <p:cNvSpPr/>
          <p:nvPr/>
        </p:nvSpPr>
        <p:spPr>
          <a:xfrm rot="5400000">
            <a:off x="500408" y="222546"/>
            <a:ext cx="148483" cy="290677"/>
          </a:xfrm>
          <a:custGeom>
            <a:avLst/>
            <a:gdLst/>
            <a:ahLst/>
            <a:cxnLst/>
            <a:rect l="l" t="t" r="r" b="b"/>
            <a:pathLst>
              <a:path w="1204" h="2357" fill="none" extrusionOk="0">
                <a:moveTo>
                  <a:pt x="0" y="0"/>
                </a:moveTo>
                <a:lnTo>
                  <a:pt x="1203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3"/>
          <p:cNvSpPr/>
          <p:nvPr/>
        </p:nvSpPr>
        <p:spPr>
          <a:xfrm rot="5400000">
            <a:off x="501950" y="369365"/>
            <a:ext cx="145400" cy="290677"/>
          </a:xfrm>
          <a:custGeom>
            <a:avLst/>
            <a:gdLst/>
            <a:ahLst/>
            <a:cxnLst/>
            <a:rect l="l" t="t" r="r" b="b"/>
            <a:pathLst>
              <a:path w="1179" h="2357" fill="none" extrusionOk="0">
                <a:moveTo>
                  <a:pt x="0" y="0"/>
                </a:moveTo>
                <a:lnTo>
                  <a:pt x="1178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3"/>
          <p:cNvSpPr/>
          <p:nvPr/>
        </p:nvSpPr>
        <p:spPr>
          <a:xfrm rot="5400000">
            <a:off x="500408" y="516183"/>
            <a:ext cx="148483" cy="290677"/>
          </a:xfrm>
          <a:custGeom>
            <a:avLst/>
            <a:gdLst/>
            <a:ahLst/>
            <a:cxnLst/>
            <a:rect l="l" t="t" r="r" b="b"/>
            <a:pathLst>
              <a:path w="1204" h="2357" fill="none" extrusionOk="0">
                <a:moveTo>
                  <a:pt x="0" y="0"/>
                </a:moveTo>
                <a:lnTo>
                  <a:pt x="1203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0" name="Google Shape;1080;p13"/>
          <p:cNvSpPr/>
          <p:nvPr/>
        </p:nvSpPr>
        <p:spPr>
          <a:xfrm rot="5400000">
            <a:off x="501950" y="663002"/>
            <a:ext cx="145400" cy="290677"/>
          </a:xfrm>
          <a:custGeom>
            <a:avLst/>
            <a:gdLst/>
            <a:ahLst/>
            <a:cxnLst/>
            <a:rect l="l" t="t" r="r" b="b"/>
            <a:pathLst>
              <a:path w="1179" h="2357" fill="none" extrusionOk="0">
                <a:moveTo>
                  <a:pt x="0" y="0"/>
                </a:moveTo>
                <a:lnTo>
                  <a:pt x="1178" y="1178"/>
                </a:lnTo>
                <a:lnTo>
                  <a:pt x="0" y="2356"/>
                </a:lnTo>
              </a:path>
            </a:pathLst>
          </a:custGeom>
          <a:noFill/>
          <a:ln w="19050" cap="flat" cmpd="sng">
            <a:solidFill>
              <a:schemeClr val="accent5"/>
            </a:solidFill>
            <a:prstDash val="solid"/>
            <a:miter lim="2506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6">
    <p:spTree>
      <p:nvGrpSpPr>
        <p:cNvPr id="1" name="Shape 1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0" name="Google Shape;1710;p20"/>
          <p:cNvGrpSpPr/>
          <p:nvPr/>
        </p:nvGrpSpPr>
        <p:grpSpPr>
          <a:xfrm>
            <a:off x="730476" y="4569012"/>
            <a:ext cx="1602149" cy="244468"/>
            <a:chOff x="1675453" y="-1233273"/>
            <a:chExt cx="1032712" cy="157579"/>
          </a:xfrm>
        </p:grpSpPr>
        <p:sp>
          <p:nvSpPr>
            <p:cNvPr id="1711" name="Google Shape;1711;p20"/>
            <p:cNvSpPr/>
            <p:nvPr/>
          </p:nvSpPr>
          <p:spPr>
            <a:xfrm flipH="1">
              <a:off x="2562766" y="-1233273"/>
              <a:ext cx="145399" cy="157579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20"/>
            <p:cNvSpPr/>
            <p:nvPr/>
          </p:nvSpPr>
          <p:spPr>
            <a:xfrm flipH="1">
              <a:off x="2473573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20"/>
            <p:cNvSpPr/>
            <p:nvPr/>
          </p:nvSpPr>
          <p:spPr>
            <a:xfrm flipH="1">
              <a:off x="2384964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20"/>
            <p:cNvSpPr/>
            <p:nvPr/>
          </p:nvSpPr>
          <p:spPr>
            <a:xfrm flipH="1">
              <a:off x="2296354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20"/>
            <p:cNvSpPr/>
            <p:nvPr/>
          </p:nvSpPr>
          <p:spPr>
            <a:xfrm flipH="1">
              <a:off x="2207719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20"/>
            <p:cNvSpPr/>
            <p:nvPr/>
          </p:nvSpPr>
          <p:spPr>
            <a:xfrm flipH="1">
              <a:off x="2119110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20"/>
            <p:cNvSpPr/>
            <p:nvPr/>
          </p:nvSpPr>
          <p:spPr>
            <a:xfrm flipH="1">
              <a:off x="2030500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20"/>
            <p:cNvSpPr/>
            <p:nvPr/>
          </p:nvSpPr>
          <p:spPr>
            <a:xfrm flipH="1">
              <a:off x="1941891" y="-1233273"/>
              <a:ext cx="145399" cy="157579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20"/>
            <p:cNvSpPr/>
            <p:nvPr/>
          </p:nvSpPr>
          <p:spPr>
            <a:xfrm flipH="1">
              <a:off x="1853256" y="-1233273"/>
              <a:ext cx="145399" cy="157579"/>
            </a:xfrm>
            <a:custGeom>
              <a:avLst/>
              <a:gdLst/>
              <a:ahLst/>
              <a:cxnLst/>
              <a:rect l="l" t="t" r="r" b="b"/>
              <a:pathLst>
                <a:path w="5730" h="6210" extrusionOk="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20"/>
            <p:cNvSpPr/>
            <p:nvPr/>
          </p:nvSpPr>
          <p:spPr>
            <a:xfrm flipH="1">
              <a:off x="1764063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20"/>
            <p:cNvSpPr/>
            <p:nvPr/>
          </p:nvSpPr>
          <p:spPr>
            <a:xfrm flipH="1">
              <a:off x="1675453" y="-1233273"/>
              <a:ext cx="145982" cy="157579"/>
            </a:xfrm>
            <a:custGeom>
              <a:avLst/>
              <a:gdLst/>
              <a:ahLst/>
              <a:cxnLst/>
              <a:rect l="l" t="t" r="r" b="b"/>
              <a:pathLst>
                <a:path w="5753" h="6210" extrusionOk="0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2" name="Google Shape;1722;p20"/>
          <p:cNvGrpSpPr/>
          <p:nvPr/>
        </p:nvGrpSpPr>
        <p:grpSpPr>
          <a:xfrm>
            <a:off x="8488400" y="2728975"/>
            <a:ext cx="1552150" cy="3475150"/>
            <a:chOff x="327125" y="2375600"/>
            <a:chExt cx="1552150" cy="3475150"/>
          </a:xfrm>
        </p:grpSpPr>
        <p:sp>
          <p:nvSpPr>
            <p:cNvPr id="1723" name="Google Shape;1723;p20"/>
            <p:cNvSpPr/>
            <p:nvPr/>
          </p:nvSpPr>
          <p:spPr>
            <a:xfrm>
              <a:off x="531425" y="2394425"/>
              <a:ext cx="115850" cy="3456325"/>
            </a:xfrm>
            <a:custGeom>
              <a:avLst/>
              <a:gdLst/>
              <a:ahLst/>
              <a:cxnLst/>
              <a:rect l="l" t="t" r="r" b="b"/>
              <a:pathLst>
                <a:path w="4634" h="138253" fill="none" extrusionOk="0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20"/>
            <p:cNvSpPr/>
            <p:nvPr/>
          </p:nvSpPr>
          <p:spPr>
            <a:xfrm>
              <a:off x="627275" y="2375600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20"/>
            <p:cNvSpPr/>
            <p:nvPr/>
          </p:nvSpPr>
          <p:spPr>
            <a:xfrm>
              <a:off x="347100" y="2923975"/>
              <a:ext cx="112450" cy="2344175"/>
            </a:xfrm>
            <a:custGeom>
              <a:avLst/>
              <a:gdLst/>
              <a:ahLst/>
              <a:cxnLst/>
              <a:rect l="l" t="t" r="r" b="b"/>
              <a:pathLst>
                <a:path w="4498" h="93767" fill="none" extrusionOk="0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 w="13125" cap="flat" cmpd="sng">
              <a:solidFill>
                <a:schemeClr val="accent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20"/>
            <p:cNvSpPr/>
            <p:nvPr/>
          </p:nvSpPr>
          <p:spPr>
            <a:xfrm>
              <a:off x="327125" y="2904575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20"/>
            <p:cNvSpPr/>
            <p:nvPr/>
          </p:nvSpPr>
          <p:spPr>
            <a:xfrm>
              <a:off x="347100" y="2676875"/>
              <a:ext cx="192900" cy="374375"/>
            </a:xfrm>
            <a:custGeom>
              <a:avLst/>
              <a:gdLst/>
              <a:ahLst/>
              <a:cxnLst/>
              <a:rect l="l" t="t" r="r" b="b"/>
              <a:pathLst>
                <a:path w="7716" h="14975" fill="none" extrusionOk="0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1"/>
            </a:solidFill>
            <a:ln w="13125" cap="flat" cmpd="sng">
              <a:solidFill>
                <a:schemeClr val="accent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20"/>
            <p:cNvSpPr/>
            <p:nvPr/>
          </p:nvSpPr>
          <p:spPr>
            <a:xfrm>
              <a:off x="520000" y="265805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20"/>
            <p:cNvSpPr/>
            <p:nvPr/>
          </p:nvSpPr>
          <p:spPr>
            <a:xfrm>
              <a:off x="347100" y="4357400"/>
              <a:ext cx="25" cy="971225"/>
            </a:xfrm>
            <a:custGeom>
              <a:avLst/>
              <a:gdLst/>
              <a:ahLst/>
              <a:cxnLst/>
              <a:rect l="l" t="t" r="r" b="b"/>
              <a:pathLst>
                <a:path w="1" h="38849" fill="none" extrusionOk="0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20"/>
            <p:cNvSpPr/>
            <p:nvPr/>
          </p:nvSpPr>
          <p:spPr>
            <a:xfrm>
              <a:off x="327125" y="433855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20"/>
            <p:cNvSpPr/>
            <p:nvPr/>
          </p:nvSpPr>
          <p:spPr>
            <a:xfrm>
              <a:off x="690625" y="3227550"/>
              <a:ext cx="172925" cy="2083400"/>
            </a:xfrm>
            <a:custGeom>
              <a:avLst/>
              <a:gdLst/>
              <a:ahLst/>
              <a:cxnLst/>
              <a:rect l="l" t="t" r="r" b="b"/>
              <a:pathLst>
                <a:path w="6917" h="83336" fill="none" extrusionOk="0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20"/>
            <p:cNvSpPr/>
            <p:nvPr/>
          </p:nvSpPr>
          <p:spPr>
            <a:xfrm>
              <a:off x="794475" y="3208700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20"/>
            <p:cNvSpPr/>
            <p:nvPr/>
          </p:nvSpPr>
          <p:spPr>
            <a:xfrm>
              <a:off x="776800" y="3899750"/>
              <a:ext cx="25" cy="1084800"/>
            </a:xfrm>
            <a:custGeom>
              <a:avLst/>
              <a:gdLst/>
              <a:ahLst/>
              <a:cxnLst/>
              <a:rect l="l" t="t" r="r" b="b"/>
              <a:pathLst>
                <a:path w="1" h="43392" fill="none" extrusionOk="0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20"/>
            <p:cNvSpPr/>
            <p:nvPr/>
          </p:nvSpPr>
          <p:spPr>
            <a:xfrm>
              <a:off x="756825" y="4963400"/>
              <a:ext cx="40525" cy="39975"/>
            </a:xfrm>
            <a:custGeom>
              <a:avLst/>
              <a:gdLst/>
              <a:ahLst/>
              <a:cxnLst/>
              <a:rect l="l" t="t" r="r" b="b"/>
              <a:pathLst>
                <a:path w="1621" h="1599" extrusionOk="0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20"/>
            <p:cNvSpPr/>
            <p:nvPr/>
          </p:nvSpPr>
          <p:spPr>
            <a:xfrm>
              <a:off x="756825" y="3880925"/>
              <a:ext cx="40525" cy="39950"/>
            </a:xfrm>
            <a:custGeom>
              <a:avLst/>
              <a:gdLst/>
              <a:ahLst/>
              <a:cxnLst/>
              <a:rect l="l" t="t" r="r" b="b"/>
              <a:pathLst>
                <a:path w="1621" h="1598" extrusionOk="0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20"/>
            <p:cNvSpPr/>
            <p:nvPr/>
          </p:nvSpPr>
          <p:spPr>
            <a:xfrm>
              <a:off x="861250" y="3692600"/>
              <a:ext cx="445675" cy="1618350"/>
            </a:xfrm>
            <a:custGeom>
              <a:avLst/>
              <a:gdLst/>
              <a:ahLst/>
              <a:cxnLst/>
              <a:rect l="l" t="t" r="r" b="b"/>
              <a:pathLst>
                <a:path w="17827" h="64734" fill="none" extrusionOk="0">
                  <a:moveTo>
                    <a:pt x="17827" y="64733"/>
                  </a:moveTo>
                  <a:lnTo>
                    <a:pt x="4314" y="51221"/>
                  </a:lnTo>
                  <a:lnTo>
                    <a:pt x="4314" y="28258"/>
                  </a:lnTo>
                  <a:lnTo>
                    <a:pt x="0" y="23944"/>
                  </a:lnTo>
                  <a:lnTo>
                    <a:pt x="0" y="1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20"/>
            <p:cNvSpPr/>
            <p:nvPr/>
          </p:nvSpPr>
          <p:spPr>
            <a:xfrm>
              <a:off x="841275" y="3673200"/>
              <a:ext cx="39975" cy="40550"/>
            </a:xfrm>
            <a:custGeom>
              <a:avLst/>
              <a:gdLst/>
              <a:ahLst/>
              <a:cxnLst/>
              <a:rect l="l" t="t" r="r" b="b"/>
              <a:pathLst>
                <a:path w="1599" h="1622" extrusionOk="0">
                  <a:moveTo>
                    <a:pt x="799" y="1"/>
                  </a:moveTo>
                  <a:cubicBezTo>
                    <a:pt x="343" y="1"/>
                    <a:pt x="0" y="366"/>
                    <a:pt x="0" y="800"/>
                  </a:cubicBezTo>
                  <a:cubicBezTo>
                    <a:pt x="0" y="1256"/>
                    <a:pt x="343" y="1621"/>
                    <a:pt x="799" y="1621"/>
                  </a:cubicBezTo>
                  <a:cubicBezTo>
                    <a:pt x="1233" y="1621"/>
                    <a:pt x="1598" y="1256"/>
                    <a:pt x="1598" y="800"/>
                  </a:cubicBezTo>
                  <a:cubicBezTo>
                    <a:pt x="1598" y="366"/>
                    <a:pt x="1233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20"/>
            <p:cNvSpPr/>
            <p:nvPr/>
          </p:nvSpPr>
          <p:spPr>
            <a:xfrm>
              <a:off x="969100" y="4182200"/>
              <a:ext cx="174625" cy="556975"/>
            </a:xfrm>
            <a:custGeom>
              <a:avLst/>
              <a:gdLst/>
              <a:ahLst/>
              <a:cxnLst/>
              <a:rect l="l" t="t" r="r" b="b"/>
              <a:pathLst>
                <a:path w="6985" h="22279" fill="none" extrusionOk="0">
                  <a:moveTo>
                    <a:pt x="0" y="22278"/>
                  </a:moveTo>
                  <a:lnTo>
                    <a:pt x="6985" y="15294"/>
                  </a:lnTo>
                  <a:lnTo>
                    <a:pt x="6985" y="1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20"/>
            <p:cNvSpPr/>
            <p:nvPr/>
          </p:nvSpPr>
          <p:spPr>
            <a:xfrm>
              <a:off x="1123725" y="4163375"/>
              <a:ext cx="39975" cy="39975"/>
            </a:xfrm>
            <a:custGeom>
              <a:avLst/>
              <a:gdLst/>
              <a:ahLst/>
              <a:cxnLst/>
              <a:rect l="l" t="t" r="r" b="b"/>
              <a:pathLst>
                <a:path w="1599" h="1599" extrusionOk="0">
                  <a:moveTo>
                    <a:pt x="800" y="1"/>
                  </a:moveTo>
                  <a:cubicBezTo>
                    <a:pt x="343" y="1"/>
                    <a:pt x="1" y="343"/>
                    <a:pt x="1" y="799"/>
                  </a:cubicBezTo>
                  <a:cubicBezTo>
                    <a:pt x="1" y="1233"/>
                    <a:pt x="343" y="1598"/>
                    <a:pt x="800" y="1598"/>
                  </a:cubicBezTo>
                  <a:cubicBezTo>
                    <a:pt x="1233" y="1598"/>
                    <a:pt x="1599" y="1233"/>
                    <a:pt x="1599" y="799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20"/>
            <p:cNvSpPr/>
            <p:nvPr/>
          </p:nvSpPr>
          <p:spPr>
            <a:xfrm>
              <a:off x="1393075" y="4882950"/>
              <a:ext cx="25" cy="428000"/>
            </a:xfrm>
            <a:custGeom>
              <a:avLst/>
              <a:gdLst/>
              <a:ahLst/>
              <a:cxnLst/>
              <a:rect l="l" t="t" r="r" b="b"/>
              <a:pathLst>
                <a:path w="1" h="17120" fill="none" extrusionOk="0">
                  <a:moveTo>
                    <a:pt x="0" y="17119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20"/>
            <p:cNvSpPr/>
            <p:nvPr/>
          </p:nvSpPr>
          <p:spPr>
            <a:xfrm>
              <a:off x="1373100" y="4864125"/>
              <a:ext cx="39975" cy="39950"/>
            </a:xfrm>
            <a:custGeom>
              <a:avLst/>
              <a:gdLst/>
              <a:ahLst/>
              <a:cxnLst/>
              <a:rect l="l" t="t" r="r" b="b"/>
              <a:pathLst>
                <a:path w="1599" h="1598" extrusionOk="0">
                  <a:moveTo>
                    <a:pt x="799" y="0"/>
                  </a:moveTo>
                  <a:cubicBezTo>
                    <a:pt x="343" y="0"/>
                    <a:pt x="1" y="365"/>
                    <a:pt x="1" y="799"/>
                  </a:cubicBezTo>
                  <a:cubicBezTo>
                    <a:pt x="1" y="1233"/>
                    <a:pt x="343" y="1598"/>
                    <a:pt x="799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5"/>
                    <a:pt x="1233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20"/>
            <p:cNvSpPr/>
            <p:nvPr/>
          </p:nvSpPr>
          <p:spPr>
            <a:xfrm>
              <a:off x="1714900" y="4922900"/>
              <a:ext cx="164375" cy="388050"/>
            </a:xfrm>
            <a:custGeom>
              <a:avLst/>
              <a:gdLst/>
              <a:ahLst/>
              <a:cxnLst/>
              <a:rect l="l" t="t" r="r" b="b"/>
              <a:pathLst>
                <a:path w="6575" h="15522" fill="none" extrusionOk="0">
                  <a:moveTo>
                    <a:pt x="6575" y="15521"/>
                  </a:moveTo>
                  <a:lnTo>
                    <a:pt x="6575" y="6574"/>
                  </a:ln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w="13125" cap="flat" cmpd="sng">
              <a:solidFill>
                <a:schemeClr val="accent2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20"/>
            <p:cNvSpPr/>
            <p:nvPr/>
          </p:nvSpPr>
          <p:spPr>
            <a:xfrm>
              <a:off x="1693800" y="4903475"/>
              <a:ext cx="43950" cy="40275"/>
            </a:xfrm>
            <a:custGeom>
              <a:avLst/>
              <a:gdLst/>
              <a:ahLst/>
              <a:cxnLst/>
              <a:rect l="l" t="t" r="r" b="b"/>
              <a:pathLst>
                <a:path w="1758" h="1611" extrusionOk="0">
                  <a:moveTo>
                    <a:pt x="868" y="1"/>
                  </a:moveTo>
                  <a:cubicBezTo>
                    <a:pt x="662" y="1"/>
                    <a:pt x="457" y="92"/>
                    <a:pt x="297" y="252"/>
                  </a:cubicBezTo>
                  <a:cubicBezTo>
                    <a:pt x="0" y="549"/>
                    <a:pt x="0" y="1074"/>
                    <a:pt x="297" y="1370"/>
                  </a:cubicBezTo>
                  <a:cubicBezTo>
                    <a:pt x="457" y="1530"/>
                    <a:pt x="662" y="1610"/>
                    <a:pt x="868" y="1610"/>
                  </a:cubicBezTo>
                  <a:cubicBezTo>
                    <a:pt x="1073" y="1610"/>
                    <a:pt x="1279" y="1530"/>
                    <a:pt x="1438" y="1370"/>
                  </a:cubicBezTo>
                  <a:cubicBezTo>
                    <a:pt x="1758" y="1074"/>
                    <a:pt x="1758" y="549"/>
                    <a:pt x="1438" y="252"/>
                  </a:cubicBezTo>
                  <a:cubicBezTo>
                    <a:pt x="1279" y="92"/>
                    <a:pt x="1073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4" name="Google Shape;1744;p20"/>
          <p:cNvGrpSpPr/>
          <p:nvPr/>
        </p:nvGrpSpPr>
        <p:grpSpPr>
          <a:xfrm>
            <a:off x="-364925" y="-2353500"/>
            <a:ext cx="9644000" cy="3383025"/>
            <a:chOff x="-364925" y="-2353500"/>
            <a:chExt cx="9644000" cy="3383025"/>
          </a:xfrm>
        </p:grpSpPr>
        <p:grpSp>
          <p:nvGrpSpPr>
            <p:cNvPr id="1745" name="Google Shape;1745;p20"/>
            <p:cNvGrpSpPr/>
            <p:nvPr/>
          </p:nvGrpSpPr>
          <p:grpSpPr>
            <a:xfrm>
              <a:off x="-364925" y="-2353500"/>
              <a:ext cx="9644000" cy="3383025"/>
              <a:chOff x="-364925" y="-1720950"/>
              <a:chExt cx="9644000" cy="3383025"/>
            </a:xfrm>
          </p:grpSpPr>
          <p:grpSp>
            <p:nvGrpSpPr>
              <p:cNvPr id="1746" name="Google Shape;1746;p20"/>
              <p:cNvGrpSpPr/>
              <p:nvPr/>
            </p:nvGrpSpPr>
            <p:grpSpPr>
              <a:xfrm flipH="1">
                <a:off x="-364925" y="-1720950"/>
                <a:ext cx="8364453" cy="3383025"/>
                <a:chOff x="-572625" y="294775"/>
                <a:chExt cx="8364453" cy="3383025"/>
              </a:xfrm>
            </p:grpSpPr>
            <p:sp>
              <p:nvSpPr>
                <p:cNvPr id="1747" name="Google Shape;1747;p20"/>
                <p:cNvSpPr/>
                <p:nvPr/>
              </p:nvSpPr>
              <p:spPr>
                <a:xfrm>
                  <a:off x="1686375" y="607200"/>
                  <a:ext cx="142125" cy="12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5" h="5182" extrusionOk="0">
                      <a:moveTo>
                        <a:pt x="2834" y="1"/>
                      </a:moveTo>
                      <a:cubicBezTo>
                        <a:pt x="2169" y="1"/>
                        <a:pt x="1507" y="252"/>
                        <a:pt x="1005" y="754"/>
                      </a:cubicBezTo>
                      <a:cubicBezTo>
                        <a:pt x="1" y="1781"/>
                        <a:pt x="1" y="3402"/>
                        <a:pt x="1005" y="4429"/>
                      </a:cubicBezTo>
                      <a:cubicBezTo>
                        <a:pt x="1507" y="4931"/>
                        <a:pt x="2169" y="5182"/>
                        <a:pt x="2834" y="5182"/>
                      </a:cubicBezTo>
                      <a:cubicBezTo>
                        <a:pt x="3499" y="5182"/>
                        <a:pt x="4166" y="4931"/>
                        <a:pt x="4680" y="4429"/>
                      </a:cubicBezTo>
                      <a:cubicBezTo>
                        <a:pt x="5684" y="3402"/>
                        <a:pt x="5684" y="1781"/>
                        <a:pt x="4680" y="754"/>
                      </a:cubicBezTo>
                      <a:cubicBezTo>
                        <a:pt x="4166" y="252"/>
                        <a:pt x="3499" y="1"/>
                        <a:pt x="28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20"/>
                <p:cNvSpPr/>
                <p:nvPr/>
              </p:nvSpPr>
              <p:spPr>
                <a:xfrm>
                  <a:off x="6609800" y="3191600"/>
                  <a:ext cx="148950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8" h="3721" extrusionOk="0">
                      <a:moveTo>
                        <a:pt x="0" y="0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20"/>
                <p:cNvSpPr/>
                <p:nvPr/>
              </p:nvSpPr>
              <p:spPr>
                <a:xfrm>
                  <a:off x="6721650" y="3191600"/>
                  <a:ext cx="149525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1" extrusionOk="0">
                      <a:moveTo>
                        <a:pt x="0" y="0"/>
                      </a:moveTo>
                      <a:lnTo>
                        <a:pt x="3584" y="3721"/>
                      </a:lnTo>
                      <a:lnTo>
                        <a:pt x="5980" y="3721"/>
                      </a:lnTo>
                      <a:lnTo>
                        <a:pt x="237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20"/>
                <p:cNvSpPr/>
                <p:nvPr/>
              </p:nvSpPr>
              <p:spPr>
                <a:xfrm>
                  <a:off x="6834050" y="3191600"/>
                  <a:ext cx="148975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9" h="3721" extrusionOk="0">
                      <a:moveTo>
                        <a:pt x="1" y="0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1" name="Google Shape;1751;p20"/>
                <p:cNvSpPr/>
                <p:nvPr/>
              </p:nvSpPr>
              <p:spPr>
                <a:xfrm>
                  <a:off x="6945900" y="3191600"/>
                  <a:ext cx="148950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8" h="3721" extrusionOk="0">
                      <a:moveTo>
                        <a:pt x="0" y="0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2" name="Google Shape;1752;p20"/>
                <p:cNvSpPr/>
                <p:nvPr/>
              </p:nvSpPr>
              <p:spPr>
                <a:xfrm>
                  <a:off x="7057750" y="3191600"/>
                  <a:ext cx="149525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1" extrusionOk="0">
                      <a:moveTo>
                        <a:pt x="0" y="0"/>
                      </a:moveTo>
                      <a:lnTo>
                        <a:pt x="3607" y="3721"/>
                      </a:lnTo>
                      <a:lnTo>
                        <a:pt x="5980" y="3721"/>
                      </a:lnTo>
                      <a:lnTo>
                        <a:pt x="239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3" name="Google Shape;1753;p20"/>
                <p:cNvSpPr/>
                <p:nvPr/>
              </p:nvSpPr>
              <p:spPr>
                <a:xfrm>
                  <a:off x="7170150" y="3191600"/>
                  <a:ext cx="148975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9" h="3721" extrusionOk="0">
                      <a:moveTo>
                        <a:pt x="1" y="0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4" name="Google Shape;1754;p20"/>
                <p:cNvSpPr/>
                <p:nvPr/>
              </p:nvSpPr>
              <p:spPr>
                <a:xfrm>
                  <a:off x="7282000" y="3191600"/>
                  <a:ext cx="149525" cy="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1" extrusionOk="0">
                      <a:moveTo>
                        <a:pt x="1" y="0"/>
                      </a:moveTo>
                      <a:lnTo>
                        <a:pt x="3584" y="3721"/>
                      </a:lnTo>
                      <a:lnTo>
                        <a:pt x="5981" y="3721"/>
                      </a:lnTo>
                      <a:lnTo>
                        <a:pt x="237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5" name="Google Shape;1755;p20"/>
                <p:cNvSpPr/>
                <p:nvPr/>
              </p:nvSpPr>
              <p:spPr>
                <a:xfrm>
                  <a:off x="2406525" y="1218350"/>
                  <a:ext cx="5385303" cy="1110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36" h="44419" extrusionOk="0">
                      <a:moveTo>
                        <a:pt x="183" y="0"/>
                      </a:moveTo>
                      <a:cubicBezTo>
                        <a:pt x="91" y="0"/>
                        <a:pt x="0" y="92"/>
                        <a:pt x="0" y="206"/>
                      </a:cubicBezTo>
                      <a:cubicBezTo>
                        <a:pt x="0" y="297"/>
                        <a:pt x="91" y="388"/>
                        <a:pt x="183" y="388"/>
                      </a:cubicBezTo>
                      <a:lnTo>
                        <a:pt x="31887" y="388"/>
                      </a:lnTo>
                      <a:lnTo>
                        <a:pt x="54507" y="23031"/>
                      </a:lnTo>
                      <a:lnTo>
                        <a:pt x="101870" y="23031"/>
                      </a:lnTo>
                      <a:lnTo>
                        <a:pt x="123257" y="44418"/>
                      </a:lnTo>
                      <a:lnTo>
                        <a:pt x="205930" y="44418"/>
                      </a:lnTo>
                      <a:cubicBezTo>
                        <a:pt x="206044" y="44418"/>
                        <a:pt x="206136" y="44327"/>
                        <a:pt x="206136" y="44213"/>
                      </a:cubicBezTo>
                      <a:cubicBezTo>
                        <a:pt x="206136" y="44122"/>
                        <a:pt x="206044" y="44030"/>
                        <a:pt x="205930" y="44030"/>
                      </a:cubicBezTo>
                      <a:lnTo>
                        <a:pt x="123417" y="44030"/>
                      </a:lnTo>
                      <a:lnTo>
                        <a:pt x="102029" y="22643"/>
                      </a:lnTo>
                      <a:lnTo>
                        <a:pt x="54667" y="22643"/>
                      </a:lnTo>
                      <a:lnTo>
                        <a:pt x="3202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6" name="Google Shape;1756;p20"/>
                <p:cNvSpPr/>
                <p:nvPr/>
              </p:nvSpPr>
              <p:spPr>
                <a:xfrm>
                  <a:off x="987925" y="355975"/>
                  <a:ext cx="6210225" cy="14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8409" h="58736" extrusionOk="0">
                      <a:moveTo>
                        <a:pt x="248203" y="1"/>
                      </a:moveTo>
                      <a:cubicBezTo>
                        <a:pt x="248151" y="1"/>
                        <a:pt x="248100" y="18"/>
                        <a:pt x="248066" y="52"/>
                      </a:cubicBezTo>
                      <a:lnTo>
                        <a:pt x="196663" y="51455"/>
                      </a:lnTo>
                      <a:lnTo>
                        <a:pt x="175778" y="51455"/>
                      </a:lnTo>
                      <a:lnTo>
                        <a:pt x="155760" y="31460"/>
                      </a:lnTo>
                      <a:lnTo>
                        <a:pt x="121112" y="31460"/>
                      </a:lnTo>
                      <a:lnTo>
                        <a:pt x="94200" y="58371"/>
                      </a:lnTo>
                      <a:lnTo>
                        <a:pt x="183" y="58371"/>
                      </a:lnTo>
                      <a:cubicBezTo>
                        <a:pt x="92" y="58371"/>
                        <a:pt x="0" y="58439"/>
                        <a:pt x="0" y="58553"/>
                      </a:cubicBezTo>
                      <a:cubicBezTo>
                        <a:pt x="0" y="58645"/>
                        <a:pt x="92" y="58736"/>
                        <a:pt x="183" y="58736"/>
                      </a:cubicBezTo>
                      <a:lnTo>
                        <a:pt x="94360" y="58736"/>
                      </a:lnTo>
                      <a:lnTo>
                        <a:pt x="121248" y="31848"/>
                      </a:lnTo>
                      <a:lnTo>
                        <a:pt x="155623" y="31848"/>
                      </a:lnTo>
                      <a:lnTo>
                        <a:pt x="175618" y="51843"/>
                      </a:lnTo>
                      <a:lnTo>
                        <a:pt x="196823" y="51843"/>
                      </a:lnTo>
                      <a:lnTo>
                        <a:pt x="248340" y="326"/>
                      </a:lnTo>
                      <a:cubicBezTo>
                        <a:pt x="248408" y="235"/>
                        <a:pt x="248408" y="121"/>
                        <a:pt x="248340" y="52"/>
                      </a:cubicBezTo>
                      <a:cubicBezTo>
                        <a:pt x="248306" y="18"/>
                        <a:pt x="248254" y="1"/>
                        <a:pt x="2482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7" name="Google Shape;1757;p20"/>
                <p:cNvSpPr/>
                <p:nvPr/>
              </p:nvSpPr>
              <p:spPr>
                <a:xfrm>
                  <a:off x="1265250" y="1389550"/>
                  <a:ext cx="6299250" cy="195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970" h="78200" extrusionOk="0">
                      <a:moveTo>
                        <a:pt x="389" y="0"/>
                      </a:moveTo>
                      <a:cubicBezTo>
                        <a:pt x="160" y="0"/>
                        <a:pt x="1" y="183"/>
                        <a:pt x="1" y="388"/>
                      </a:cubicBezTo>
                      <a:cubicBezTo>
                        <a:pt x="1" y="593"/>
                        <a:pt x="160" y="776"/>
                        <a:pt x="389" y="776"/>
                      </a:cubicBezTo>
                      <a:lnTo>
                        <a:pt x="66217" y="776"/>
                      </a:lnTo>
                      <a:lnTo>
                        <a:pt x="89179" y="23738"/>
                      </a:lnTo>
                      <a:lnTo>
                        <a:pt x="125197" y="23738"/>
                      </a:lnTo>
                      <a:lnTo>
                        <a:pt x="179659" y="78199"/>
                      </a:lnTo>
                      <a:lnTo>
                        <a:pt x="251581" y="78199"/>
                      </a:lnTo>
                      <a:cubicBezTo>
                        <a:pt x="251787" y="78199"/>
                        <a:pt x="251969" y="78040"/>
                        <a:pt x="251969" y="77834"/>
                      </a:cubicBezTo>
                      <a:cubicBezTo>
                        <a:pt x="251969" y="77606"/>
                        <a:pt x="251787" y="77446"/>
                        <a:pt x="251581" y="77446"/>
                      </a:cubicBezTo>
                      <a:lnTo>
                        <a:pt x="179978" y="77446"/>
                      </a:lnTo>
                      <a:lnTo>
                        <a:pt x="125517" y="22962"/>
                      </a:lnTo>
                      <a:lnTo>
                        <a:pt x="89499" y="22962"/>
                      </a:lnTo>
                      <a:lnTo>
                        <a:pt x="66536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8" name="Google Shape;1758;p20"/>
                <p:cNvSpPr/>
                <p:nvPr/>
              </p:nvSpPr>
              <p:spPr>
                <a:xfrm>
                  <a:off x="1631600" y="1974425"/>
                  <a:ext cx="6160000" cy="109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6400" h="43826" extrusionOk="0">
                      <a:moveTo>
                        <a:pt x="183" y="1"/>
                      </a:moveTo>
                      <a:cubicBezTo>
                        <a:pt x="69" y="1"/>
                        <a:pt x="0" y="92"/>
                        <a:pt x="0" y="206"/>
                      </a:cubicBezTo>
                      <a:cubicBezTo>
                        <a:pt x="0" y="298"/>
                        <a:pt x="69" y="389"/>
                        <a:pt x="183" y="389"/>
                      </a:cubicBezTo>
                      <a:lnTo>
                        <a:pt x="61286" y="389"/>
                      </a:lnTo>
                      <a:lnTo>
                        <a:pt x="104723" y="43825"/>
                      </a:lnTo>
                      <a:lnTo>
                        <a:pt x="165210" y="43825"/>
                      </a:lnTo>
                      <a:lnTo>
                        <a:pt x="207414" y="1599"/>
                      </a:lnTo>
                      <a:lnTo>
                        <a:pt x="246217" y="1599"/>
                      </a:lnTo>
                      <a:cubicBezTo>
                        <a:pt x="246308" y="1599"/>
                        <a:pt x="246400" y="1507"/>
                        <a:pt x="246400" y="1416"/>
                      </a:cubicBezTo>
                      <a:cubicBezTo>
                        <a:pt x="246400" y="1302"/>
                        <a:pt x="246308" y="1233"/>
                        <a:pt x="246217" y="1233"/>
                      </a:cubicBezTo>
                      <a:lnTo>
                        <a:pt x="207254" y="1233"/>
                      </a:lnTo>
                      <a:lnTo>
                        <a:pt x="165050" y="43437"/>
                      </a:lnTo>
                      <a:lnTo>
                        <a:pt x="104883" y="43437"/>
                      </a:lnTo>
                      <a:lnTo>
                        <a:pt x="61446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20"/>
                <p:cNvSpPr/>
                <p:nvPr/>
              </p:nvSpPr>
              <p:spPr>
                <a:xfrm>
                  <a:off x="1978550" y="331575"/>
                  <a:ext cx="4691750" cy="12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70" h="51587" extrusionOk="0">
                      <a:moveTo>
                        <a:pt x="187453" y="1"/>
                      </a:moveTo>
                      <a:cubicBezTo>
                        <a:pt x="187407" y="1"/>
                        <a:pt x="187362" y="24"/>
                        <a:pt x="187327" y="69"/>
                      </a:cubicBezTo>
                      <a:lnTo>
                        <a:pt x="143594" y="43780"/>
                      </a:lnTo>
                      <a:lnTo>
                        <a:pt x="103992" y="43780"/>
                      </a:lnTo>
                      <a:lnTo>
                        <a:pt x="87444" y="27232"/>
                      </a:lnTo>
                      <a:lnTo>
                        <a:pt x="46838" y="27232"/>
                      </a:lnTo>
                      <a:lnTo>
                        <a:pt x="22871" y="51198"/>
                      </a:lnTo>
                      <a:lnTo>
                        <a:pt x="183" y="51198"/>
                      </a:lnTo>
                      <a:cubicBezTo>
                        <a:pt x="91" y="51198"/>
                        <a:pt x="0" y="51289"/>
                        <a:pt x="0" y="51403"/>
                      </a:cubicBezTo>
                      <a:cubicBezTo>
                        <a:pt x="0" y="51495"/>
                        <a:pt x="91" y="51586"/>
                        <a:pt x="183" y="51586"/>
                      </a:cubicBezTo>
                      <a:lnTo>
                        <a:pt x="23031" y="51586"/>
                      </a:lnTo>
                      <a:lnTo>
                        <a:pt x="46997" y="27620"/>
                      </a:lnTo>
                      <a:lnTo>
                        <a:pt x="87284" y="27620"/>
                      </a:lnTo>
                      <a:lnTo>
                        <a:pt x="103833" y="44168"/>
                      </a:lnTo>
                      <a:lnTo>
                        <a:pt x="143754" y="44168"/>
                      </a:lnTo>
                      <a:lnTo>
                        <a:pt x="187579" y="321"/>
                      </a:lnTo>
                      <a:cubicBezTo>
                        <a:pt x="187670" y="252"/>
                        <a:pt x="187670" y="138"/>
                        <a:pt x="187579" y="69"/>
                      </a:cubicBezTo>
                      <a:cubicBezTo>
                        <a:pt x="187544" y="24"/>
                        <a:pt x="187499" y="1"/>
                        <a:pt x="18745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20"/>
                <p:cNvSpPr/>
                <p:nvPr/>
              </p:nvSpPr>
              <p:spPr>
                <a:xfrm>
                  <a:off x="937150" y="2104550"/>
                  <a:ext cx="6622775" cy="1510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4911" h="60419" extrusionOk="0">
                      <a:moveTo>
                        <a:pt x="183" y="0"/>
                      </a:moveTo>
                      <a:cubicBezTo>
                        <a:pt x="91" y="0"/>
                        <a:pt x="0" y="69"/>
                        <a:pt x="0" y="183"/>
                      </a:cubicBezTo>
                      <a:cubicBezTo>
                        <a:pt x="0" y="297"/>
                        <a:pt x="91" y="365"/>
                        <a:pt x="183" y="365"/>
                      </a:cubicBezTo>
                      <a:lnTo>
                        <a:pt x="57177" y="365"/>
                      </a:lnTo>
                      <a:lnTo>
                        <a:pt x="70941" y="14129"/>
                      </a:lnTo>
                      <a:lnTo>
                        <a:pt x="129214" y="14129"/>
                      </a:lnTo>
                      <a:lnTo>
                        <a:pt x="175504" y="60419"/>
                      </a:lnTo>
                      <a:lnTo>
                        <a:pt x="203419" y="60419"/>
                      </a:lnTo>
                      <a:lnTo>
                        <a:pt x="232316" y="31499"/>
                      </a:lnTo>
                      <a:lnTo>
                        <a:pt x="264705" y="31499"/>
                      </a:lnTo>
                      <a:cubicBezTo>
                        <a:pt x="264819" y="31499"/>
                        <a:pt x="264911" y="31430"/>
                        <a:pt x="264911" y="31316"/>
                      </a:cubicBezTo>
                      <a:cubicBezTo>
                        <a:pt x="264911" y="31225"/>
                        <a:pt x="264819" y="31134"/>
                        <a:pt x="264705" y="31134"/>
                      </a:cubicBezTo>
                      <a:lnTo>
                        <a:pt x="232156" y="31134"/>
                      </a:lnTo>
                      <a:lnTo>
                        <a:pt x="203259" y="60031"/>
                      </a:lnTo>
                      <a:lnTo>
                        <a:pt x="175664" y="60031"/>
                      </a:lnTo>
                      <a:lnTo>
                        <a:pt x="129374" y="13764"/>
                      </a:lnTo>
                      <a:lnTo>
                        <a:pt x="71101" y="13764"/>
                      </a:lnTo>
                      <a:lnTo>
                        <a:pt x="5733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20"/>
                <p:cNvSpPr/>
                <p:nvPr/>
              </p:nvSpPr>
              <p:spPr>
                <a:xfrm>
                  <a:off x="1664700" y="294775"/>
                  <a:ext cx="3135650" cy="7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26" h="30667" extrusionOk="0">
                      <a:moveTo>
                        <a:pt x="125014" y="1"/>
                      </a:moveTo>
                      <a:cubicBezTo>
                        <a:pt x="124917" y="1"/>
                        <a:pt x="124820" y="35"/>
                        <a:pt x="124741" y="103"/>
                      </a:cubicBezTo>
                      <a:lnTo>
                        <a:pt x="111936" y="12931"/>
                      </a:lnTo>
                      <a:lnTo>
                        <a:pt x="47020" y="12931"/>
                      </a:lnTo>
                      <a:lnTo>
                        <a:pt x="30016" y="29913"/>
                      </a:lnTo>
                      <a:lnTo>
                        <a:pt x="388" y="29913"/>
                      </a:lnTo>
                      <a:cubicBezTo>
                        <a:pt x="160" y="29913"/>
                        <a:pt x="0" y="30073"/>
                        <a:pt x="0" y="30301"/>
                      </a:cubicBezTo>
                      <a:cubicBezTo>
                        <a:pt x="0" y="30507"/>
                        <a:pt x="160" y="30666"/>
                        <a:pt x="388" y="30666"/>
                      </a:cubicBezTo>
                      <a:lnTo>
                        <a:pt x="30335" y="30666"/>
                      </a:lnTo>
                      <a:lnTo>
                        <a:pt x="47340" y="13685"/>
                      </a:lnTo>
                      <a:lnTo>
                        <a:pt x="112255" y="13685"/>
                      </a:lnTo>
                      <a:lnTo>
                        <a:pt x="125288" y="651"/>
                      </a:lnTo>
                      <a:cubicBezTo>
                        <a:pt x="125425" y="514"/>
                        <a:pt x="125425" y="263"/>
                        <a:pt x="125288" y="103"/>
                      </a:cubicBezTo>
                      <a:cubicBezTo>
                        <a:pt x="125208" y="35"/>
                        <a:pt x="125111" y="1"/>
                        <a:pt x="1250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20"/>
                <p:cNvSpPr/>
                <p:nvPr/>
              </p:nvSpPr>
              <p:spPr>
                <a:xfrm>
                  <a:off x="100600" y="2193550"/>
                  <a:ext cx="3410675" cy="530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427" h="21229" extrusionOk="0">
                      <a:moveTo>
                        <a:pt x="20748" y="1"/>
                      </a:moveTo>
                      <a:lnTo>
                        <a:pt x="160" y="20589"/>
                      </a:lnTo>
                      <a:cubicBezTo>
                        <a:pt x="0" y="20726"/>
                        <a:pt x="0" y="20977"/>
                        <a:pt x="160" y="21114"/>
                      </a:cubicBezTo>
                      <a:cubicBezTo>
                        <a:pt x="228" y="21205"/>
                        <a:pt x="342" y="21228"/>
                        <a:pt x="434" y="21228"/>
                      </a:cubicBezTo>
                      <a:cubicBezTo>
                        <a:pt x="525" y="21228"/>
                        <a:pt x="616" y="21205"/>
                        <a:pt x="708" y="21114"/>
                      </a:cubicBezTo>
                      <a:lnTo>
                        <a:pt x="21045" y="777"/>
                      </a:lnTo>
                      <a:lnTo>
                        <a:pt x="85390" y="777"/>
                      </a:lnTo>
                      <a:lnTo>
                        <a:pt x="103307" y="18672"/>
                      </a:lnTo>
                      <a:lnTo>
                        <a:pt x="136039" y="18672"/>
                      </a:lnTo>
                      <a:cubicBezTo>
                        <a:pt x="136267" y="18672"/>
                        <a:pt x="136427" y="18512"/>
                        <a:pt x="136427" y="18307"/>
                      </a:cubicBezTo>
                      <a:cubicBezTo>
                        <a:pt x="136427" y="18078"/>
                        <a:pt x="136267" y="17919"/>
                        <a:pt x="136039" y="17919"/>
                      </a:cubicBezTo>
                      <a:lnTo>
                        <a:pt x="103627" y="17919"/>
                      </a:lnTo>
                      <a:lnTo>
                        <a:pt x="85709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20"/>
                <p:cNvSpPr/>
                <p:nvPr/>
              </p:nvSpPr>
              <p:spPr>
                <a:xfrm>
                  <a:off x="106300" y="832600"/>
                  <a:ext cx="2024625" cy="395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85" h="15819" extrusionOk="0">
                      <a:moveTo>
                        <a:pt x="206" y="1"/>
                      </a:moveTo>
                      <a:cubicBezTo>
                        <a:pt x="92" y="1"/>
                        <a:pt x="0" y="92"/>
                        <a:pt x="0" y="183"/>
                      </a:cubicBezTo>
                      <a:cubicBezTo>
                        <a:pt x="0" y="297"/>
                        <a:pt x="92" y="389"/>
                        <a:pt x="206" y="389"/>
                      </a:cubicBezTo>
                      <a:lnTo>
                        <a:pt x="37297" y="389"/>
                      </a:lnTo>
                      <a:lnTo>
                        <a:pt x="52750" y="15818"/>
                      </a:lnTo>
                      <a:lnTo>
                        <a:pt x="80779" y="15818"/>
                      </a:lnTo>
                      <a:cubicBezTo>
                        <a:pt x="80893" y="15818"/>
                        <a:pt x="80985" y="15727"/>
                        <a:pt x="80985" y="15636"/>
                      </a:cubicBezTo>
                      <a:cubicBezTo>
                        <a:pt x="80985" y="15522"/>
                        <a:pt x="80893" y="15430"/>
                        <a:pt x="80779" y="15430"/>
                      </a:cubicBezTo>
                      <a:lnTo>
                        <a:pt x="52909" y="15430"/>
                      </a:lnTo>
                      <a:lnTo>
                        <a:pt x="3745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20"/>
                <p:cNvSpPr/>
                <p:nvPr/>
              </p:nvSpPr>
              <p:spPr>
                <a:xfrm>
                  <a:off x="24125" y="1108225"/>
                  <a:ext cx="1654850" cy="5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194" h="20521" extrusionOk="0">
                      <a:moveTo>
                        <a:pt x="183" y="0"/>
                      </a:moveTo>
                      <a:cubicBezTo>
                        <a:pt x="92" y="0"/>
                        <a:pt x="1" y="91"/>
                        <a:pt x="1" y="206"/>
                      </a:cubicBezTo>
                      <a:cubicBezTo>
                        <a:pt x="1" y="297"/>
                        <a:pt x="92" y="388"/>
                        <a:pt x="183" y="388"/>
                      </a:cubicBezTo>
                      <a:lnTo>
                        <a:pt x="25245" y="388"/>
                      </a:lnTo>
                      <a:lnTo>
                        <a:pt x="45377" y="20520"/>
                      </a:lnTo>
                      <a:lnTo>
                        <a:pt x="66011" y="20520"/>
                      </a:lnTo>
                      <a:cubicBezTo>
                        <a:pt x="66103" y="20520"/>
                        <a:pt x="66194" y="20429"/>
                        <a:pt x="66194" y="20337"/>
                      </a:cubicBezTo>
                      <a:cubicBezTo>
                        <a:pt x="66194" y="20223"/>
                        <a:pt x="66103" y="20132"/>
                        <a:pt x="66011" y="20132"/>
                      </a:cubicBezTo>
                      <a:lnTo>
                        <a:pt x="45537" y="20132"/>
                      </a:lnTo>
                      <a:lnTo>
                        <a:pt x="2540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20"/>
                <p:cNvSpPr/>
                <p:nvPr/>
              </p:nvSpPr>
              <p:spPr>
                <a:xfrm>
                  <a:off x="24125" y="1371850"/>
                  <a:ext cx="979225" cy="451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69" h="18079" extrusionOk="0">
                      <a:moveTo>
                        <a:pt x="183" y="0"/>
                      </a:moveTo>
                      <a:cubicBezTo>
                        <a:pt x="92" y="0"/>
                        <a:pt x="1" y="92"/>
                        <a:pt x="1" y="206"/>
                      </a:cubicBezTo>
                      <a:cubicBezTo>
                        <a:pt x="1" y="297"/>
                        <a:pt x="92" y="388"/>
                        <a:pt x="183" y="388"/>
                      </a:cubicBezTo>
                      <a:lnTo>
                        <a:pt x="21182" y="388"/>
                      </a:lnTo>
                      <a:lnTo>
                        <a:pt x="38826" y="18010"/>
                      </a:lnTo>
                      <a:cubicBezTo>
                        <a:pt x="38849" y="18055"/>
                        <a:pt x="38895" y="18078"/>
                        <a:pt x="38940" y="18078"/>
                      </a:cubicBezTo>
                      <a:cubicBezTo>
                        <a:pt x="39009" y="18078"/>
                        <a:pt x="39055" y="18055"/>
                        <a:pt x="39077" y="18010"/>
                      </a:cubicBezTo>
                      <a:cubicBezTo>
                        <a:pt x="39169" y="17941"/>
                        <a:pt x="39169" y="17827"/>
                        <a:pt x="39077" y="17736"/>
                      </a:cubicBezTo>
                      <a:lnTo>
                        <a:pt x="2134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20"/>
                <p:cNvSpPr/>
                <p:nvPr/>
              </p:nvSpPr>
              <p:spPr>
                <a:xfrm>
                  <a:off x="5585500" y="1408375"/>
                  <a:ext cx="1529900" cy="580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196" h="23214" extrusionOk="0">
                      <a:moveTo>
                        <a:pt x="49121" y="0"/>
                      </a:moveTo>
                      <a:lnTo>
                        <a:pt x="26661" y="22460"/>
                      </a:lnTo>
                      <a:lnTo>
                        <a:pt x="389" y="22460"/>
                      </a:lnTo>
                      <a:cubicBezTo>
                        <a:pt x="161" y="22460"/>
                        <a:pt x="1" y="22620"/>
                        <a:pt x="1" y="22848"/>
                      </a:cubicBezTo>
                      <a:cubicBezTo>
                        <a:pt x="1" y="23054"/>
                        <a:pt x="161" y="23214"/>
                        <a:pt x="389" y="23214"/>
                      </a:cubicBezTo>
                      <a:lnTo>
                        <a:pt x="26980" y="23214"/>
                      </a:lnTo>
                      <a:lnTo>
                        <a:pt x="49441" y="776"/>
                      </a:lnTo>
                      <a:lnTo>
                        <a:pt x="60808" y="776"/>
                      </a:lnTo>
                      <a:cubicBezTo>
                        <a:pt x="61013" y="776"/>
                        <a:pt x="61196" y="594"/>
                        <a:pt x="61196" y="388"/>
                      </a:cubicBezTo>
                      <a:cubicBezTo>
                        <a:pt x="61196" y="183"/>
                        <a:pt x="61013" y="0"/>
                        <a:pt x="608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20"/>
                <p:cNvSpPr/>
                <p:nvPr/>
              </p:nvSpPr>
              <p:spPr>
                <a:xfrm>
                  <a:off x="5953000" y="3543100"/>
                  <a:ext cx="134700" cy="1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8" h="5388" extrusionOk="0">
                      <a:moveTo>
                        <a:pt x="2694" y="366"/>
                      </a:moveTo>
                      <a:cubicBezTo>
                        <a:pt x="3972" y="366"/>
                        <a:pt x="5022" y="1416"/>
                        <a:pt x="5022" y="2694"/>
                      </a:cubicBezTo>
                      <a:cubicBezTo>
                        <a:pt x="5022" y="3949"/>
                        <a:pt x="3972" y="4999"/>
                        <a:pt x="2694" y="4999"/>
                      </a:cubicBezTo>
                      <a:cubicBezTo>
                        <a:pt x="1416" y="4999"/>
                        <a:pt x="388" y="3949"/>
                        <a:pt x="388" y="2694"/>
                      </a:cubicBezTo>
                      <a:cubicBezTo>
                        <a:pt x="388" y="1416"/>
                        <a:pt x="1416" y="366"/>
                        <a:pt x="2694" y="366"/>
                      </a:cubicBezTo>
                      <a:close/>
                      <a:moveTo>
                        <a:pt x="2694" y="1"/>
                      </a:moveTo>
                      <a:cubicBezTo>
                        <a:pt x="1210" y="1"/>
                        <a:pt x="0" y="1187"/>
                        <a:pt x="0" y="2694"/>
                      </a:cubicBezTo>
                      <a:cubicBezTo>
                        <a:pt x="0" y="4178"/>
                        <a:pt x="1210" y="5387"/>
                        <a:pt x="2694" y="5387"/>
                      </a:cubicBezTo>
                      <a:cubicBezTo>
                        <a:pt x="4177" y="5387"/>
                        <a:pt x="5387" y="4178"/>
                        <a:pt x="5387" y="2694"/>
                      </a:cubicBezTo>
                      <a:cubicBezTo>
                        <a:pt x="5387" y="1187"/>
                        <a:pt x="4177" y="1"/>
                        <a:pt x="269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20"/>
                <p:cNvSpPr/>
                <p:nvPr/>
              </p:nvSpPr>
              <p:spPr>
                <a:xfrm>
                  <a:off x="5976400" y="3566500"/>
                  <a:ext cx="87900" cy="87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493" extrusionOk="0">
                      <a:moveTo>
                        <a:pt x="1758" y="0"/>
                      </a:moveTo>
                      <a:cubicBezTo>
                        <a:pt x="799" y="0"/>
                        <a:pt x="0" y="776"/>
                        <a:pt x="0" y="1758"/>
                      </a:cubicBezTo>
                      <a:cubicBezTo>
                        <a:pt x="0" y="2717"/>
                        <a:pt x="799" y="3493"/>
                        <a:pt x="1758" y="3493"/>
                      </a:cubicBezTo>
                      <a:cubicBezTo>
                        <a:pt x="2739" y="3493"/>
                        <a:pt x="3515" y="2717"/>
                        <a:pt x="3515" y="1758"/>
                      </a:cubicBezTo>
                      <a:cubicBezTo>
                        <a:pt x="3515" y="776"/>
                        <a:pt x="2739" y="0"/>
                        <a:pt x="175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20"/>
                <p:cNvSpPr/>
                <p:nvPr/>
              </p:nvSpPr>
              <p:spPr>
                <a:xfrm>
                  <a:off x="5421175" y="2256325"/>
                  <a:ext cx="134700" cy="1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8" h="5388" extrusionOk="0">
                      <a:moveTo>
                        <a:pt x="2694" y="389"/>
                      </a:moveTo>
                      <a:cubicBezTo>
                        <a:pt x="3972" y="389"/>
                        <a:pt x="4999" y="1416"/>
                        <a:pt x="4999" y="2694"/>
                      </a:cubicBezTo>
                      <a:cubicBezTo>
                        <a:pt x="4999" y="3972"/>
                        <a:pt x="3972" y="5022"/>
                        <a:pt x="2694" y="5022"/>
                      </a:cubicBezTo>
                      <a:cubicBezTo>
                        <a:pt x="1415" y="5022"/>
                        <a:pt x="365" y="3972"/>
                        <a:pt x="365" y="2694"/>
                      </a:cubicBezTo>
                      <a:cubicBezTo>
                        <a:pt x="365" y="1416"/>
                        <a:pt x="1415" y="389"/>
                        <a:pt x="2694" y="389"/>
                      </a:cubicBezTo>
                      <a:close/>
                      <a:moveTo>
                        <a:pt x="2694" y="1"/>
                      </a:moveTo>
                      <a:cubicBezTo>
                        <a:pt x="1210" y="1"/>
                        <a:pt x="0" y="1210"/>
                        <a:pt x="0" y="2694"/>
                      </a:cubicBezTo>
                      <a:cubicBezTo>
                        <a:pt x="0" y="4178"/>
                        <a:pt x="1210" y="5387"/>
                        <a:pt x="2694" y="5387"/>
                      </a:cubicBezTo>
                      <a:cubicBezTo>
                        <a:pt x="4177" y="5387"/>
                        <a:pt x="5387" y="4178"/>
                        <a:pt x="5387" y="2694"/>
                      </a:cubicBezTo>
                      <a:cubicBezTo>
                        <a:pt x="5387" y="1210"/>
                        <a:pt x="4177" y="1"/>
                        <a:pt x="269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20"/>
                <p:cNvSpPr/>
                <p:nvPr/>
              </p:nvSpPr>
              <p:spPr>
                <a:xfrm>
                  <a:off x="5444575" y="2279725"/>
                  <a:ext cx="87900" cy="87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516" extrusionOk="0">
                      <a:moveTo>
                        <a:pt x="1758" y="0"/>
                      </a:moveTo>
                      <a:cubicBezTo>
                        <a:pt x="776" y="0"/>
                        <a:pt x="0" y="799"/>
                        <a:pt x="0" y="1758"/>
                      </a:cubicBezTo>
                      <a:cubicBezTo>
                        <a:pt x="0" y="2739"/>
                        <a:pt x="776" y="3516"/>
                        <a:pt x="1758" y="3516"/>
                      </a:cubicBezTo>
                      <a:cubicBezTo>
                        <a:pt x="2716" y="3516"/>
                        <a:pt x="3515" y="2739"/>
                        <a:pt x="3515" y="1758"/>
                      </a:cubicBezTo>
                      <a:cubicBezTo>
                        <a:pt x="3515" y="799"/>
                        <a:pt x="2716" y="0"/>
                        <a:pt x="175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1" name="Google Shape;1771;p20"/>
                <p:cNvSpPr/>
                <p:nvPr/>
              </p:nvSpPr>
              <p:spPr>
                <a:xfrm>
                  <a:off x="5459400" y="1912225"/>
                  <a:ext cx="134700" cy="1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8" h="5388" extrusionOk="0">
                      <a:moveTo>
                        <a:pt x="2694" y="366"/>
                      </a:moveTo>
                      <a:cubicBezTo>
                        <a:pt x="3972" y="366"/>
                        <a:pt x="4999" y="1416"/>
                        <a:pt x="4999" y="2694"/>
                      </a:cubicBezTo>
                      <a:cubicBezTo>
                        <a:pt x="4999" y="3973"/>
                        <a:pt x="3972" y="5000"/>
                        <a:pt x="2694" y="5000"/>
                      </a:cubicBezTo>
                      <a:cubicBezTo>
                        <a:pt x="1416" y="5000"/>
                        <a:pt x="389" y="3973"/>
                        <a:pt x="389" y="2694"/>
                      </a:cubicBezTo>
                      <a:cubicBezTo>
                        <a:pt x="389" y="1416"/>
                        <a:pt x="1416" y="366"/>
                        <a:pt x="2694" y="366"/>
                      </a:cubicBezTo>
                      <a:close/>
                      <a:moveTo>
                        <a:pt x="2694" y="1"/>
                      </a:moveTo>
                      <a:cubicBezTo>
                        <a:pt x="1210" y="1"/>
                        <a:pt x="1" y="1211"/>
                        <a:pt x="1" y="2694"/>
                      </a:cubicBezTo>
                      <a:cubicBezTo>
                        <a:pt x="1" y="4178"/>
                        <a:pt x="1210" y="5388"/>
                        <a:pt x="2694" y="5388"/>
                      </a:cubicBezTo>
                      <a:cubicBezTo>
                        <a:pt x="4178" y="5388"/>
                        <a:pt x="5387" y="4178"/>
                        <a:pt x="5387" y="2694"/>
                      </a:cubicBezTo>
                      <a:cubicBezTo>
                        <a:pt x="5387" y="1211"/>
                        <a:pt x="4178" y="1"/>
                        <a:pt x="269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2" name="Google Shape;1772;p20"/>
                <p:cNvSpPr/>
                <p:nvPr/>
              </p:nvSpPr>
              <p:spPr>
                <a:xfrm>
                  <a:off x="5482800" y="1935625"/>
                  <a:ext cx="87900" cy="87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516" extrusionOk="0">
                      <a:moveTo>
                        <a:pt x="1758" y="1"/>
                      </a:moveTo>
                      <a:cubicBezTo>
                        <a:pt x="799" y="1"/>
                        <a:pt x="0" y="777"/>
                        <a:pt x="0" y="1758"/>
                      </a:cubicBezTo>
                      <a:cubicBezTo>
                        <a:pt x="0" y="2717"/>
                        <a:pt x="799" y="3516"/>
                        <a:pt x="1758" y="3516"/>
                      </a:cubicBezTo>
                      <a:cubicBezTo>
                        <a:pt x="2739" y="3516"/>
                        <a:pt x="3515" y="2717"/>
                        <a:pt x="3515" y="1758"/>
                      </a:cubicBezTo>
                      <a:cubicBezTo>
                        <a:pt x="3515" y="777"/>
                        <a:pt x="2739" y="1"/>
                        <a:pt x="1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3" name="Google Shape;1773;p20"/>
                <p:cNvSpPr/>
                <p:nvPr/>
              </p:nvSpPr>
              <p:spPr>
                <a:xfrm>
                  <a:off x="4736975" y="1935625"/>
                  <a:ext cx="87900" cy="87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516" extrusionOk="0">
                      <a:moveTo>
                        <a:pt x="1758" y="1"/>
                      </a:moveTo>
                      <a:cubicBezTo>
                        <a:pt x="777" y="1"/>
                        <a:pt x="1" y="777"/>
                        <a:pt x="1" y="1758"/>
                      </a:cubicBezTo>
                      <a:cubicBezTo>
                        <a:pt x="1" y="2717"/>
                        <a:pt x="777" y="3516"/>
                        <a:pt x="1758" y="3516"/>
                      </a:cubicBezTo>
                      <a:cubicBezTo>
                        <a:pt x="2717" y="3516"/>
                        <a:pt x="3516" y="2717"/>
                        <a:pt x="3516" y="1758"/>
                      </a:cubicBezTo>
                      <a:cubicBezTo>
                        <a:pt x="3516" y="777"/>
                        <a:pt x="2717" y="1"/>
                        <a:pt x="1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4" name="Google Shape;1774;p20"/>
                <p:cNvSpPr/>
                <p:nvPr/>
              </p:nvSpPr>
              <p:spPr>
                <a:xfrm>
                  <a:off x="7044625" y="2632950"/>
                  <a:ext cx="87900" cy="87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493" extrusionOk="0">
                      <a:moveTo>
                        <a:pt x="1758" y="0"/>
                      </a:moveTo>
                      <a:cubicBezTo>
                        <a:pt x="799" y="0"/>
                        <a:pt x="0" y="776"/>
                        <a:pt x="0" y="1735"/>
                      </a:cubicBezTo>
                      <a:cubicBezTo>
                        <a:pt x="0" y="2716"/>
                        <a:pt x="799" y="3493"/>
                        <a:pt x="1758" y="3493"/>
                      </a:cubicBezTo>
                      <a:cubicBezTo>
                        <a:pt x="2739" y="3493"/>
                        <a:pt x="3515" y="2716"/>
                        <a:pt x="3515" y="1735"/>
                      </a:cubicBezTo>
                      <a:cubicBezTo>
                        <a:pt x="3515" y="776"/>
                        <a:pt x="2739" y="0"/>
                        <a:pt x="175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5" name="Google Shape;1775;p20"/>
                <p:cNvSpPr/>
                <p:nvPr/>
              </p:nvSpPr>
              <p:spPr>
                <a:xfrm>
                  <a:off x="4222850" y="1085400"/>
                  <a:ext cx="134675" cy="134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7" h="5387" extrusionOk="0">
                      <a:moveTo>
                        <a:pt x="2694" y="388"/>
                      </a:moveTo>
                      <a:cubicBezTo>
                        <a:pt x="3972" y="388"/>
                        <a:pt x="5022" y="1415"/>
                        <a:pt x="5022" y="2694"/>
                      </a:cubicBezTo>
                      <a:cubicBezTo>
                        <a:pt x="5022" y="3972"/>
                        <a:pt x="3972" y="4999"/>
                        <a:pt x="2694" y="4999"/>
                      </a:cubicBezTo>
                      <a:cubicBezTo>
                        <a:pt x="1415" y="4999"/>
                        <a:pt x="388" y="3972"/>
                        <a:pt x="388" y="2694"/>
                      </a:cubicBezTo>
                      <a:cubicBezTo>
                        <a:pt x="388" y="1415"/>
                        <a:pt x="1415" y="388"/>
                        <a:pt x="2694" y="388"/>
                      </a:cubicBezTo>
                      <a:close/>
                      <a:moveTo>
                        <a:pt x="2694" y="0"/>
                      </a:moveTo>
                      <a:cubicBezTo>
                        <a:pt x="1210" y="0"/>
                        <a:pt x="0" y="1210"/>
                        <a:pt x="0" y="2694"/>
                      </a:cubicBezTo>
                      <a:cubicBezTo>
                        <a:pt x="0" y="4177"/>
                        <a:pt x="1210" y="5387"/>
                        <a:pt x="2694" y="5387"/>
                      </a:cubicBezTo>
                      <a:cubicBezTo>
                        <a:pt x="4177" y="5387"/>
                        <a:pt x="5387" y="4177"/>
                        <a:pt x="5387" y="2694"/>
                      </a:cubicBezTo>
                      <a:cubicBezTo>
                        <a:pt x="5387" y="1210"/>
                        <a:pt x="4177" y="0"/>
                        <a:pt x="26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6" name="Google Shape;1776;p20"/>
                <p:cNvSpPr/>
                <p:nvPr/>
              </p:nvSpPr>
              <p:spPr>
                <a:xfrm>
                  <a:off x="4246800" y="1108775"/>
                  <a:ext cx="87350" cy="8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4" h="3517" extrusionOk="0">
                      <a:moveTo>
                        <a:pt x="1736" y="1"/>
                      </a:moveTo>
                      <a:cubicBezTo>
                        <a:pt x="777" y="1"/>
                        <a:pt x="1" y="800"/>
                        <a:pt x="1" y="1759"/>
                      </a:cubicBezTo>
                      <a:cubicBezTo>
                        <a:pt x="1" y="2717"/>
                        <a:pt x="777" y="3516"/>
                        <a:pt x="1736" y="3516"/>
                      </a:cubicBezTo>
                      <a:cubicBezTo>
                        <a:pt x="2717" y="3516"/>
                        <a:pt x="3493" y="2717"/>
                        <a:pt x="3493" y="1759"/>
                      </a:cubicBezTo>
                      <a:cubicBezTo>
                        <a:pt x="3493" y="800"/>
                        <a:pt x="2717" y="1"/>
                        <a:pt x="173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7" name="Google Shape;1777;p20"/>
                <p:cNvSpPr/>
                <p:nvPr/>
              </p:nvSpPr>
              <p:spPr>
                <a:xfrm>
                  <a:off x="3502700" y="2585000"/>
                  <a:ext cx="134700" cy="1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8" h="5388" extrusionOk="0">
                      <a:moveTo>
                        <a:pt x="2694" y="389"/>
                      </a:moveTo>
                      <a:cubicBezTo>
                        <a:pt x="3972" y="389"/>
                        <a:pt x="4999" y="1416"/>
                        <a:pt x="4999" y="2694"/>
                      </a:cubicBezTo>
                      <a:cubicBezTo>
                        <a:pt x="4999" y="3973"/>
                        <a:pt x="3972" y="5000"/>
                        <a:pt x="2694" y="5000"/>
                      </a:cubicBezTo>
                      <a:cubicBezTo>
                        <a:pt x="1416" y="5000"/>
                        <a:pt x="389" y="3973"/>
                        <a:pt x="389" y="2694"/>
                      </a:cubicBezTo>
                      <a:cubicBezTo>
                        <a:pt x="389" y="1416"/>
                        <a:pt x="1416" y="389"/>
                        <a:pt x="2694" y="389"/>
                      </a:cubicBezTo>
                      <a:close/>
                      <a:moveTo>
                        <a:pt x="2694" y="1"/>
                      </a:moveTo>
                      <a:cubicBezTo>
                        <a:pt x="1210" y="1"/>
                        <a:pt x="1" y="1211"/>
                        <a:pt x="1" y="2694"/>
                      </a:cubicBezTo>
                      <a:cubicBezTo>
                        <a:pt x="1" y="4178"/>
                        <a:pt x="1210" y="5388"/>
                        <a:pt x="2694" y="5388"/>
                      </a:cubicBezTo>
                      <a:cubicBezTo>
                        <a:pt x="4178" y="5388"/>
                        <a:pt x="5387" y="4178"/>
                        <a:pt x="5387" y="2694"/>
                      </a:cubicBezTo>
                      <a:cubicBezTo>
                        <a:pt x="5387" y="1211"/>
                        <a:pt x="4178" y="1"/>
                        <a:pt x="269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8" name="Google Shape;1778;p20"/>
                <p:cNvSpPr/>
                <p:nvPr/>
              </p:nvSpPr>
              <p:spPr>
                <a:xfrm>
                  <a:off x="3526100" y="2608400"/>
                  <a:ext cx="87900" cy="87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6" h="3516" extrusionOk="0">
                      <a:moveTo>
                        <a:pt x="1758" y="1"/>
                      </a:moveTo>
                      <a:cubicBezTo>
                        <a:pt x="776" y="1"/>
                        <a:pt x="0" y="777"/>
                        <a:pt x="0" y="1758"/>
                      </a:cubicBezTo>
                      <a:cubicBezTo>
                        <a:pt x="0" y="2717"/>
                        <a:pt x="776" y="3516"/>
                        <a:pt x="1758" y="3516"/>
                      </a:cubicBezTo>
                      <a:cubicBezTo>
                        <a:pt x="2717" y="3516"/>
                        <a:pt x="3516" y="2717"/>
                        <a:pt x="3516" y="1758"/>
                      </a:cubicBezTo>
                      <a:cubicBezTo>
                        <a:pt x="3516" y="777"/>
                        <a:pt x="2717" y="1"/>
                        <a:pt x="1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9" name="Google Shape;1779;p20"/>
                <p:cNvSpPr/>
                <p:nvPr/>
              </p:nvSpPr>
              <p:spPr>
                <a:xfrm>
                  <a:off x="2281550" y="1156150"/>
                  <a:ext cx="134700" cy="1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88" h="5388" extrusionOk="0">
                      <a:moveTo>
                        <a:pt x="2694" y="366"/>
                      </a:moveTo>
                      <a:cubicBezTo>
                        <a:pt x="3972" y="366"/>
                        <a:pt x="4999" y="1416"/>
                        <a:pt x="4999" y="2694"/>
                      </a:cubicBezTo>
                      <a:cubicBezTo>
                        <a:pt x="4999" y="3972"/>
                        <a:pt x="3972" y="4999"/>
                        <a:pt x="2694" y="4999"/>
                      </a:cubicBezTo>
                      <a:cubicBezTo>
                        <a:pt x="1416" y="4999"/>
                        <a:pt x="366" y="3972"/>
                        <a:pt x="366" y="2694"/>
                      </a:cubicBezTo>
                      <a:cubicBezTo>
                        <a:pt x="366" y="1416"/>
                        <a:pt x="1416" y="366"/>
                        <a:pt x="2694" y="366"/>
                      </a:cubicBezTo>
                      <a:close/>
                      <a:moveTo>
                        <a:pt x="2694" y="0"/>
                      </a:moveTo>
                      <a:cubicBezTo>
                        <a:pt x="1210" y="0"/>
                        <a:pt x="0" y="1210"/>
                        <a:pt x="0" y="2694"/>
                      </a:cubicBezTo>
                      <a:cubicBezTo>
                        <a:pt x="0" y="4178"/>
                        <a:pt x="1210" y="5387"/>
                        <a:pt x="2694" y="5387"/>
                      </a:cubicBezTo>
                      <a:cubicBezTo>
                        <a:pt x="4177" y="5387"/>
                        <a:pt x="5387" y="4178"/>
                        <a:pt x="5387" y="2694"/>
                      </a:cubicBezTo>
                      <a:cubicBezTo>
                        <a:pt x="5387" y="1210"/>
                        <a:pt x="4177" y="0"/>
                        <a:pt x="26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0" name="Google Shape;1780;p20"/>
                <p:cNvSpPr/>
                <p:nvPr/>
              </p:nvSpPr>
              <p:spPr>
                <a:xfrm>
                  <a:off x="2304950" y="1179550"/>
                  <a:ext cx="87325" cy="87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3" h="3516" extrusionOk="0">
                      <a:moveTo>
                        <a:pt x="1758" y="0"/>
                      </a:moveTo>
                      <a:cubicBezTo>
                        <a:pt x="776" y="0"/>
                        <a:pt x="0" y="776"/>
                        <a:pt x="0" y="1758"/>
                      </a:cubicBezTo>
                      <a:cubicBezTo>
                        <a:pt x="0" y="2717"/>
                        <a:pt x="776" y="3515"/>
                        <a:pt x="1758" y="3515"/>
                      </a:cubicBezTo>
                      <a:cubicBezTo>
                        <a:pt x="2716" y="3515"/>
                        <a:pt x="3493" y="2717"/>
                        <a:pt x="3493" y="1758"/>
                      </a:cubicBezTo>
                      <a:cubicBezTo>
                        <a:pt x="3493" y="776"/>
                        <a:pt x="2716" y="0"/>
                        <a:pt x="175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1" name="Google Shape;1781;p20"/>
                <p:cNvSpPr/>
                <p:nvPr/>
              </p:nvSpPr>
              <p:spPr>
                <a:xfrm>
                  <a:off x="1577950" y="1004925"/>
                  <a:ext cx="94750" cy="94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90" h="3790" extrusionOk="0">
                      <a:moveTo>
                        <a:pt x="1895" y="366"/>
                      </a:moveTo>
                      <a:cubicBezTo>
                        <a:pt x="2717" y="366"/>
                        <a:pt x="3402" y="1051"/>
                        <a:pt x="3402" y="1895"/>
                      </a:cubicBezTo>
                      <a:cubicBezTo>
                        <a:pt x="3402" y="2717"/>
                        <a:pt x="2717" y="3402"/>
                        <a:pt x="1895" y="3402"/>
                      </a:cubicBezTo>
                      <a:cubicBezTo>
                        <a:pt x="1051" y="3402"/>
                        <a:pt x="366" y="2717"/>
                        <a:pt x="366" y="1895"/>
                      </a:cubicBezTo>
                      <a:cubicBezTo>
                        <a:pt x="366" y="1051"/>
                        <a:pt x="1051" y="366"/>
                        <a:pt x="1895" y="366"/>
                      </a:cubicBezTo>
                      <a:close/>
                      <a:moveTo>
                        <a:pt x="1895" y="1"/>
                      </a:moveTo>
                      <a:cubicBezTo>
                        <a:pt x="845" y="1"/>
                        <a:pt x="1" y="845"/>
                        <a:pt x="1" y="1895"/>
                      </a:cubicBezTo>
                      <a:cubicBezTo>
                        <a:pt x="1" y="2922"/>
                        <a:pt x="845" y="3790"/>
                        <a:pt x="1895" y="3790"/>
                      </a:cubicBezTo>
                      <a:cubicBezTo>
                        <a:pt x="2922" y="3790"/>
                        <a:pt x="3790" y="2922"/>
                        <a:pt x="3790" y="1895"/>
                      </a:cubicBezTo>
                      <a:cubicBezTo>
                        <a:pt x="3790" y="845"/>
                        <a:pt x="2922" y="1"/>
                        <a:pt x="189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2" name="Google Shape;1782;p20"/>
                <p:cNvSpPr/>
                <p:nvPr/>
              </p:nvSpPr>
              <p:spPr>
                <a:xfrm>
                  <a:off x="1595075" y="1022050"/>
                  <a:ext cx="59950" cy="59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98" h="2398" extrusionOk="0">
                      <a:moveTo>
                        <a:pt x="1210" y="1"/>
                      </a:moveTo>
                      <a:cubicBezTo>
                        <a:pt x="548" y="1"/>
                        <a:pt x="1" y="548"/>
                        <a:pt x="1" y="1210"/>
                      </a:cubicBezTo>
                      <a:cubicBezTo>
                        <a:pt x="1" y="1872"/>
                        <a:pt x="548" y="2397"/>
                        <a:pt x="1210" y="2397"/>
                      </a:cubicBezTo>
                      <a:cubicBezTo>
                        <a:pt x="1872" y="2397"/>
                        <a:pt x="2397" y="1872"/>
                        <a:pt x="2397" y="1210"/>
                      </a:cubicBezTo>
                      <a:cubicBezTo>
                        <a:pt x="2397" y="548"/>
                        <a:pt x="1872" y="1"/>
                        <a:pt x="12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3" name="Google Shape;1783;p20"/>
                <p:cNvSpPr/>
                <p:nvPr/>
              </p:nvSpPr>
              <p:spPr>
                <a:xfrm>
                  <a:off x="2892125" y="1170425"/>
                  <a:ext cx="106150" cy="10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6" h="4246" extrusionOk="0">
                      <a:moveTo>
                        <a:pt x="2123" y="0"/>
                      </a:moveTo>
                      <a:cubicBezTo>
                        <a:pt x="959" y="0"/>
                        <a:pt x="0" y="936"/>
                        <a:pt x="0" y="2123"/>
                      </a:cubicBezTo>
                      <a:cubicBezTo>
                        <a:pt x="0" y="3287"/>
                        <a:pt x="959" y="4246"/>
                        <a:pt x="2123" y="4246"/>
                      </a:cubicBezTo>
                      <a:cubicBezTo>
                        <a:pt x="3310" y="4246"/>
                        <a:pt x="4246" y="3287"/>
                        <a:pt x="4246" y="2123"/>
                      </a:cubicBezTo>
                      <a:cubicBezTo>
                        <a:pt x="4246" y="936"/>
                        <a:pt x="3310" y="0"/>
                        <a:pt x="21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4" name="Google Shape;1784;p20"/>
                <p:cNvSpPr/>
                <p:nvPr/>
              </p:nvSpPr>
              <p:spPr>
                <a:xfrm>
                  <a:off x="7004675" y="1366150"/>
                  <a:ext cx="106150" cy="10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6" h="4246" extrusionOk="0">
                      <a:moveTo>
                        <a:pt x="2123" y="0"/>
                      </a:moveTo>
                      <a:cubicBezTo>
                        <a:pt x="936" y="0"/>
                        <a:pt x="0" y="959"/>
                        <a:pt x="0" y="2123"/>
                      </a:cubicBezTo>
                      <a:cubicBezTo>
                        <a:pt x="0" y="3310"/>
                        <a:pt x="936" y="4246"/>
                        <a:pt x="2123" y="4246"/>
                      </a:cubicBezTo>
                      <a:cubicBezTo>
                        <a:pt x="3287" y="4246"/>
                        <a:pt x="4246" y="3310"/>
                        <a:pt x="4246" y="2123"/>
                      </a:cubicBezTo>
                      <a:cubicBezTo>
                        <a:pt x="4246" y="959"/>
                        <a:pt x="3287" y="0"/>
                        <a:pt x="21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5" name="Google Shape;1785;p20"/>
                <p:cNvSpPr/>
                <p:nvPr/>
              </p:nvSpPr>
              <p:spPr>
                <a:xfrm>
                  <a:off x="6446600" y="2270600"/>
                  <a:ext cx="106150" cy="10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6" h="4246" extrusionOk="0">
                      <a:moveTo>
                        <a:pt x="2123" y="0"/>
                      </a:moveTo>
                      <a:cubicBezTo>
                        <a:pt x="959" y="0"/>
                        <a:pt x="0" y="959"/>
                        <a:pt x="0" y="2123"/>
                      </a:cubicBezTo>
                      <a:cubicBezTo>
                        <a:pt x="0" y="3310"/>
                        <a:pt x="959" y="4246"/>
                        <a:pt x="2123" y="4246"/>
                      </a:cubicBezTo>
                      <a:cubicBezTo>
                        <a:pt x="3310" y="4246"/>
                        <a:pt x="4246" y="3310"/>
                        <a:pt x="4246" y="2123"/>
                      </a:cubicBezTo>
                      <a:cubicBezTo>
                        <a:pt x="4246" y="959"/>
                        <a:pt x="3310" y="0"/>
                        <a:pt x="21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6" name="Google Shape;1786;p20"/>
                <p:cNvSpPr/>
                <p:nvPr/>
              </p:nvSpPr>
              <p:spPr>
                <a:xfrm>
                  <a:off x="6258275" y="3300575"/>
                  <a:ext cx="69650" cy="6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6" h="2786" extrusionOk="0">
                      <a:moveTo>
                        <a:pt x="1393" y="1"/>
                      </a:moveTo>
                      <a:cubicBezTo>
                        <a:pt x="617" y="1"/>
                        <a:pt x="1" y="617"/>
                        <a:pt x="1" y="1393"/>
                      </a:cubicBezTo>
                      <a:cubicBezTo>
                        <a:pt x="1" y="2146"/>
                        <a:pt x="617" y="2786"/>
                        <a:pt x="1393" y="2786"/>
                      </a:cubicBezTo>
                      <a:cubicBezTo>
                        <a:pt x="2169" y="2786"/>
                        <a:pt x="2786" y="2146"/>
                        <a:pt x="2786" y="1393"/>
                      </a:cubicBezTo>
                      <a:cubicBezTo>
                        <a:pt x="2786" y="617"/>
                        <a:pt x="2169" y="1"/>
                        <a:pt x="13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7" name="Google Shape;1787;p20"/>
                <p:cNvSpPr/>
                <p:nvPr/>
              </p:nvSpPr>
              <p:spPr>
                <a:xfrm>
                  <a:off x="4746100" y="3030675"/>
                  <a:ext cx="69650" cy="6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6" h="2763" extrusionOk="0">
                      <a:moveTo>
                        <a:pt x="1393" y="0"/>
                      </a:moveTo>
                      <a:cubicBezTo>
                        <a:pt x="617" y="0"/>
                        <a:pt x="1" y="617"/>
                        <a:pt x="1" y="1393"/>
                      </a:cubicBezTo>
                      <a:cubicBezTo>
                        <a:pt x="1" y="2146"/>
                        <a:pt x="617" y="2762"/>
                        <a:pt x="1393" y="2762"/>
                      </a:cubicBezTo>
                      <a:cubicBezTo>
                        <a:pt x="2169" y="2762"/>
                        <a:pt x="2786" y="2146"/>
                        <a:pt x="2786" y="1393"/>
                      </a:cubicBezTo>
                      <a:cubicBezTo>
                        <a:pt x="2786" y="617"/>
                        <a:pt x="2169" y="0"/>
                        <a:pt x="13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8" name="Google Shape;1788;p20"/>
                <p:cNvSpPr/>
                <p:nvPr/>
              </p:nvSpPr>
              <p:spPr>
                <a:xfrm>
                  <a:off x="5111875" y="1378700"/>
                  <a:ext cx="106175" cy="10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7" h="4246" extrusionOk="0">
                      <a:moveTo>
                        <a:pt x="2124" y="0"/>
                      </a:moveTo>
                      <a:cubicBezTo>
                        <a:pt x="960" y="0"/>
                        <a:pt x="1" y="959"/>
                        <a:pt x="1" y="2123"/>
                      </a:cubicBezTo>
                      <a:cubicBezTo>
                        <a:pt x="1" y="3310"/>
                        <a:pt x="960" y="4246"/>
                        <a:pt x="2124" y="4246"/>
                      </a:cubicBezTo>
                      <a:cubicBezTo>
                        <a:pt x="3288" y="4246"/>
                        <a:pt x="4246" y="3310"/>
                        <a:pt x="4246" y="2123"/>
                      </a:cubicBezTo>
                      <a:cubicBezTo>
                        <a:pt x="4246" y="959"/>
                        <a:pt x="3288" y="0"/>
                        <a:pt x="21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9" name="Google Shape;1789;p20"/>
                <p:cNvSpPr/>
                <p:nvPr/>
              </p:nvSpPr>
              <p:spPr>
                <a:xfrm>
                  <a:off x="5692225" y="1404950"/>
                  <a:ext cx="75350" cy="7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" h="2991" extrusionOk="0">
                      <a:moveTo>
                        <a:pt x="1507" y="0"/>
                      </a:moveTo>
                      <a:cubicBezTo>
                        <a:pt x="685" y="0"/>
                        <a:pt x="0" y="662"/>
                        <a:pt x="0" y="1507"/>
                      </a:cubicBezTo>
                      <a:cubicBezTo>
                        <a:pt x="0" y="2328"/>
                        <a:pt x="685" y="2990"/>
                        <a:pt x="1507" y="2990"/>
                      </a:cubicBezTo>
                      <a:cubicBezTo>
                        <a:pt x="2328" y="2990"/>
                        <a:pt x="3013" y="2328"/>
                        <a:pt x="3013" y="1507"/>
                      </a:cubicBezTo>
                      <a:cubicBezTo>
                        <a:pt x="3013" y="662"/>
                        <a:pt x="2328" y="0"/>
                        <a:pt x="150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0" name="Google Shape;1790;p20"/>
                <p:cNvSpPr/>
                <p:nvPr/>
              </p:nvSpPr>
              <p:spPr>
                <a:xfrm>
                  <a:off x="5821750" y="1469425"/>
                  <a:ext cx="79350" cy="79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4" h="3174" extrusionOk="0">
                      <a:moveTo>
                        <a:pt x="1598" y="1"/>
                      </a:moveTo>
                      <a:cubicBezTo>
                        <a:pt x="708" y="1"/>
                        <a:pt x="1" y="708"/>
                        <a:pt x="1" y="1575"/>
                      </a:cubicBezTo>
                      <a:cubicBezTo>
                        <a:pt x="1" y="2466"/>
                        <a:pt x="708" y="3173"/>
                        <a:pt x="1598" y="3173"/>
                      </a:cubicBezTo>
                      <a:cubicBezTo>
                        <a:pt x="2466" y="3173"/>
                        <a:pt x="3173" y="2466"/>
                        <a:pt x="3173" y="1575"/>
                      </a:cubicBezTo>
                      <a:cubicBezTo>
                        <a:pt x="3173" y="708"/>
                        <a:pt x="2466" y="1"/>
                        <a:pt x="15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1" name="Google Shape;1791;p20"/>
                <p:cNvSpPr/>
                <p:nvPr/>
              </p:nvSpPr>
              <p:spPr>
                <a:xfrm>
                  <a:off x="3572900" y="2384150"/>
                  <a:ext cx="139825" cy="13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3" h="5570" extrusionOk="0">
                      <a:moveTo>
                        <a:pt x="2808" y="0"/>
                      </a:moveTo>
                      <a:cubicBezTo>
                        <a:pt x="1255" y="0"/>
                        <a:pt x="0" y="1233"/>
                        <a:pt x="0" y="2785"/>
                      </a:cubicBezTo>
                      <a:cubicBezTo>
                        <a:pt x="0" y="4314"/>
                        <a:pt x="1255" y="5570"/>
                        <a:pt x="2808" y="5570"/>
                      </a:cubicBezTo>
                      <a:cubicBezTo>
                        <a:pt x="4337" y="5570"/>
                        <a:pt x="5592" y="4314"/>
                        <a:pt x="5592" y="2785"/>
                      </a:cubicBezTo>
                      <a:cubicBezTo>
                        <a:pt x="5592" y="1233"/>
                        <a:pt x="4337" y="0"/>
                        <a:pt x="2808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2" name="Google Shape;1792;p20"/>
                <p:cNvSpPr/>
                <p:nvPr/>
              </p:nvSpPr>
              <p:spPr>
                <a:xfrm>
                  <a:off x="5419450" y="2995300"/>
                  <a:ext cx="139825" cy="139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93" h="5593" extrusionOk="0">
                      <a:moveTo>
                        <a:pt x="2785" y="0"/>
                      </a:moveTo>
                      <a:cubicBezTo>
                        <a:pt x="1256" y="0"/>
                        <a:pt x="1" y="1256"/>
                        <a:pt x="1" y="2808"/>
                      </a:cubicBezTo>
                      <a:cubicBezTo>
                        <a:pt x="1" y="4337"/>
                        <a:pt x="1256" y="5592"/>
                        <a:pt x="2785" y="5592"/>
                      </a:cubicBezTo>
                      <a:cubicBezTo>
                        <a:pt x="4338" y="5592"/>
                        <a:pt x="5593" y="4337"/>
                        <a:pt x="5593" y="2808"/>
                      </a:cubicBezTo>
                      <a:cubicBezTo>
                        <a:pt x="5593" y="1256"/>
                        <a:pt x="4338" y="0"/>
                        <a:pt x="278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3" name="Google Shape;1793;p20"/>
                <p:cNvSpPr/>
                <p:nvPr/>
              </p:nvSpPr>
              <p:spPr>
                <a:xfrm>
                  <a:off x="3311550" y="1787275"/>
                  <a:ext cx="65075" cy="65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3" h="2603" extrusionOk="0">
                      <a:moveTo>
                        <a:pt x="1301" y="0"/>
                      </a:moveTo>
                      <a:cubicBezTo>
                        <a:pt x="594" y="0"/>
                        <a:pt x="0" y="571"/>
                        <a:pt x="0" y="1301"/>
                      </a:cubicBezTo>
                      <a:cubicBezTo>
                        <a:pt x="0" y="2009"/>
                        <a:pt x="594" y="2602"/>
                        <a:pt x="1301" y="2602"/>
                      </a:cubicBezTo>
                      <a:cubicBezTo>
                        <a:pt x="2009" y="2602"/>
                        <a:pt x="2602" y="2009"/>
                        <a:pt x="2602" y="1301"/>
                      </a:cubicBezTo>
                      <a:cubicBezTo>
                        <a:pt x="2602" y="571"/>
                        <a:pt x="2009" y="0"/>
                        <a:pt x="130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4" name="Google Shape;1794;p20"/>
                <p:cNvSpPr/>
                <p:nvPr/>
              </p:nvSpPr>
              <p:spPr>
                <a:xfrm>
                  <a:off x="3501550" y="1519075"/>
                  <a:ext cx="143825" cy="144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5776" extrusionOk="0">
                      <a:moveTo>
                        <a:pt x="2877" y="388"/>
                      </a:moveTo>
                      <a:cubicBezTo>
                        <a:pt x="4246" y="388"/>
                        <a:pt x="5388" y="1507"/>
                        <a:pt x="5388" y="2899"/>
                      </a:cubicBezTo>
                      <a:cubicBezTo>
                        <a:pt x="5388" y="4269"/>
                        <a:pt x="4246" y="5410"/>
                        <a:pt x="2877" y="5410"/>
                      </a:cubicBezTo>
                      <a:cubicBezTo>
                        <a:pt x="1485" y="5410"/>
                        <a:pt x="366" y="4269"/>
                        <a:pt x="366" y="2899"/>
                      </a:cubicBezTo>
                      <a:cubicBezTo>
                        <a:pt x="366" y="1507"/>
                        <a:pt x="1485" y="388"/>
                        <a:pt x="2877" y="388"/>
                      </a:cubicBezTo>
                      <a:close/>
                      <a:moveTo>
                        <a:pt x="2877" y="0"/>
                      </a:moveTo>
                      <a:cubicBezTo>
                        <a:pt x="1279" y="0"/>
                        <a:pt x="1" y="1301"/>
                        <a:pt x="1" y="2899"/>
                      </a:cubicBezTo>
                      <a:cubicBezTo>
                        <a:pt x="1" y="4497"/>
                        <a:pt x="1279" y="5775"/>
                        <a:pt x="2877" y="5775"/>
                      </a:cubicBezTo>
                      <a:cubicBezTo>
                        <a:pt x="4475" y="5775"/>
                        <a:pt x="5753" y="4497"/>
                        <a:pt x="5753" y="2899"/>
                      </a:cubicBezTo>
                      <a:cubicBezTo>
                        <a:pt x="5753" y="1301"/>
                        <a:pt x="4475" y="0"/>
                        <a:pt x="287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5" name="Google Shape;1795;p20"/>
                <p:cNvSpPr/>
                <p:nvPr/>
              </p:nvSpPr>
              <p:spPr>
                <a:xfrm>
                  <a:off x="3526675" y="1544750"/>
                  <a:ext cx="93600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44" h="3722" extrusionOk="0">
                      <a:moveTo>
                        <a:pt x="1872" y="0"/>
                      </a:moveTo>
                      <a:cubicBezTo>
                        <a:pt x="845" y="0"/>
                        <a:pt x="0" y="845"/>
                        <a:pt x="0" y="1872"/>
                      </a:cubicBezTo>
                      <a:cubicBezTo>
                        <a:pt x="0" y="2899"/>
                        <a:pt x="845" y="3721"/>
                        <a:pt x="1872" y="3721"/>
                      </a:cubicBezTo>
                      <a:cubicBezTo>
                        <a:pt x="2899" y="3721"/>
                        <a:pt x="3744" y="2899"/>
                        <a:pt x="3744" y="1872"/>
                      </a:cubicBezTo>
                      <a:cubicBezTo>
                        <a:pt x="3744" y="845"/>
                        <a:pt x="2899" y="0"/>
                        <a:pt x="187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6" name="Google Shape;1796;p20"/>
                <p:cNvSpPr/>
                <p:nvPr/>
              </p:nvSpPr>
              <p:spPr>
                <a:xfrm>
                  <a:off x="1930050" y="1563575"/>
                  <a:ext cx="106150" cy="10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6" h="4247" extrusionOk="0">
                      <a:moveTo>
                        <a:pt x="2123" y="1"/>
                      </a:moveTo>
                      <a:cubicBezTo>
                        <a:pt x="959" y="1"/>
                        <a:pt x="0" y="937"/>
                        <a:pt x="0" y="2123"/>
                      </a:cubicBezTo>
                      <a:cubicBezTo>
                        <a:pt x="0" y="3288"/>
                        <a:pt x="959" y="4246"/>
                        <a:pt x="2123" y="4246"/>
                      </a:cubicBezTo>
                      <a:cubicBezTo>
                        <a:pt x="3310" y="4246"/>
                        <a:pt x="4246" y="3288"/>
                        <a:pt x="4246" y="2123"/>
                      </a:cubicBezTo>
                      <a:cubicBezTo>
                        <a:pt x="4246" y="937"/>
                        <a:pt x="3310" y="1"/>
                        <a:pt x="212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7" name="Google Shape;1797;p20"/>
                <p:cNvSpPr/>
                <p:nvPr/>
              </p:nvSpPr>
              <p:spPr>
                <a:xfrm>
                  <a:off x="1621325" y="1563575"/>
                  <a:ext cx="106175" cy="10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7" h="4247" extrusionOk="0">
                      <a:moveTo>
                        <a:pt x="2123" y="1"/>
                      </a:moveTo>
                      <a:cubicBezTo>
                        <a:pt x="936" y="1"/>
                        <a:pt x="1" y="937"/>
                        <a:pt x="1" y="2123"/>
                      </a:cubicBezTo>
                      <a:cubicBezTo>
                        <a:pt x="1" y="3288"/>
                        <a:pt x="936" y="4246"/>
                        <a:pt x="2123" y="4246"/>
                      </a:cubicBezTo>
                      <a:cubicBezTo>
                        <a:pt x="3287" y="4246"/>
                        <a:pt x="4246" y="3288"/>
                        <a:pt x="4246" y="2123"/>
                      </a:cubicBezTo>
                      <a:cubicBezTo>
                        <a:pt x="4246" y="937"/>
                        <a:pt x="3287" y="1"/>
                        <a:pt x="212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8" name="Google Shape;1798;p20"/>
                <p:cNvSpPr/>
                <p:nvPr/>
              </p:nvSpPr>
              <p:spPr>
                <a:xfrm>
                  <a:off x="944550" y="1765575"/>
                  <a:ext cx="106175" cy="10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7" h="4247" extrusionOk="0">
                      <a:moveTo>
                        <a:pt x="2123" y="1"/>
                      </a:moveTo>
                      <a:cubicBezTo>
                        <a:pt x="959" y="1"/>
                        <a:pt x="1" y="960"/>
                        <a:pt x="1" y="2124"/>
                      </a:cubicBezTo>
                      <a:cubicBezTo>
                        <a:pt x="1" y="3311"/>
                        <a:pt x="959" y="4246"/>
                        <a:pt x="2123" y="4246"/>
                      </a:cubicBezTo>
                      <a:cubicBezTo>
                        <a:pt x="3310" y="4246"/>
                        <a:pt x="4246" y="3311"/>
                        <a:pt x="4246" y="2124"/>
                      </a:cubicBezTo>
                      <a:cubicBezTo>
                        <a:pt x="4246" y="960"/>
                        <a:pt x="3310" y="1"/>
                        <a:pt x="212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9" name="Google Shape;1799;p20"/>
                <p:cNvSpPr/>
                <p:nvPr/>
              </p:nvSpPr>
              <p:spPr>
                <a:xfrm>
                  <a:off x="-572625" y="2889150"/>
                  <a:ext cx="106150" cy="10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6" h="4246" extrusionOk="0">
                      <a:moveTo>
                        <a:pt x="2123" y="0"/>
                      </a:moveTo>
                      <a:cubicBezTo>
                        <a:pt x="959" y="0"/>
                        <a:pt x="0" y="936"/>
                        <a:pt x="0" y="2123"/>
                      </a:cubicBezTo>
                      <a:cubicBezTo>
                        <a:pt x="0" y="3287"/>
                        <a:pt x="959" y="4246"/>
                        <a:pt x="2123" y="4246"/>
                      </a:cubicBezTo>
                      <a:cubicBezTo>
                        <a:pt x="3287" y="4246"/>
                        <a:pt x="4246" y="3287"/>
                        <a:pt x="4246" y="2123"/>
                      </a:cubicBezTo>
                      <a:cubicBezTo>
                        <a:pt x="4246" y="936"/>
                        <a:pt x="3287" y="0"/>
                        <a:pt x="21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0" name="Google Shape;1800;p20"/>
                <p:cNvSpPr/>
                <p:nvPr/>
              </p:nvSpPr>
              <p:spPr>
                <a:xfrm>
                  <a:off x="3168300" y="1186975"/>
                  <a:ext cx="72500" cy="7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0" h="2922" extrusionOk="0">
                      <a:moveTo>
                        <a:pt x="1462" y="0"/>
                      </a:moveTo>
                      <a:cubicBezTo>
                        <a:pt x="640" y="0"/>
                        <a:pt x="1" y="639"/>
                        <a:pt x="1" y="1461"/>
                      </a:cubicBezTo>
                      <a:cubicBezTo>
                        <a:pt x="1" y="2260"/>
                        <a:pt x="640" y="2922"/>
                        <a:pt x="1462" y="2922"/>
                      </a:cubicBezTo>
                      <a:cubicBezTo>
                        <a:pt x="2261" y="2922"/>
                        <a:pt x="2900" y="2260"/>
                        <a:pt x="2900" y="1461"/>
                      </a:cubicBezTo>
                      <a:cubicBezTo>
                        <a:pt x="2900" y="639"/>
                        <a:pt x="2261" y="0"/>
                        <a:pt x="146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1" name="Google Shape;1801;p20"/>
                <p:cNvSpPr/>
                <p:nvPr/>
              </p:nvSpPr>
              <p:spPr>
                <a:xfrm>
                  <a:off x="1238425" y="1362725"/>
                  <a:ext cx="73075" cy="7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3" h="2922" extrusionOk="0">
                      <a:moveTo>
                        <a:pt x="1462" y="0"/>
                      </a:moveTo>
                      <a:cubicBezTo>
                        <a:pt x="640" y="0"/>
                        <a:pt x="1" y="662"/>
                        <a:pt x="1" y="1461"/>
                      </a:cubicBezTo>
                      <a:cubicBezTo>
                        <a:pt x="1" y="2260"/>
                        <a:pt x="640" y="2922"/>
                        <a:pt x="1462" y="2922"/>
                      </a:cubicBezTo>
                      <a:cubicBezTo>
                        <a:pt x="2260" y="2922"/>
                        <a:pt x="2922" y="2260"/>
                        <a:pt x="2922" y="1461"/>
                      </a:cubicBezTo>
                      <a:cubicBezTo>
                        <a:pt x="2922" y="662"/>
                        <a:pt x="2260" y="0"/>
                        <a:pt x="146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2" name="Google Shape;1802;p20"/>
                <p:cNvSpPr/>
                <p:nvPr/>
              </p:nvSpPr>
              <p:spPr>
                <a:xfrm>
                  <a:off x="2281550" y="832600"/>
                  <a:ext cx="2995850" cy="9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834" h="389" extrusionOk="0">
                      <a:moveTo>
                        <a:pt x="183" y="1"/>
                      </a:moveTo>
                      <a:cubicBezTo>
                        <a:pt x="69" y="1"/>
                        <a:pt x="0" y="92"/>
                        <a:pt x="0" y="183"/>
                      </a:cubicBezTo>
                      <a:cubicBezTo>
                        <a:pt x="0" y="297"/>
                        <a:pt x="69" y="389"/>
                        <a:pt x="183" y="389"/>
                      </a:cubicBezTo>
                      <a:lnTo>
                        <a:pt x="119628" y="389"/>
                      </a:lnTo>
                      <a:cubicBezTo>
                        <a:pt x="119742" y="389"/>
                        <a:pt x="119833" y="297"/>
                        <a:pt x="119833" y="183"/>
                      </a:cubicBezTo>
                      <a:cubicBezTo>
                        <a:pt x="119833" y="92"/>
                        <a:pt x="119742" y="1"/>
                        <a:pt x="11962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3" name="Google Shape;1803;p20"/>
                <p:cNvSpPr/>
                <p:nvPr/>
              </p:nvSpPr>
              <p:spPr>
                <a:xfrm>
                  <a:off x="2222775" y="800650"/>
                  <a:ext cx="73075" cy="7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3" h="2922" extrusionOk="0">
                      <a:moveTo>
                        <a:pt x="1461" y="0"/>
                      </a:moveTo>
                      <a:cubicBezTo>
                        <a:pt x="640" y="0"/>
                        <a:pt x="0" y="662"/>
                        <a:pt x="0" y="1461"/>
                      </a:cubicBezTo>
                      <a:cubicBezTo>
                        <a:pt x="0" y="2283"/>
                        <a:pt x="640" y="2922"/>
                        <a:pt x="1461" y="2922"/>
                      </a:cubicBezTo>
                      <a:cubicBezTo>
                        <a:pt x="2260" y="2922"/>
                        <a:pt x="2922" y="2283"/>
                        <a:pt x="2922" y="1461"/>
                      </a:cubicBezTo>
                      <a:cubicBezTo>
                        <a:pt x="2922" y="662"/>
                        <a:pt x="2260" y="0"/>
                        <a:pt x="14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4" name="Google Shape;1804;p20"/>
                <p:cNvSpPr/>
                <p:nvPr/>
              </p:nvSpPr>
              <p:spPr>
                <a:xfrm>
                  <a:off x="5235725" y="800650"/>
                  <a:ext cx="73050" cy="7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2" h="2922" extrusionOk="0">
                      <a:moveTo>
                        <a:pt x="1461" y="0"/>
                      </a:moveTo>
                      <a:cubicBezTo>
                        <a:pt x="662" y="0"/>
                        <a:pt x="0" y="662"/>
                        <a:pt x="0" y="1461"/>
                      </a:cubicBezTo>
                      <a:cubicBezTo>
                        <a:pt x="0" y="2283"/>
                        <a:pt x="662" y="2922"/>
                        <a:pt x="1461" y="2922"/>
                      </a:cubicBezTo>
                      <a:cubicBezTo>
                        <a:pt x="2283" y="2922"/>
                        <a:pt x="2922" y="2283"/>
                        <a:pt x="2922" y="1461"/>
                      </a:cubicBezTo>
                      <a:cubicBezTo>
                        <a:pt x="2922" y="662"/>
                        <a:pt x="2283" y="0"/>
                        <a:pt x="14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5" name="Google Shape;1805;p20"/>
                <p:cNvSpPr/>
                <p:nvPr/>
              </p:nvSpPr>
              <p:spPr>
                <a:xfrm>
                  <a:off x="5732175" y="319450"/>
                  <a:ext cx="1118450" cy="1117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738" h="44699" extrusionOk="0">
                      <a:moveTo>
                        <a:pt x="44532" y="1"/>
                      </a:moveTo>
                      <a:cubicBezTo>
                        <a:pt x="44481" y="1"/>
                        <a:pt x="44430" y="18"/>
                        <a:pt x="44395" y="52"/>
                      </a:cubicBezTo>
                      <a:lnTo>
                        <a:pt x="91" y="44356"/>
                      </a:lnTo>
                      <a:cubicBezTo>
                        <a:pt x="0" y="44447"/>
                        <a:pt x="0" y="44562"/>
                        <a:pt x="91" y="44630"/>
                      </a:cubicBezTo>
                      <a:cubicBezTo>
                        <a:pt x="114" y="44676"/>
                        <a:pt x="160" y="44699"/>
                        <a:pt x="228" y="44699"/>
                      </a:cubicBezTo>
                      <a:cubicBezTo>
                        <a:pt x="274" y="44699"/>
                        <a:pt x="320" y="44676"/>
                        <a:pt x="342" y="44630"/>
                      </a:cubicBezTo>
                      <a:lnTo>
                        <a:pt x="44669" y="326"/>
                      </a:lnTo>
                      <a:cubicBezTo>
                        <a:pt x="44738" y="258"/>
                        <a:pt x="44738" y="121"/>
                        <a:pt x="44669" y="52"/>
                      </a:cubicBezTo>
                      <a:cubicBezTo>
                        <a:pt x="44635" y="18"/>
                        <a:pt x="44584" y="1"/>
                        <a:pt x="4453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6" name="Google Shape;1806;p20"/>
                <p:cNvSpPr/>
                <p:nvPr/>
              </p:nvSpPr>
              <p:spPr>
                <a:xfrm>
                  <a:off x="5870250" y="381100"/>
                  <a:ext cx="1118475" cy="11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739" h="44698" extrusionOk="0">
                      <a:moveTo>
                        <a:pt x="44522" y="0"/>
                      </a:moveTo>
                      <a:cubicBezTo>
                        <a:pt x="44476" y="0"/>
                        <a:pt x="44430" y="17"/>
                        <a:pt x="44396" y="51"/>
                      </a:cubicBezTo>
                      <a:lnTo>
                        <a:pt x="69" y="44378"/>
                      </a:lnTo>
                      <a:cubicBezTo>
                        <a:pt x="1" y="44447"/>
                        <a:pt x="1" y="44561"/>
                        <a:pt x="69" y="44629"/>
                      </a:cubicBezTo>
                      <a:cubicBezTo>
                        <a:pt x="115" y="44675"/>
                        <a:pt x="161" y="44698"/>
                        <a:pt x="206" y="44698"/>
                      </a:cubicBezTo>
                      <a:cubicBezTo>
                        <a:pt x="252" y="44698"/>
                        <a:pt x="298" y="44675"/>
                        <a:pt x="343" y="44629"/>
                      </a:cubicBezTo>
                      <a:lnTo>
                        <a:pt x="44647" y="325"/>
                      </a:lnTo>
                      <a:cubicBezTo>
                        <a:pt x="44738" y="257"/>
                        <a:pt x="44738" y="120"/>
                        <a:pt x="44647" y="51"/>
                      </a:cubicBezTo>
                      <a:cubicBezTo>
                        <a:pt x="44613" y="17"/>
                        <a:pt x="44567" y="0"/>
                        <a:pt x="4452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7" name="Google Shape;1807;p20"/>
                <p:cNvSpPr/>
                <p:nvPr/>
              </p:nvSpPr>
              <p:spPr>
                <a:xfrm>
                  <a:off x="4775775" y="1974875"/>
                  <a:ext cx="2300825" cy="70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033" h="28264" extrusionOk="0">
                      <a:moveTo>
                        <a:pt x="206" y="0"/>
                      </a:moveTo>
                      <a:cubicBezTo>
                        <a:pt x="155" y="0"/>
                        <a:pt x="104" y="17"/>
                        <a:pt x="69" y="51"/>
                      </a:cubicBezTo>
                      <a:cubicBezTo>
                        <a:pt x="1" y="120"/>
                        <a:pt x="1" y="234"/>
                        <a:pt x="69" y="325"/>
                      </a:cubicBezTo>
                      <a:lnTo>
                        <a:pt x="28007" y="28263"/>
                      </a:lnTo>
                      <a:lnTo>
                        <a:pt x="91850" y="28263"/>
                      </a:lnTo>
                      <a:cubicBezTo>
                        <a:pt x="91941" y="28263"/>
                        <a:pt x="92032" y="28172"/>
                        <a:pt x="92032" y="28058"/>
                      </a:cubicBezTo>
                      <a:cubicBezTo>
                        <a:pt x="92032" y="27967"/>
                        <a:pt x="91941" y="27875"/>
                        <a:pt x="91850" y="27875"/>
                      </a:cubicBezTo>
                      <a:lnTo>
                        <a:pt x="28167" y="27875"/>
                      </a:lnTo>
                      <a:lnTo>
                        <a:pt x="343" y="51"/>
                      </a:lnTo>
                      <a:cubicBezTo>
                        <a:pt x="309" y="17"/>
                        <a:pt x="258" y="0"/>
                        <a:pt x="2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8" name="Google Shape;1808;p20"/>
                <p:cNvSpPr/>
                <p:nvPr/>
              </p:nvSpPr>
              <p:spPr>
                <a:xfrm>
                  <a:off x="3518100" y="2023500"/>
                  <a:ext cx="149550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2" h="3722" extrusionOk="0">
                      <a:moveTo>
                        <a:pt x="1" y="1"/>
                      </a:moveTo>
                      <a:lnTo>
                        <a:pt x="3607" y="3721"/>
                      </a:lnTo>
                      <a:lnTo>
                        <a:pt x="5981" y="3721"/>
                      </a:lnTo>
                      <a:lnTo>
                        <a:pt x="239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9" name="Google Shape;1809;p20"/>
                <p:cNvSpPr/>
                <p:nvPr/>
              </p:nvSpPr>
              <p:spPr>
                <a:xfrm>
                  <a:off x="3630525" y="2023500"/>
                  <a:ext cx="148950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8" h="3722" extrusionOk="0">
                      <a:moveTo>
                        <a:pt x="0" y="1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0" name="Google Shape;1810;p20"/>
                <p:cNvSpPr/>
                <p:nvPr/>
              </p:nvSpPr>
              <p:spPr>
                <a:xfrm>
                  <a:off x="3742375" y="2023500"/>
                  <a:ext cx="149525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2" extrusionOk="0">
                      <a:moveTo>
                        <a:pt x="0" y="1"/>
                      </a:moveTo>
                      <a:lnTo>
                        <a:pt x="3584" y="3721"/>
                      </a:lnTo>
                      <a:lnTo>
                        <a:pt x="5980" y="3721"/>
                      </a:lnTo>
                      <a:lnTo>
                        <a:pt x="237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1" name="Google Shape;1811;p20"/>
                <p:cNvSpPr/>
                <p:nvPr/>
              </p:nvSpPr>
              <p:spPr>
                <a:xfrm>
                  <a:off x="3854775" y="2023500"/>
                  <a:ext cx="148975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9" h="3722" extrusionOk="0">
                      <a:moveTo>
                        <a:pt x="1" y="1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2" name="Google Shape;1812;p20"/>
                <p:cNvSpPr/>
                <p:nvPr/>
              </p:nvSpPr>
              <p:spPr>
                <a:xfrm>
                  <a:off x="3966625" y="2023500"/>
                  <a:ext cx="148950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8" h="3722" extrusionOk="0">
                      <a:moveTo>
                        <a:pt x="1" y="1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3" name="Google Shape;1813;p20"/>
                <p:cNvSpPr/>
                <p:nvPr/>
              </p:nvSpPr>
              <p:spPr>
                <a:xfrm>
                  <a:off x="4078475" y="2023500"/>
                  <a:ext cx="149525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2" extrusionOk="0">
                      <a:moveTo>
                        <a:pt x="0" y="1"/>
                      </a:moveTo>
                      <a:lnTo>
                        <a:pt x="3607" y="3721"/>
                      </a:lnTo>
                      <a:lnTo>
                        <a:pt x="5981" y="3721"/>
                      </a:lnTo>
                      <a:lnTo>
                        <a:pt x="239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4" name="Google Shape;1814;p20"/>
                <p:cNvSpPr/>
                <p:nvPr/>
              </p:nvSpPr>
              <p:spPr>
                <a:xfrm>
                  <a:off x="4190875" y="2023500"/>
                  <a:ext cx="148975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9" h="3722" extrusionOk="0">
                      <a:moveTo>
                        <a:pt x="1" y="1"/>
                      </a:moveTo>
                      <a:lnTo>
                        <a:pt x="3584" y="3721"/>
                      </a:lnTo>
                      <a:lnTo>
                        <a:pt x="5958" y="3721"/>
                      </a:lnTo>
                      <a:lnTo>
                        <a:pt x="237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5" name="Google Shape;1815;p20"/>
                <p:cNvSpPr/>
                <p:nvPr/>
              </p:nvSpPr>
              <p:spPr>
                <a:xfrm>
                  <a:off x="4302725" y="2023500"/>
                  <a:ext cx="149525" cy="9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1" h="3722" extrusionOk="0">
                      <a:moveTo>
                        <a:pt x="1" y="1"/>
                      </a:moveTo>
                      <a:lnTo>
                        <a:pt x="3584" y="3721"/>
                      </a:lnTo>
                      <a:lnTo>
                        <a:pt x="5981" y="3721"/>
                      </a:lnTo>
                      <a:lnTo>
                        <a:pt x="237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6" name="Google Shape;1816;p20"/>
                <p:cNvSpPr/>
                <p:nvPr/>
              </p:nvSpPr>
              <p:spPr>
                <a:xfrm>
                  <a:off x="2718075" y="2800150"/>
                  <a:ext cx="276800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2" h="6917" extrusionOk="0">
                      <a:moveTo>
                        <a:pt x="1" y="0"/>
                      </a:moveTo>
                      <a:lnTo>
                        <a:pt x="6666" y="6916"/>
                      </a:lnTo>
                      <a:lnTo>
                        <a:pt x="11071" y="6916"/>
                      </a:lnTo>
                      <a:lnTo>
                        <a:pt x="4406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7" name="Google Shape;1817;p20"/>
                <p:cNvSpPr/>
                <p:nvPr/>
              </p:nvSpPr>
              <p:spPr>
                <a:xfrm>
                  <a:off x="2925800" y="28001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0" y="0"/>
                      </a:moveTo>
                      <a:lnTo>
                        <a:pt x="6665" y="6916"/>
                      </a:lnTo>
                      <a:lnTo>
                        <a:pt x="11070" y="6916"/>
                      </a:lnTo>
                      <a:lnTo>
                        <a:pt x="440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8" name="Google Shape;1818;p20"/>
                <p:cNvSpPr/>
                <p:nvPr/>
              </p:nvSpPr>
              <p:spPr>
                <a:xfrm>
                  <a:off x="3133500" y="28001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1" y="0"/>
                      </a:moveTo>
                      <a:lnTo>
                        <a:pt x="6666" y="6916"/>
                      </a:lnTo>
                      <a:lnTo>
                        <a:pt x="11071" y="6916"/>
                      </a:lnTo>
                      <a:lnTo>
                        <a:pt x="4429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9" name="Google Shape;1819;p20"/>
                <p:cNvSpPr/>
                <p:nvPr/>
              </p:nvSpPr>
              <p:spPr>
                <a:xfrm>
                  <a:off x="3341775" y="2800150"/>
                  <a:ext cx="276800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2" h="6917" extrusionOk="0">
                      <a:moveTo>
                        <a:pt x="1" y="0"/>
                      </a:moveTo>
                      <a:lnTo>
                        <a:pt x="6643" y="6916"/>
                      </a:lnTo>
                      <a:lnTo>
                        <a:pt x="11071" y="6916"/>
                      </a:lnTo>
                      <a:lnTo>
                        <a:pt x="4406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0" name="Google Shape;1820;p20"/>
                <p:cNvSpPr/>
                <p:nvPr/>
              </p:nvSpPr>
              <p:spPr>
                <a:xfrm>
                  <a:off x="3549500" y="28001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0" y="0"/>
                      </a:moveTo>
                      <a:lnTo>
                        <a:pt x="6665" y="6916"/>
                      </a:lnTo>
                      <a:lnTo>
                        <a:pt x="11071" y="6916"/>
                      </a:lnTo>
                      <a:lnTo>
                        <a:pt x="4406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1" name="Google Shape;1821;p20"/>
                <p:cNvSpPr/>
                <p:nvPr/>
              </p:nvSpPr>
              <p:spPr>
                <a:xfrm>
                  <a:off x="3757200" y="28001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1" y="0"/>
                      </a:moveTo>
                      <a:lnTo>
                        <a:pt x="6666" y="6916"/>
                      </a:lnTo>
                      <a:lnTo>
                        <a:pt x="11071" y="6916"/>
                      </a:lnTo>
                      <a:lnTo>
                        <a:pt x="4406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2" name="Google Shape;1822;p20"/>
                <p:cNvSpPr/>
                <p:nvPr/>
              </p:nvSpPr>
              <p:spPr>
                <a:xfrm>
                  <a:off x="6113925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65" y="0"/>
                      </a:moveTo>
                      <a:lnTo>
                        <a:pt x="0" y="6916"/>
                      </a:lnTo>
                      <a:lnTo>
                        <a:pt x="4428" y="6916"/>
                      </a:lnTo>
                      <a:lnTo>
                        <a:pt x="1107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3" name="Google Shape;1823;p20"/>
                <p:cNvSpPr/>
                <p:nvPr/>
              </p:nvSpPr>
              <p:spPr>
                <a:xfrm>
                  <a:off x="5906200" y="435450"/>
                  <a:ext cx="276800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2" h="6917" extrusionOk="0">
                      <a:moveTo>
                        <a:pt x="6666" y="0"/>
                      </a:moveTo>
                      <a:lnTo>
                        <a:pt x="1" y="6916"/>
                      </a:lnTo>
                      <a:lnTo>
                        <a:pt x="4406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4" name="Google Shape;1824;p20"/>
                <p:cNvSpPr/>
                <p:nvPr/>
              </p:nvSpPr>
              <p:spPr>
                <a:xfrm>
                  <a:off x="5698500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43" y="0"/>
                      </a:moveTo>
                      <a:lnTo>
                        <a:pt x="0" y="6916"/>
                      </a:lnTo>
                      <a:lnTo>
                        <a:pt x="4406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5" name="Google Shape;1825;p20"/>
                <p:cNvSpPr/>
                <p:nvPr/>
              </p:nvSpPr>
              <p:spPr>
                <a:xfrm>
                  <a:off x="5490225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65" y="0"/>
                      </a:moveTo>
                      <a:lnTo>
                        <a:pt x="0" y="6916"/>
                      </a:lnTo>
                      <a:lnTo>
                        <a:pt x="4428" y="6916"/>
                      </a:lnTo>
                      <a:lnTo>
                        <a:pt x="1107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6" name="Google Shape;1826;p20"/>
                <p:cNvSpPr/>
                <p:nvPr/>
              </p:nvSpPr>
              <p:spPr>
                <a:xfrm>
                  <a:off x="5282500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66" y="0"/>
                      </a:moveTo>
                      <a:lnTo>
                        <a:pt x="1" y="6916"/>
                      </a:lnTo>
                      <a:lnTo>
                        <a:pt x="4406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7" name="Google Shape;1827;p20"/>
                <p:cNvSpPr/>
                <p:nvPr/>
              </p:nvSpPr>
              <p:spPr>
                <a:xfrm>
                  <a:off x="5074800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65" y="0"/>
                      </a:moveTo>
                      <a:lnTo>
                        <a:pt x="0" y="6916"/>
                      </a:lnTo>
                      <a:lnTo>
                        <a:pt x="4406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8" name="Google Shape;1828;p20"/>
                <p:cNvSpPr/>
                <p:nvPr/>
              </p:nvSpPr>
              <p:spPr>
                <a:xfrm>
                  <a:off x="4867075" y="435450"/>
                  <a:ext cx="276800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2" h="6917" extrusionOk="0">
                      <a:moveTo>
                        <a:pt x="6643" y="0"/>
                      </a:moveTo>
                      <a:lnTo>
                        <a:pt x="1" y="6916"/>
                      </a:lnTo>
                      <a:lnTo>
                        <a:pt x="4406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9" name="Google Shape;1829;p20"/>
                <p:cNvSpPr/>
                <p:nvPr/>
              </p:nvSpPr>
              <p:spPr>
                <a:xfrm>
                  <a:off x="4658800" y="435450"/>
                  <a:ext cx="276775" cy="17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1" h="6917" extrusionOk="0">
                      <a:moveTo>
                        <a:pt x="6666" y="0"/>
                      </a:moveTo>
                      <a:lnTo>
                        <a:pt x="1" y="6916"/>
                      </a:lnTo>
                      <a:lnTo>
                        <a:pt x="4429" y="6916"/>
                      </a:lnTo>
                      <a:lnTo>
                        <a:pt x="11071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0" name="Google Shape;1830;p20"/>
                <p:cNvSpPr/>
                <p:nvPr/>
              </p:nvSpPr>
              <p:spPr>
                <a:xfrm>
                  <a:off x="4853400" y="927325"/>
                  <a:ext cx="143250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30" h="6210" extrusionOk="0">
                      <a:moveTo>
                        <a:pt x="0" y="1"/>
                      </a:moveTo>
                      <a:lnTo>
                        <a:pt x="3492" y="3265"/>
                      </a:lnTo>
                      <a:lnTo>
                        <a:pt x="365" y="6209"/>
                      </a:lnTo>
                      <a:lnTo>
                        <a:pt x="2602" y="6209"/>
                      </a:lnTo>
                      <a:lnTo>
                        <a:pt x="5729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1" name="Google Shape;1831;p20"/>
                <p:cNvSpPr/>
                <p:nvPr/>
              </p:nvSpPr>
              <p:spPr>
                <a:xfrm>
                  <a:off x="4940700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0" y="1"/>
                      </a:moveTo>
                      <a:lnTo>
                        <a:pt x="3493" y="3265"/>
                      </a:lnTo>
                      <a:lnTo>
                        <a:pt x="366" y="6209"/>
                      </a:lnTo>
                      <a:lnTo>
                        <a:pt x="2602" y="6209"/>
                      </a:lnTo>
                      <a:lnTo>
                        <a:pt x="5752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2" name="Google Shape;1832;p20"/>
                <p:cNvSpPr/>
                <p:nvPr/>
              </p:nvSpPr>
              <p:spPr>
                <a:xfrm>
                  <a:off x="5028000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1" y="1"/>
                      </a:moveTo>
                      <a:lnTo>
                        <a:pt x="3516" y="3265"/>
                      </a:lnTo>
                      <a:lnTo>
                        <a:pt x="366" y="6209"/>
                      </a:lnTo>
                      <a:lnTo>
                        <a:pt x="2603" y="6209"/>
                      </a:lnTo>
                      <a:lnTo>
                        <a:pt x="5753" y="3265"/>
                      </a:lnTo>
                      <a:lnTo>
                        <a:pt x="223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3" name="Google Shape;1833;p20"/>
                <p:cNvSpPr/>
                <p:nvPr/>
              </p:nvSpPr>
              <p:spPr>
                <a:xfrm>
                  <a:off x="5115300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1" y="1"/>
                      </a:moveTo>
                      <a:lnTo>
                        <a:pt x="3516" y="3265"/>
                      </a:lnTo>
                      <a:lnTo>
                        <a:pt x="366" y="6209"/>
                      </a:lnTo>
                      <a:lnTo>
                        <a:pt x="2626" y="6209"/>
                      </a:lnTo>
                      <a:lnTo>
                        <a:pt x="5753" y="3265"/>
                      </a:lnTo>
                      <a:lnTo>
                        <a:pt x="223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4" name="Google Shape;1834;p20"/>
                <p:cNvSpPr/>
                <p:nvPr/>
              </p:nvSpPr>
              <p:spPr>
                <a:xfrm>
                  <a:off x="5202625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0" y="1"/>
                      </a:moveTo>
                      <a:lnTo>
                        <a:pt x="3515" y="3265"/>
                      </a:lnTo>
                      <a:lnTo>
                        <a:pt x="388" y="6209"/>
                      </a:lnTo>
                      <a:lnTo>
                        <a:pt x="2625" y="6209"/>
                      </a:lnTo>
                      <a:lnTo>
                        <a:pt x="5752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5" name="Google Shape;1835;p20"/>
                <p:cNvSpPr/>
                <p:nvPr/>
              </p:nvSpPr>
              <p:spPr>
                <a:xfrm>
                  <a:off x="5289925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0" y="1"/>
                      </a:moveTo>
                      <a:lnTo>
                        <a:pt x="3516" y="3265"/>
                      </a:lnTo>
                      <a:lnTo>
                        <a:pt x="388" y="6209"/>
                      </a:lnTo>
                      <a:lnTo>
                        <a:pt x="2625" y="6209"/>
                      </a:lnTo>
                      <a:lnTo>
                        <a:pt x="5752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6" name="Google Shape;1836;p20"/>
                <p:cNvSpPr/>
                <p:nvPr/>
              </p:nvSpPr>
              <p:spPr>
                <a:xfrm>
                  <a:off x="5377225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1" y="1"/>
                      </a:moveTo>
                      <a:lnTo>
                        <a:pt x="3516" y="3265"/>
                      </a:lnTo>
                      <a:lnTo>
                        <a:pt x="389" y="6209"/>
                      </a:lnTo>
                      <a:lnTo>
                        <a:pt x="2626" y="6209"/>
                      </a:lnTo>
                      <a:lnTo>
                        <a:pt x="5753" y="3265"/>
                      </a:lnTo>
                      <a:lnTo>
                        <a:pt x="223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7" name="Google Shape;1837;p20"/>
                <p:cNvSpPr/>
                <p:nvPr/>
              </p:nvSpPr>
              <p:spPr>
                <a:xfrm>
                  <a:off x="5465100" y="927325"/>
                  <a:ext cx="143250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30" h="6210" extrusionOk="0">
                      <a:moveTo>
                        <a:pt x="1" y="1"/>
                      </a:moveTo>
                      <a:lnTo>
                        <a:pt x="3493" y="3265"/>
                      </a:lnTo>
                      <a:lnTo>
                        <a:pt x="366" y="6209"/>
                      </a:lnTo>
                      <a:lnTo>
                        <a:pt x="2603" y="6209"/>
                      </a:lnTo>
                      <a:lnTo>
                        <a:pt x="5730" y="3265"/>
                      </a:lnTo>
                      <a:lnTo>
                        <a:pt x="223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8" name="Google Shape;1838;p20"/>
                <p:cNvSpPr/>
                <p:nvPr/>
              </p:nvSpPr>
              <p:spPr>
                <a:xfrm>
                  <a:off x="5552425" y="927325"/>
                  <a:ext cx="143250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30" h="6210" extrusionOk="0">
                      <a:moveTo>
                        <a:pt x="0" y="1"/>
                      </a:moveTo>
                      <a:lnTo>
                        <a:pt x="3492" y="3265"/>
                      </a:lnTo>
                      <a:lnTo>
                        <a:pt x="365" y="6209"/>
                      </a:lnTo>
                      <a:lnTo>
                        <a:pt x="2602" y="6209"/>
                      </a:lnTo>
                      <a:lnTo>
                        <a:pt x="5729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9" name="Google Shape;1839;p20"/>
                <p:cNvSpPr/>
                <p:nvPr/>
              </p:nvSpPr>
              <p:spPr>
                <a:xfrm>
                  <a:off x="5639725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0" y="1"/>
                      </a:moveTo>
                      <a:lnTo>
                        <a:pt x="3493" y="3265"/>
                      </a:lnTo>
                      <a:lnTo>
                        <a:pt x="366" y="6209"/>
                      </a:lnTo>
                      <a:lnTo>
                        <a:pt x="2602" y="6209"/>
                      </a:lnTo>
                      <a:lnTo>
                        <a:pt x="5752" y="3265"/>
                      </a:lnTo>
                      <a:lnTo>
                        <a:pt x="223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0" name="Google Shape;1840;p20"/>
                <p:cNvSpPr/>
                <p:nvPr/>
              </p:nvSpPr>
              <p:spPr>
                <a:xfrm>
                  <a:off x="5727025" y="927325"/>
                  <a:ext cx="143825" cy="15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53" h="6210" extrusionOk="0">
                      <a:moveTo>
                        <a:pt x="1" y="1"/>
                      </a:moveTo>
                      <a:lnTo>
                        <a:pt x="3516" y="3265"/>
                      </a:lnTo>
                      <a:lnTo>
                        <a:pt x="366" y="6209"/>
                      </a:lnTo>
                      <a:lnTo>
                        <a:pt x="2603" y="6209"/>
                      </a:lnTo>
                      <a:lnTo>
                        <a:pt x="5753" y="3265"/>
                      </a:lnTo>
                      <a:lnTo>
                        <a:pt x="2238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841" name="Google Shape;1841;p20"/>
              <p:cNvCxnSpPr/>
              <p:nvPr/>
            </p:nvCxnSpPr>
            <p:spPr>
              <a:xfrm>
                <a:off x="7315575" y="705500"/>
                <a:ext cx="1963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842" name="Google Shape;1842;p20"/>
            <p:cNvSpPr/>
            <p:nvPr/>
          </p:nvSpPr>
          <p:spPr>
            <a:xfrm flipH="1">
              <a:off x="6008353" y="-39875"/>
              <a:ext cx="3135650" cy="766675"/>
            </a:xfrm>
            <a:custGeom>
              <a:avLst/>
              <a:gdLst/>
              <a:ahLst/>
              <a:cxnLst/>
              <a:rect l="l" t="t" r="r" b="b"/>
              <a:pathLst>
                <a:path w="125426" h="30667" extrusionOk="0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43" name="Google Shape;1843;p20"/>
          <p:cNvSpPr txBox="1">
            <a:spLocks noGrp="1"/>
          </p:cNvSpPr>
          <p:nvPr>
            <p:ph type="title"/>
          </p:nvPr>
        </p:nvSpPr>
        <p:spPr>
          <a:xfrm>
            <a:off x="720000" y="314175"/>
            <a:ext cx="7704000" cy="89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44" name="Google Shape;1844;p20"/>
          <p:cNvSpPr txBox="1">
            <a:spLocks noGrp="1"/>
          </p:cNvSpPr>
          <p:nvPr>
            <p:ph type="subTitle" idx="1"/>
          </p:nvPr>
        </p:nvSpPr>
        <p:spPr>
          <a:xfrm>
            <a:off x="3488850" y="1978325"/>
            <a:ext cx="2166300" cy="158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845" name="Google Shape;1845;p20"/>
          <p:cNvSpPr txBox="1"/>
          <p:nvPr/>
        </p:nvSpPr>
        <p:spPr>
          <a:xfrm>
            <a:off x="2493000" y="3787200"/>
            <a:ext cx="4158000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CREDITS: This presentation template was created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including icons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infographics &amp; images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8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Bebas Neue"/>
              <a:buNone/>
              <a:defRPr sz="36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617575"/>
            <a:ext cx="7704000" cy="295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5" r:id="rId5"/>
    <p:sldLayoutId id="2147483658" r:id="rId6"/>
    <p:sldLayoutId id="2147483659" r:id="rId7"/>
    <p:sldLayoutId id="2147483666" r:id="rId8"/>
    <p:sldLayoutId id="214748366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454">
          <p15:clr>
            <a:srgbClr val="EA4335"/>
          </p15:clr>
        </p15:guide>
        <p15:guide id="4" pos="5306">
          <p15:clr>
            <a:srgbClr val="EA4335"/>
          </p15:clr>
        </p15:guide>
        <p15:guide id="5" orient="horz" pos="340">
          <p15:clr>
            <a:srgbClr val="EA4335"/>
          </p15:clr>
        </p15:guide>
        <p15:guide id="6" orient="horz" pos="28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" name="Google Shape;1855;p24"/>
          <p:cNvSpPr txBox="1">
            <a:spLocks noGrp="1"/>
          </p:cNvSpPr>
          <p:nvPr>
            <p:ph type="ctrTitle"/>
          </p:nvPr>
        </p:nvSpPr>
        <p:spPr>
          <a:xfrm>
            <a:off x="1009200" y="1168764"/>
            <a:ext cx="7125600" cy="187188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Les algorithme de parcours d’un arbre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1856" name="Google Shape;1856;p24"/>
          <p:cNvSpPr txBox="1">
            <a:spLocks noGrp="1"/>
          </p:cNvSpPr>
          <p:nvPr>
            <p:ph type="subTitle" idx="1"/>
          </p:nvPr>
        </p:nvSpPr>
        <p:spPr>
          <a:xfrm>
            <a:off x="1009200" y="3040646"/>
            <a:ext cx="7125600" cy="514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Trabelsi Oussema</a:t>
            </a:r>
            <a:endParaRPr dirty="0">
              <a:solidFill>
                <a:schemeClr val="dk1"/>
              </a:solidFill>
            </a:endParaRPr>
          </a:p>
        </p:txBody>
      </p:sp>
      <p:grpSp>
        <p:nvGrpSpPr>
          <p:cNvPr id="1857" name="Google Shape;1857;p24"/>
          <p:cNvGrpSpPr/>
          <p:nvPr/>
        </p:nvGrpSpPr>
        <p:grpSpPr>
          <a:xfrm>
            <a:off x="-231034" y="0"/>
            <a:ext cx="2284525" cy="985488"/>
            <a:chOff x="-223784" y="-6"/>
            <a:chExt cx="2284525" cy="985488"/>
          </a:xfrm>
        </p:grpSpPr>
        <p:sp>
          <p:nvSpPr>
            <p:cNvPr id="1858" name="Google Shape;1858;p24"/>
            <p:cNvSpPr/>
            <p:nvPr/>
          </p:nvSpPr>
          <p:spPr>
            <a:xfrm rot="5400000">
              <a:off x="751670" y="-653904"/>
              <a:ext cx="291159" cy="1770887"/>
            </a:xfrm>
            <a:custGeom>
              <a:avLst/>
              <a:gdLst/>
              <a:ahLst/>
              <a:cxnLst/>
              <a:rect l="l" t="t" r="r" b="b"/>
              <a:pathLst>
                <a:path w="3309" h="20126" fill="none" extrusionOk="0">
                  <a:moveTo>
                    <a:pt x="3309" y="20126"/>
                  </a:moveTo>
                  <a:lnTo>
                    <a:pt x="3309" y="10627"/>
                  </a:lnTo>
                  <a:lnTo>
                    <a:pt x="1" y="7293"/>
                  </a:ln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24"/>
            <p:cNvSpPr/>
            <p:nvPr/>
          </p:nvSpPr>
          <p:spPr>
            <a:xfrm rot="5400000">
              <a:off x="294064" y="-86060"/>
              <a:ext cx="88" cy="564632"/>
            </a:xfrm>
            <a:custGeom>
              <a:avLst/>
              <a:gdLst/>
              <a:ahLst/>
              <a:cxnLst/>
              <a:rect l="l" t="t" r="r" b="b"/>
              <a:pathLst>
                <a:path w="1" h="6417" fill="none" extrusionOk="0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24"/>
            <p:cNvSpPr/>
            <p:nvPr/>
          </p:nvSpPr>
          <p:spPr>
            <a:xfrm rot="5400000">
              <a:off x="575332" y="113545"/>
              <a:ext cx="167709" cy="165509"/>
            </a:xfrm>
            <a:custGeom>
              <a:avLst/>
              <a:gdLst/>
              <a:ahLst/>
              <a:cxnLst/>
              <a:rect l="l" t="t" r="r" b="b"/>
              <a:pathLst>
                <a:path w="1906" h="1881" extrusionOk="0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24"/>
            <p:cNvSpPr/>
            <p:nvPr/>
          </p:nvSpPr>
          <p:spPr>
            <a:xfrm rot="5400000">
              <a:off x="873382" y="-351369"/>
              <a:ext cx="147899" cy="1895787"/>
            </a:xfrm>
            <a:custGeom>
              <a:avLst/>
              <a:gdLst/>
              <a:ahLst/>
              <a:cxnLst/>
              <a:rect l="l" t="t" r="r" b="b"/>
              <a:pathLst>
                <a:path w="1681" h="21405" fill="none" extrusionOk="0">
                  <a:moveTo>
                    <a:pt x="1" y="21405"/>
                  </a:moveTo>
                  <a:lnTo>
                    <a:pt x="1" y="5114"/>
                  </a:lnTo>
                  <a:lnTo>
                    <a:pt x="1680" y="3434"/>
                  </a:lnTo>
                  <a:lnTo>
                    <a:pt x="1680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862" name="Google Shape;1862;p24"/>
            <p:cNvSpPr/>
            <p:nvPr/>
          </p:nvSpPr>
          <p:spPr>
            <a:xfrm rot="5400000">
              <a:off x="551408" y="-235203"/>
              <a:ext cx="361727" cy="1912111"/>
            </a:xfrm>
            <a:custGeom>
              <a:avLst/>
              <a:gdLst/>
              <a:ahLst/>
              <a:cxnLst/>
              <a:rect l="l" t="t" r="r" b="b"/>
              <a:pathLst>
                <a:path w="4111" h="21731" fill="none" extrusionOk="0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24"/>
            <p:cNvSpPr/>
            <p:nvPr/>
          </p:nvSpPr>
          <p:spPr>
            <a:xfrm rot="5400000">
              <a:off x="1689436" y="818961"/>
              <a:ext cx="165421" cy="167621"/>
            </a:xfrm>
            <a:custGeom>
              <a:avLst/>
              <a:gdLst/>
              <a:ahLst/>
              <a:cxnLst/>
              <a:rect l="l" t="t" r="r" b="b"/>
              <a:pathLst>
                <a:path w="1880" h="1905" extrusionOk="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24"/>
            <p:cNvSpPr/>
            <p:nvPr/>
          </p:nvSpPr>
          <p:spPr>
            <a:xfrm rot="5400000">
              <a:off x="1894132" y="585435"/>
              <a:ext cx="167709" cy="165509"/>
            </a:xfrm>
            <a:custGeom>
              <a:avLst/>
              <a:gdLst/>
              <a:ahLst/>
              <a:cxnLst/>
              <a:rect l="l" t="t" r="r" b="b"/>
              <a:pathLst>
                <a:path w="1906" h="1881" extrusionOk="0">
                  <a:moveTo>
                    <a:pt x="953" y="0"/>
                  </a:moveTo>
                  <a:cubicBezTo>
                    <a:pt x="427" y="0"/>
                    <a:pt x="1" y="426"/>
                    <a:pt x="1" y="928"/>
                  </a:cubicBezTo>
                  <a:cubicBezTo>
                    <a:pt x="1" y="1454"/>
                    <a:pt x="427" y="1880"/>
                    <a:pt x="953" y="1880"/>
                  </a:cubicBezTo>
                  <a:cubicBezTo>
                    <a:pt x="1479" y="1880"/>
                    <a:pt x="1905" y="1454"/>
                    <a:pt x="1905" y="928"/>
                  </a:cubicBezTo>
                  <a:cubicBezTo>
                    <a:pt x="1905" y="426"/>
                    <a:pt x="1479" y="0"/>
                    <a:pt x="9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24"/>
            <p:cNvSpPr/>
            <p:nvPr/>
          </p:nvSpPr>
          <p:spPr>
            <a:xfrm rot="5400000">
              <a:off x="1782751" y="-50"/>
              <a:ext cx="167621" cy="167709"/>
            </a:xfrm>
            <a:custGeom>
              <a:avLst/>
              <a:gdLst/>
              <a:ahLst/>
              <a:cxnLst/>
              <a:rect l="l" t="t" r="r" b="b"/>
              <a:pathLst>
                <a:path w="1905" h="1906" extrusionOk="0">
                  <a:moveTo>
                    <a:pt x="952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80"/>
                    <a:pt x="426" y="1906"/>
                    <a:pt x="952" y="1906"/>
                  </a:cubicBezTo>
                  <a:cubicBezTo>
                    <a:pt x="1479" y="1906"/>
                    <a:pt x="1905" y="1480"/>
                    <a:pt x="1905" y="953"/>
                  </a:cubicBezTo>
                  <a:cubicBezTo>
                    <a:pt x="1905" y="427"/>
                    <a:pt x="1479" y="1"/>
                    <a:pt x="9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6" name="Google Shape;1866;p24"/>
          <p:cNvGrpSpPr/>
          <p:nvPr/>
        </p:nvGrpSpPr>
        <p:grpSpPr>
          <a:xfrm>
            <a:off x="5827403" y="154616"/>
            <a:ext cx="3316597" cy="2830576"/>
            <a:chOff x="5876365" y="118125"/>
            <a:chExt cx="3316597" cy="2830576"/>
          </a:xfrm>
        </p:grpSpPr>
        <p:sp>
          <p:nvSpPr>
            <p:cNvPr id="1867" name="Google Shape;1867;p24"/>
            <p:cNvSpPr/>
            <p:nvPr/>
          </p:nvSpPr>
          <p:spPr>
            <a:xfrm rot="10800000">
              <a:off x="9025253" y="996438"/>
              <a:ext cx="167709" cy="165509"/>
            </a:xfrm>
            <a:custGeom>
              <a:avLst/>
              <a:gdLst/>
              <a:ahLst/>
              <a:cxnLst/>
              <a:rect l="l" t="t" r="r" b="b"/>
              <a:pathLst>
                <a:path w="1906" h="1881" extrusionOk="0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24"/>
            <p:cNvSpPr/>
            <p:nvPr/>
          </p:nvSpPr>
          <p:spPr>
            <a:xfrm>
              <a:off x="6008817" y="118125"/>
              <a:ext cx="3134824" cy="182018"/>
            </a:xfrm>
            <a:custGeom>
              <a:avLst/>
              <a:gdLst/>
              <a:ahLst/>
              <a:cxnLst/>
              <a:rect l="l" t="t" r="r" b="b"/>
              <a:pathLst>
                <a:path w="25490" h="1480" fill="none" extrusionOk="0">
                  <a:moveTo>
                    <a:pt x="1" y="1479"/>
                  </a:moveTo>
                  <a:lnTo>
                    <a:pt x="13710" y="1479"/>
                  </a:lnTo>
                  <a:lnTo>
                    <a:pt x="15164" y="0"/>
                  </a:lnTo>
                  <a:lnTo>
                    <a:pt x="25490" y="0"/>
                  </a:lnTo>
                </a:path>
              </a:pathLst>
            </a:custGeom>
            <a:noFill/>
            <a:ln w="9525" cap="rnd" cmpd="sng">
              <a:solidFill>
                <a:srgbClr val="00F4A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24"/>
            <p:cNvSpPr/>
            <p:nvPr/>
          </p:nvSpPr>
          <p:spPr>
            <a:xfrm>
              <a:off x="5876365" y="182815"/>
              <a:ext cx="234282" cy="234409"/>
            </a:xfrm>
            <a:custGeom>
              <a:avLst/>
              <a:gdLst/>
              <a:ahLst/>
              <a:cxnLst/>
              <a:rect l="l" t="t" r="r" b="b"/>
              <a:pathLst>
                <a:path w="1905" h="1906" extrusionOk="0">
                  <a:moveTo>
                    <a:pt x="953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79"/>
                    <a:pt x="426" y="1905"/>
                    <a:pt x="953" y="1905"/>
                  </a:cubicBezTo>
                  <a:cubicBezTo>
                    <a:pt x="1479" y="1905"/>
                    <a:pt x="1905" y="1479"/>
                    <a:pt x="1905" y="953"/>
                  </a:cubicBezTo>
                  <a:cubicBezTo>
                    <a:pt x="1905" y="427"/>
                    <a:pt x="1479" y="1"/>
                    <a:pt x="953" y="1"/>
                  </a:cubicBezTo>
                  <a:close/>
                </a:path>
              </a:pathLst>
            </a:custGeom>
            <a:solidFill>
              <a:srgbClr val="00F4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24"/>
            <p:cNvSpPr/>
            <p:nvPr/>
          </p:nvSpPr>
          <p:spPr>
            <a:xfrm rot="10800000">
              <a:off x="9109108" y="515661"/>
              <a:ext cx="88" cy="564632"/>
            </a:xfrm>
            <a:custGeom>
              <a:avLst/>
              <a:gdLst/>
              <a:ahLst/>
              <a:cxnLst/>
              <a:rect l="l" t="t" r="r" b="b"/>
              <a:pathLst>
                <a:path w="1" h="6417" fill="none" extrusionOk="0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w="19050" cap="rnd" cmpd="sng">
              <a:solidFill>
                <a:schemeClr val="accent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24"/>
            <p:cNvSpPr/>
            <p:nvPr/>
          </p:nvSpPr>
          <p:spPr>
            <a:xfrm rot="10800000">
              <a:off x="8441048" y="515657"/>
              <a:ext cx="361727" cy="2369168"/>
            </a:xfrm>
            <a:custGeom>
              <a:avLst/>
              <a:gdLst/>
              <a:ahLst/>
              <a:cxnLst/>
              <a:rect l="l" t="t" r="r" b="b"/>
              <a:pathLst>
                <a:path w="4111" h="21731" fill="none" extrusionOk="0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w="9525" cap="rnd" cmpd="sng">
              <a:solidFill>
                <a:schemeClr val="dk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24"/>
            <p:cNvSpPr/>
            <p:nvPr/>
          </p:nvSpPr>
          <p:spPr>
            <a:xfrm rot="10800000">
              <a:off x="8357275" y="2781081"/>
              <a:ext cx="165421" cy="167621"/>
            </a:xfrm>
            <a:custGeom>
              <a:avLst/>
              <a:gdLst/>
              <a:ahLst/>
              <a:cxnLst/>
              <a:rect l="l" t="t" r="r" b="b"/>
              <a:pathLst>
                <a:path w="1880" h="1905" extrusionOk="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3" name="Google Shape;1883;p26"/>
          <p:cNvSpPr txBox="1">
            <a:spLocks noGrp="1"/>
          </p:cNvSpPr>
          <p:nvPr>
            <p:ph type="title"/>
          </p:nvPr>
        </p:nvSpPr>
        <p:spPr>
          <a:xfrm>
            <a:off x="720000" y="440103"/>
            <a:ext cx="7704000" cy="48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</a:t>
            </a:r>
            <a:endParaRPr dirty="0"/>
          </a:p>
        </p:txBody>
      </p:sp>
      <p:sp>
        <p:nvSpPr>
          <p:cNvPr id="1884" name="Google Shape;1884;p26"/>
          <p:cNvSpPr txBox="1">
            <a:spLocks noGrp="1"/>
          </p:cNvSpPr>
          <p:nvPr>
            <p:ph type="title" idx="8"/>
          </p:nvPr>
        </p:nvSpPr>
        <p:spPr>
          <a:xfrm>
            <a:off x="6672300" y="2868050"/>
            <a:ext cx="2178904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/>
              <a:t>algorithme de parcours en profondeur</a:t>
            </a:r>
          </a:p>
        </p:txBody>
      </p:sp>
      <p:sp>
        <p:nvSpPr>
          <p:cNvPr id="1885" name="Google Shape;1885;p26"/>
          <p:cNvSpPr txBox="1">
            <a:spLocks noGrp="1"/>
          </p:cNvSpPr>
          <p:nvPr>
            <p:ph type="title" idx="9"/>
          </p:nvPr>
        </p:nvSpPr>
        <p:spPr>
          <a:xfrm>
            <a:off x="6832500" y="1766950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886" name="Google Shape;1886;p26"/>
          <p:cNvSpPr txBox="1">
            <a:spLocks noGrp="1"/>
          </p:cNvSpPr>
          <p:nvPr>
            <p:ph type="title" idx="5"/>
          </p:nvPr>
        </p:nvSpPr>
        <p:spPr>
          <a:xfrm>
            <a:off x="3666725" y="2868050"/>
            <a:ext cx="2178904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dirty="0"/>
              <a:t>algorithme de parcours en largeur</a:t>
            </a:r>
          </a:p>
        </p:txBody>
      </p:sp>
      <p:sp>
        <p:nvSpPr>
          <p:cNvPr id="1887" name="Google Shape;1887;p26"/>
          <p:cNvSpPr txBox="1">
            <a:spLocks noGrp="1"/>
          </p:cNvSpPr>
          <p:nvPr>
            <p:ph type="title" idx="6"/>
          </p:nvPr>
        </p:nvSpPr>
        <p:spPr>
          <a:xfrm>
            <a:off x="3828350" y="1766950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889" name="Google Shape;1889;p26"/>
          <p:cNvSpPr txBox="1">
            <a:spLocks noGrp="1"/>
          </p:cNvSpPr>
          <p:nvPr>
            <p:ph type="title" idx="2"/>
          </p:nvPr>
        </p:nvSpPr>
        <p:spPr>
          <a:xfrm>
            <a:off x="720000" y="2868050"/>
            <a:ext cx="1466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Introduction</a:t>
            </a:r>
            <a:endParaRPr dirty="0"/>
          </a:p>
        </p:txBody>
      </p:sp>
      <p:sp>
        <p:nvSpPr>
          <p:cNvPr id="1890" name="Google Shape;1890;p26"/>
          <p:cNvSpPr txBox="1">
            <a:spLocks noGrp="1"/>
          </p:cNvSpPr>
          <p:nvPr>
            <p:ph type="title" idx="3"/>
          </p:nvPr>
        </p:nvSpPr>
        <p:spPr>
          <a:xfrm>
            <a:off x="878350" y="1766925"/>
            <a:ext cx="584700" cy="58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891" name="Google Shape;1891;p26"/>
          <p:cNvSpPr txBox="1">
            <a:spLocks noGrp="1"/>
          </p:cNvSpPr>
          <p:nvPr>
            <p:ph type="subTitle" idx="4"/>
          </p:nvPr>
        </p:nvSpPr>
        <p:spPr>
          <a:xfrm>
            <a:off x="3666713" y="3728575"/>
            <a:ext cx="1751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BFS</a:t>
            </a:r>
            <a:r>
              <a:rPr lang="en-US" dirty="0"/>
              <a:t> : </a:t>
            </a:r>
            <a:r>
              <a:rPr lang="en-US" b="1" dirty="0"/>
              <a:t>B</a:t>
            </a:r>
            <a:r>
              <a:rPr lang="en-US" dirty="0"/>
              <a:t>readth-</a:t>
            </a:r>
            <a:r>
              <a:rPr lang="en-US" b="1" dirty="0"/>
              <a:t>F</a:t>
            </a:r>
            <a:r>
              <a:rPr lang="en-US" dirty="0"/>
              <a:t>irst </a:t>
            </a:r>
            <a:r>
              <a:rPr lang="en-US" b="1" dirty="0"/>
              <a:t>S</a:t>
            </a:r>
            <a:r>
              <a:rPr lang="en-US" dirty="0"/>
              <a:t>earch</a:t>
            </a:r>
          </a:p>
        </p:txBody>
      </p:sp>
      <p:sp>
        <p:nvSpPr>
          <p:cNvPr id="1892" name="Google Shape;1892;p26"/>
          <p:cNvSpPr txBox="1">
            <a:spLocks noGrp="1"/>
          </p:cNvSpPr>
          <p:nvPr>
            <p:ph type="subTitle" idx="7"/>
          </p:nvPr>
        </p:nvSpPr>
        <p:spPr>
          <a:xfrm>
            <a:off x="6672288" y="3728575"/>
            <a:ext cx="1751700" cy="645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DFS </a:t>
            </a:r>
            <a:r>
              <a:rPr lang="en-US" dirty="0"/>
              <a:t>: </a:t>
            </a:r>
            <a:r>
              <a:rPr lang="en-US" b="1" dirty="0"/>
              <a:t>D</a:t>
            </a:r>
            <a:r>
              <a:rPr lang="en-US" dirty="0"/>
              <a:t>epth-</a:t>
            </a:r>
            <a:r>
              <a:rPr lang="en-US" b="1" dirty="0"/>
              <a:t>F</a:t>
            </a:r>
            <a:r>
              <a:rPr lang="en-US" dirty="0"/>
              <a:t>irst </a:t>
            </a:r>
            <a:r>
              <a:rPr lang="en-US" b="1" dirty="0"/>
              <a:t>S</a:t>
            </a:r>
            <a:r>
              <a:rPr lang="en-US" dirty="0"/>
              <a:t>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35"/>
          <p:cNvSpPr txBox="1">
            <a:spLocks noGrp="1"/>
          </p:cNvSpPr>
          <p:nvPr>
            <p:ph type="title" idx="2"/>
          </p:nvPr>
        </p:nvSpPr>
        <p:spPr>
          <a:xfrm>
            <a:off x="3608699" y="962363"/>
            <a:ext cx="1926600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2153" name="Google Shape;2153;p35"/>
          <p:cNvSpPr txBox="1">
            <a:spLocks noGrp="1"/>
          </p:cNvSpPr>
          <p:nvPr>
            <p:ph type="title"/>
          </p:nvPr>
        </p:nvSpPr>
        <p:spPr>
          <a:xfrm>
            <a:off x="2134671" y="2221500"/>
            <a:ext cx="4874657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18832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7" name="Google Shape;1877;p25"/>
          <p:cNvSpPr txBox="1">
            <a:spLocks noGrp="1"/>
          </p:cNvSpPr>
          <p:nvPr>
            <p:ph type="title"/>
          </p:nvPr>
        </p:nvSpPr>
        <p:spPr>
          <a:xfrm>
            <a:off x="720000" y="407446"/>
            <a:ext cx="7704000" cy="48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ebas Neue"/>
                <a:ea typeface="Bebas Neue"/>
                <a:cs typeface="Bebas Neue"/>
                <a:sym typeface="Bebas Neue"/>
              </a:rPr>
              <a:t>Introduction</a:t>
            </a:r>
            <a:endParaRPr dirty="0"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1878" name="Google Shape;1878;p25"/>
          <p:cNvSpPr txBox="1">
            <a:spLocks noGrp="1"/>
          </p:cNvSpPr>
          <p:nvPr>
            <p:ph type="body" idx="1"/>
          </p:nvPr>
        </p:nvSpPr>
        <p:spPr>
          <a:xfrm>
            <a:off x="429986" y="1100226"/>
            <a:ext cx="8284028" cy="352620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La théorie des graphes est largement explorée et mise en œuvre dans le domaine de l'informatique et des mathématiques. Constituée de sommets (nœuds) et d'arêtes (éventuellement dirigées/pondérées) qui les relient, la structure de données est effectivement capable de représenter et de résoudre de nombreux domaines de problèmes.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L'un des domaines les plus populaires de la conception d'algorithmes dans cet espace est le problème de la vérification de l'</a:t>
            </a:r>
            <a:r>
              <a:rPr lang="fr-FR" sz="1600" dirty="0">
                <a:solidFill>
                  <a:schemeClr val="accent4">
                    <a:lumMod val="7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existence</a:t>
            </a: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 ou du </a:t>
            </a:r>
            <a:r>
              <a:rPr lang="fr-FR" sz="1600" dirty="0">
                <a:solidFill>
                  <a:schemeClr val="accent4">
                    <a:lumMod val="75000"/>
                  </a:schemeClr>
                </a:solidFill>
                <a:latin typeface="Roboto"/>
                <a:ea typeface="Roboto"/>
                <a:cs typeface="Roboto"/>
                <a:sym typeface="Roboto"/>
              </a:rPr>
              <a:t>plus court chemin</a:t>
            </a: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 entre deux ou plusieurs sommets du graphe.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Les </a:t>
            </a:r>
            <a:r>
              <a:rPr lang="fr-FR" sz="1600" dirty="0"/>
              <a:t>o</a:t>
            </a: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bjectifs sont: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</a:pP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Trouver tous les sommets connectés à la composante.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</a:pP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Retourner tous les chemins disponibles entre deux sommets.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"/>
              <a:buChar char="●"/>
            </a:pPr>
            <a:r>
              <a:rPr lang="fr-FR" sz="1600" dirty="0"/>
              <a:t>D</a:t>
            </a:r>
            <a:r>
              <a:rPr lang="fr-FR" sz="1600" dirty="0">
                <a:latin typeface="Roboto"/>
                <a:ea typeface="Roboto"/>
                <a:cs typeface="Roboto"/>
                <a:sym typeface="Roboto"/>
              </a:rPr>
              <a:t>ans le cas de la recherche en largeur, renvoyer le chemin le plus court (longueur mesurée par le nombre d'arêtes du chemin).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35"/>
          <p:cNvSpPr txBox="1">
            <a:spLocks noGrp="1"/>
          </p:cNvSpPr>
          <p:nvPr>
            <p:ph type="title" idx="2"/>
          </p:nvPr>
        </p:nvSpPr>
        <p:spPr>
          <a:xfrm>
            <a:off x="3608699" y="962363"/>
            <a:ext cx="1926600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2153" name="Google Shape;2153;p35"/>
          <p:cNvSpPr txBox="1">
            <a:spLocks noGrp="1"/>
          </p:cNvSpPr>
          <p:nvPr>
            <p:ph type="title"/>
          </p:nvPr>
        </p:nvSpPr>
        <p:spPr>
          <a:xfrm>
            <a:off x="2134671" y="2221500"/>
            <a:ext cx="4874657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algorithme de parcours en largeur</a:t>
            </a:r>
          </a:p>
        </p:txBody>
      </p:sp>
      <p:sp>
        <p:nvSpPr>
          <p:cNvPr id="2154" name="Google Shape;2154;p35"/>
          <p:cNvSpPr txBox="1">
            <a:spLocks noGrp="1"/>
          </p:cNvSpPr>
          <p:nvPr>
            <p:ph type="subTitle" idx="1"/>
          </p:nvPr>
        </p:nvSpPr>
        <p:spPr>
          <a:xfrm>
            <a:off x="2549399" y="3328146"/>
            <a:ext cx="4045200" cy="70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/>
              <a:t>Breadth</a:t>
            </a:r>
            <a:r>
              <a:rPr lang="fr-FR" dirty="0"/>
              <a:t>-First </a:t>
            </a:r>
            <a:r>
              <a:rPr lang="fr-FR" dirty="0" err="1"/>
              <a:t>Search</a:t>
            </a:r>
            <a:r>
              <a:rPr lang="fr-FR" dirty="0"/>
              <a:t> en anglais.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Google Shape;1911;p28"/>
          <p:cNvSpPr txBox="1">
            <a:spLocks noGrp="1"/>
          </p:cNvSpPr>
          <p:nvPr>
            <p:ph type="title"/>
          </p:nvPr>
        </p:nvSpPr>
        <p:spPr>
          <a:xfrm>
            <a:off x="4914175" y="1363133"/>
            <a:ext cx="3509700" cy="58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Définition</a:t>
            </a:r>
            <a:endParaRPr dirty="0"/>
          </a:p>
        </p:txBody>
      </p:sp>
      <p:sp>
        <p:nvSpPr>
          <p:cNvPr id="1912" name="Google Shape;1912;p28"/>
          <p:cNvSpPr txBox="1">
            <a:spLocks noGrp="1"/>
          </p:cNvSpPr>
          <p:nvPr>
            <p:ph type="subTitle" idx="1"/>
          </p:nvPr>
        </p:nvSpPr>
        <p:spPr>
          <a:xfrm>
            <a:off x="4914175" y="2204431"/>
            <a:ext cx="3509700" cy="197767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Permet de calculer les distances de tous les nœuds depuis un nœud source dans un graphe non pondéré (orienté ou non orienté).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Il peut aussi servir à déterminer si un graphe non orienté est connexe.</a:t>
            </a:r>
            <a:endParaRPr dirty="0"/>
          </a:p>
        </p:txBody>
      </p:sp>
      <p:grpSp>
        <p:nvGrpSpPr>
          <p:cNvPr id="1913" name="Google Shape;1913;p28"/>
          <p:cNvGrpSpPr/>
          <p:nvPr/>
        </p:nvGrpSpPr>
        <p:grpSpPr>
          <a:xfrm>
            <a:off x="2079988" y="2381809"/>
            <a:ext cx="622204" cy="916058"/>
            <a:chOff x="2071313" y="2116009"/>
            <a:chExt cx="622204" cy="916058"/>
          </a:xfrm>
        </p:grpSpPr>
        <p:sp>
          <p:nvSpPr>
            <p:cNvPr id="1914" name="Google Shape;1914;p28"/>
            <p:cNvSpPr/>
            <p:nvPr/>
          </p:nvSpPr>
          <p:spPr>
            <a:xfrm>
              <a:off x="2088552" y="2798660"/>
              <a:ext cx="602092" cy="233408"/>
            </a:xfrm>
            <a:custGeom>
              <a:avLst/>
              <a:gdLst/>
              <a:ahLst/>
              <a:cxnLst/>
              <a:rect l="l" t="t" r="r" b="b"/>
              <a:pathLst>
                <a:path w="5239" h="2031" extrusionOk="0">
                  <a:moveTo>
                    <a:pt x="1" y="1"/>
                  </a:moveTo>
                  <a:lnTo>
                    <a:pt x="1" y="1504"/>
                  </a:lnTo>
                  <a:lnTo>
                    <a:pt x="1" y="1605"/>
                  </a:lnTo>
                  <a:cubicBezTo>
                    <a:pt x="1" y="1855"/>
                    <a:pt x="1179" y="2031"/>
                    <a:pt x="2607" y="2031"/>
                  </a:cubicBezTo>
                  <a:cubicBezTo>
                    <a:pt x="4061" y="2031"/>
                    <a:pt x="5239" y="1855"/>
                    <a:pt x="5239" y="1605"/>
                  </a:cubicBezTo>
                  <a:lnTo>
                    <a:pt x="5239" y="1504"/>
                  </a:lnTo>
                  <a:lnTo>
                    <a:pt x="523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28"/>
            <p:cNvSpPr/>
            <p:nvPr/>
          </p:nvSpPr>
          <p:spPr>
            <a:xfrm>
              <a:off x="2088552" y="2798660"/>
              <a:ext cx="602092" cy="233408"/>
            </a:xfrm>
            <a:custGeom>
              <a:avLst/>
              <a:gdLst/>
              <a:ahLst/>
              <a:cxnLst/>
              <a:rect l="l" t="t" r="r" b="b"/>
              <a:pathLst>
                <a:path w="5239" h="2031" fill="none" extrusionOk="0">
                  <a:moveTo>
                    <a:pt x="5239" y="1504"/>
                  </a:moveTo>
                  <a:lnTo>
                    <a:pt x="5239" y="1605"/>
                  </a:lnTo>
                  <a:cubicBezTo>
                    <a:pt x="5239" y="1855"/>
                    <a:pt x="4061" y="2031"/>
                    <a:pt x="2607" y="2031"/>
                  </a:cubicBezTo>
                  <a:cubicBezTo>
                    <a:pt x="1179" y="2031"/>
                    <a:pt x="1" y="1855"/>
                    <a:pt x="1" y="1605"/>
                  </a:cubicBezTo>
                  <a:lnTo>
                    <a:pt x="1" y="1504"/>
                  </a:lnTo>
                  <a:lnTo>
                    <a:pt x="1" y="1"/>
                  </a:lnTo>
                  <a:lnTo>
                    <a:pt x="5239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28"/>
            <p:cNvSpPr/>
            <p:nvPr/>
          </p:nvSpPr>
          <p:spPr>
            <a:xfrm>
              <a:off x="2082806" y="2732463"/>
              <a:ext cx="610711" cy="129633"/>
            </a:xfrm>
            <a:custGeom>
              <a:avLst/>
              <a:gdLst/>
              <a:ahLst/>
              <a:cxnLst/>
              <a:rect l="l" t="t" r="r" b="b"/>
              <a:pathLst>
                <a:path w="5314" h="1128" extrusionOk="0">
                  <a:moveTo>
                    <a:pt x="2657" y="0"/>
                  </a:moveTo>
                  <a:cubicBezTo>
                    <a:pt x="1204" y="0"/>
                    <a:pt x="1" y="251"/>
                    <a:pt x="1" y="551"/>
                  </a:cubicBezTo>
                  <a:cubicBezTo>
                    <a:pt x="1" y="877"/>
                    <a:pt x="1204" y="1128"/>
                    <a:pt x="2657" y="1128"/>
                  </a:cubicBezTo>
                  <a:cubicBezTo>
                    <a:pt x="4136" y="1128"/>
                    <a:pt x="5314" y="877"/>
                    <a:pt x="5314" y="551"/>
                  </a:cubicBezTo>
                  <a:cubicBezTo>
                    <a:pt x="5314" y="251"/>
                    <a:pt x="4136" y="0"/>
                    <a:pt x="26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28"/>
            <p:cNvSpPr/>
            <p:nvPr/>
          </p:nvSpPr>
          <p:spPr>
            <a:xfrm>
              <a:off x="2082806" y="2732463"/>
              <a:ext cx="610711" cy="129633"/>
            </a:xfrm>
            <a:custGeom>
              <a:avLst/>
              <a:gdLst/>
              <a:ahLst/>
              <a:cxnLst/>
              <a:rect l="l" t="t" r="r" b="b"/>
              <a:pathLst>
                <a:path w="5314" h="1128" fill="none" extrusionOk="0">
                  <a:moveTo>
                    <a:pt x="5314" y="551"/>
                  </a:moveTo>
                  <a:cubicBezTo>
                    <a:pt x="5314" y="877"/>
                    <a:pt x="4136" y="1128"/>
                    <a:pt x="2657" y="1128"/>
                  </a:cubicBezTo>
                  <a:cubicBezTo>
                    <a:pt x="1204" y="1128"/>
                    <a:pt x="1" y="877"/>
                    <a:pt x="1" y="551"/>
                  </a:cubicBezTo>
                  <a:cubicBezTo>
                    <a:pt x="1" y="251"/>
                    <a:pt x="1204" y="0"/>
                    <a:pt x="2657" y="0"/>
                  </a:cubicBezTo>
                  <a:cubicBezTo>
                    <a:pt x="4136" y="0"/>
                    <a:pt x="5314" y="251"/>
                    <a:pt x="5314" y="55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28"/>
            <p:cNvSpPr/>
            <p:nvPr/>
          </p:nvSpPr>
          <p:spPr>
            <a:xfrm>
              <a:off x="2169229" y="2700744"/>
              <a:ext cx="414879" cy="161351"/>
            </a:xfrm>
            <a:custGeom>
              <a:avLst/>
              <a:gdLst/>
              <a:ahLst/>
              <a:cxnLst/>
              <a:rect l="l" t="t" r="r" b="b"/>
              <a:pathLst>
                <a:path w="3610" h="1404" extrusionOk="0">
                  <a:moveTo>
                    <a:pt x="0" y="0"/>
                  </a:moveTo>
                  <a:lnTo>
                    <a:pt x="0" y="1028"/>
                  </a:lnTo>
                  <a:lnTo>
                    <a:pt x="0" y="1103"/>
                  </a:lnTo>
                  <a:cubicBezTo>
                    <a:pt x="0" y="1279"/>
                    <a:pt x="802" y="1404"/>
                    <a:pt x="1805" y="1404"/>
                  </a:cubicBezTo>
                  <a:cubicBezTo>
                    <a:pt x="2807" y="1404"/>
                    <a:pt x="3609" y="1279"/>
                    <a:pt x="3609" y="1103"/>
                  </a:cubicBezTo>
                  <a:lnTo>
                    <a:pt x="3609" y="1028"/>
                  </a:lnTo>
                  <a:lnTo>
                    <a:pt x="360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28"/>
            <p:cNvSpPr/>
            <p:nvPr/>
          </p:nvSpPr>
          <p:spPr>
            <a:xfrm>
              <a:off x="2169229" y="2700744"/>
              <a:ext cx="414879" cy="161351"/>
            </a:xfrm>
            <a:custGeom>
              <a:avLst/>
              <a:gdLst/>
              <a:ahLst/>
              <a:cxnLst/>
              <a:rect l="l" t="t" r="r" b="b"/>
              <a:pathLst>
                <a:path w="3610" h="1404" fill="none" extrusionOk="0">
                  <a:moveTo>
                    <a:pt x="3609" y="1028"/>
                  </a:moveTo>
                  <a:lnTo>
                    <a:pt x="3609" y="1103"/>
                  </a:lnTo>
                  <a:cubicBezTo>
                    <a:pt x="3609" y="1279"/>
                    <a:pt x="2807" y="1404"/>
                    <a:pt x="1805" y="1404"/>
                  </a:cubicBezTo>
                  <a:cubicBezTo>
                    <a:pt x="802" y="1404"/>
                    <a:pt x="0" y="1279"/>
                    <a:pt x="0" y="1103"/>
                  </a:cubicBezTo>
                  <a:lnTo>
                    <a:pt x="0" y="1028"/>
                  </a:lnTo>
                  <a:lnTo>
                    <a:pt x="0" y="0"/>
                  </a:lnTo>
                  <a:lnTo>
                    <a:pt x="3609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28"/>
            <p:cNvSpPr/>
            <p:nvPr/>
          </p:nvSpPr>
          <p:spPr>
            <a:xfrm>
              <a:off x="2074187" y="2490433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extrusionOk="0">
                  <a:moveTo>
                    <a:pt x="0" y="1"/>
                  </a:moveTo>
                  <a:lnTo>
                    <a:pt x="0" y="1505"/>
                  </a:lnTo>
                  <a:lnTo>
                    <a:pt x="0" y="1605"/>
                  </a:lnTo>
                  <a:cubicBezTo>
                    <a:pt x="0" y="1855"/>
                    <a:pt x="1178" y="2056"/>
                    <a:pt x="2632" y="2056"/>
                  </a:cubicBezTo>
                  <a:cubicBezTo>
                    <a:pt x="4060" y="2056"/>
                    <a:pt x="5238" y="1855"/>
                    <a:pt x="5238" y="1605"/>
                  </a:cubicBezTo>
                  <a:lnTo>
                    <a:pt x="5238" y="1505"/>
                  </a:lnTo>
                  <a:lnTo>
                    <a:pt x="52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28"/>
            <p:cNvSpPr/>
            <p:nvPr/>
          </p:nvSpPr>
          <p:spPr>
            <a:xfrm>
              <a:off x="2074187" y="2490433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fill="none" extrusionOk="0">
                  <a:moveTo>
                    <a:pt x="5238" y="1505"/>
                  </a:moveTo>
                  <a:lnTo>
                    <a:pt x="5238" y="1605"/>
                  </a:lnTo>
                  <a:cubicBezTo>
                    <a:pt x="5238" y="1855"/>
                    <a:pt x="4060" y="2056"/>
                    <a:pt x="2632" y="2056"/>
                  </a:cubicBezTo>
                  <a:cubicBezTo>
                    <a:pt x="1178" y="2056"/>
                    <a:pt x="0" y="1855"/>
                    <a:pt x="0" y="1605"/>
                  </a:cubicBezTo>
                  <a:lnTo>
                    <a:pt x="0" y="1505"/>
                  </a:lnTo>
                  <a:lnTo>
                    <a:pt x="0" y="1"/>
                  </a:lnTo>
                  <a:lnTo>
                    <a:pt x="5238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28"/>
            <p:cNvSpPr/>
            <p:nvPr/>
          </p:nvSpPr>
          <p:spPr>
            <a:xfrm>
              <a:off x="2071313" y="2424236"/>
              <a:ext cx="610711" cy="124001"/>
            </a:xfrm>
            <a:custGeom>
              <a:avLst/>
              <a:gdLst/>
              <a:ahLst/>
              <a:cxnLst/>
              <a:rect l="l" t="t" r="r" b="b"/>
              <a:pathLst>
                <a:path w="5314" h="1079" extrusionOk="0">
                  <a:moveTo>
                    <a:pt x="2657" y="0"/>
                  </a:moveTo>
                  <a:cubicBezTo>
                    <a:pt x="1178" y="0"/>
                    <a:pt x="0" y="251"/>
                    <a:pt x="0" y="552"/>
                  </a:cubicBezTo>
                  <a:cubicBezTo>
                    <a:pt x="0" y="853"/>
                    <a:pt x="1178" y="1078"/>
                    <a:pt x="2657" y="1078"/>
                  </a:cubicBezTo>
                  <a:cubicBezTo>
                    <a:pt x="4111" y="1078"/>
                    <a:pt x="5314" y="853"/>
                    <a:pt x="5314" y="552"/>
                  </a:cubicBezTo>
                  <a:cubicBezTo>
                    <a:pt x="5314" y="251"/>
                    <a:pt x="4111" y="0"/>
                    <a:pt x="26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28"/>
            <p:cNvSpPr/>
            <p:nvPr/>
          </p:nvSpPr>
          <p:spPr>
            <a:xfrm>
              <a:off x="2247033" y="2490433"/>
              <a:ext cx="259271" cy="43326"/>
            </a:xfrm>
            <a:custGeom>
              <a:avLst/>
              <a:gdLst/>
              <a:ahLst/>
              <a:cxnLst/>
              <a:rect l="l" t="t" r="r" b="b"/>
              <a:pathLst>
                <a:path w="2256" h="377" extrusionOk="0">
                  <a:moveTo>
                    <a:pt x="1128" y="1"/>
                  </a:moveTo>
                  <a:cubicBezTo>
                    <a:pt x="501" y="1"/>
                    <a:pt x="0" y="76"/>
                    <a:pt x="0" y="176"/>
                  </a:cubicBezTo>
                  <a:cubicBezTo>
                    <a:pt x="0" y="302"/>
                    <a:pt x="501" y="377"/>
                    <a:pt x="1128" y="377"/>
                  </a:cubicBezTo>
                  <a:cubicBezTo>
                    <a:pt x="1754" y="377"/>
                    <a:pt x="2256" y="302"/>
                    <a:pt x="2256" y="176"/>
                  </a:cubicBezTo>
                  <a:cubicBezTo>
                    <a:pt x="2256" y="76"/>
                    <a:pt x="1754" y="1"/>
                    <a:pt x="1128" y="1"/>
                  </a:cubicBezTo>
                  <a:close/>
                </a:path>
              </a:pathLst>
            </a:custGeom>
            <a:solidFill>
              <a:srgbClr val="00A7F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28"/>
            <p:cNvSpPr/>
            <p:nvPr/>
          </p:nvSpPr>
          <p:spPr>
            <a:xfrm>
              <a:off x="2071313" y="2424236"/>
              <a:ext cx="610711" cy="124001"/>
            </a:xfrm>
            <a:custGeom>
              <a:avLst/>
              <a:gdLst/>
              <a:ahLst/>
              <a:cxnLst/>
              <a:rect l="l" t="t" r="r" b="b"/>
              <a:pathLst>
                <a:path w="5314" h="1079" fill="none" extrusionOk="0">
                  <a:moveTo>
                    <a:pt x="5314" y="552"/>
                  </a:moveTo>
                  <a:cubicBezTo>
                    <a:pt x="5314" y="853"/>
                    <a:pt x="4111" y="1078"/>
                    <a:pt x="2657" y="1078"/>
                  </a:cubicBezTo>
                  <a:cubicBezTo>
                    <a:pt x="1178" y="1078"/>
                    <a:pt x="0" y="853"/>
                    <a:pt x="0" y="552"/>
                  </a:cubicBezTo>
                  <a:cubicBezTo>
                    <a:pt x="0" y="251"/>
                    <a:pt x="1178" y="0"/>
                    <a:pt x="2657" y="0"/>
                  </a:cubicBezTo>
                  <a:cubicBezTo>
                    <a:pt x="4111" y="0"/>
                    <a:pt x="5314" y="251"/>
                    <a:pt x="5314" y="552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28"/>
            <p:cNvSpPr/>
            <p:nvPr/>
          </p:nvSpPr>
          <p:spPr>
            <a:xfrm>
              <a:off x="2169229" y="2392517"/>
              <a:ext cx="414879" cy="161466"/>
            </a:xfrm>
            <a:custGeom>
              <a:avLst/>
              <a:gdLst/>
              <a:ahLst/>
              <a:cxnLst/>
              <a:rect l="l" t="t" r="r" b="b"/>
              <a:pathLst>
                <a:path w="3610" h="1405" extrusionOk="0">
                  <a:moveTo>
                    <a:pt x="0" y="1"/>
                  </a:moveTo>
                  <a:lnTo>
                    <a:pt x="0" y="1028"/>
                  </a:lnTo>
                  <a:lnTo>
                    <a:pt x="0" y="1103"/>
                  </a:lnTo>
                  <a:cubicBezTo>
                    <a:pt x="0" y="1279"/>
                    <a:pt x="802" y="1404"/>
                    <a:pt x="1805" y="1404"/>
                  </a:cubicBezTo>
                  <a:cubicBezTo>
                    <a:pt x="2807" y="1404"/>
                    <a:pt x="3609" y="1279"/>
                    <a:pt x="3609" y="1103"/>
                  </a:cubicBezTo>
                  <a:lnTo>
                    <a:pt x="3609" y="1028"/>
                  </a:lnTo>
                  <a:lnTo>
                    <a:pt x="36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28"/>
            <p:cNvSpPr/>
            <p:nvPr/>
          </p:nvSpPr>
          <p:spPr>
            <a:xfrm>
              <a:off x="2169229" y="2392517"/>
              <a:ext cx="414879" cy="161466"/>
            </a:xfrm>
            <a:custGeom>
              <a:avLst/>
              <a:gdLst/>
              <a:ahLst/>
              <a:cxnLst/>
              <a:rect l="l" t="t" r="r" b="b"/>
              <a:pathLst>
                <a:path w="3610" h="1405" fill="none" extrusionOk="0">
                  <a:moveTo>
                    <a:pt x="3609" y="1028"/>
                  </a:moveTo>
                  <a:lnTo>
                    <a:pt x="3609" y="1103"/>
                  </a:lnTo>
                  <a:cubicBezTo>
                    <a:pt x="3609" y="1279"/>
                    <a:pt x="2807" y="1404"/>
                    <a:pt x="1805" y="1404"/>
                  </a:cubicBezTo>
                  <a:cubicBezTo>
                    <a:pt x="802" y="1404"/>
                    <a:pt x="0" y="1279"/>
                    <a:pt x="0" y="1103"/>
                  </a:cubicBezTo>
                  <a:lnTo>
                    <a:pt x="0" y="1028"/>
                  </a:lnTo>
                  <a:lnTo>
                    <a:pt x="0" y="1"/>
                  </a:lnTo>
                  <a:lnTo>
                    <a:pt x="3609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28"/>
            <p:cNvSpPr/>
            <p:nvPr/>
          </p:nvSpPr>
          <p:spPr>
            <a:xfrm>
              <a:off x="2074187" y="2182320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extrusionOk="0">
                  <a:moveTo>
                    <a:pt x="0" y="0"/>
                  </a:moveTo>
                  <a:lnTo>
                    <a:pt x="0" y="1504"/>
                  </a:lnTo>
                  <a:lnTo>
                    <a:pt x="0" y="1604"/>
                  </a:lnTo>
                  <a:cubicBezTo>
                    <a:pt x="0" y="1855"/>
                    <a:pt x="1178" y="2055"/>
                    <a:pt x="2632" y="2055"/>
                  </a:cubicBezTo>
                  <a:cubicBezTo>
                    <a:pt x="4060" y="2055"/>
                    <a:pt x="5238" y="1855"/>
                    <a:pt x="5238" y="1604"/>
                  </a:cubicBezTo>
                  <a:lnTo>
                    <a:pt x="5238" y="1504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28"/>
            <p:cNvSpPr/>
            <p:nvPr/>
          </p:nvSpPr>
          <p:spPr>
            <a:xfrm>
              <a:off x="2074187" y="2182320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fill="none" extrusionOk="0">
                  <a:moveTo>
                    <a:pt x="5238" y="1504"/>
                  </a:moveTo>
                  <a:lnTo>
                    <a:pt x="5238" y="1604"/>
                  </a:lnTo>
                  <a:cubicBezTo>
                    <a:pt x="5238" y="1855"/>
                    <a:pt x="4060" y="2055"/>
                    <a:pt x="2632" y="2055"/>
                  </a:cubicBezTo>
                  <a:cubicBezTo>
                    <a:pt x="1178" y="2055"/>
                    <a:pt x="0" y="1855"/>
                    <a:pt x="0" y="1604"/>
                  </a:cubicBezTo>
                  <a:lnTo>
                    <a:pt x="0" y="1504"/>
                  </a:lnTo>
                  <a:lnTo>
                    <a:pt x="0" y="0"/>
                  </a:lnTo>
                  <a:lnTo>
                    <a:pt x="5238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28"/>
            <p:cNvSpPr/>
            <p:nvPr/>
          </p:nvSpPr>
          <p:spPr>
            <a:xfrm>
              <a:off x="2071313" y="2116009"/>
              <a:ext cx="610711" cy="121128"/>
            </a:xfrm>
            <a:custGeom>
              <a:avLst/>
              <a:gdLst/>
              <a:ahLst/>
              <a:cxnLst/>
              <a:rect l="l" t="t" r="r" b="b"/>
              <a:pathLst>
                <a:path w="5314" h="1054" extrusionOk="0">
                  <a:moveTo>
                    <a:pt x="2657" y="1"/>
                  </a:moveTo>
                  <a:cubicBezTo>
                    <a:pt x="1178" y="1"/>
                    <a:pt x="0" y="226"/>
                    <a:pt x="0" y="527"/>
                  </a:cubicBezTo>
                  <a:cubicBezTo>
                    <a:pt x="0" y="803"/>
                    <a:pt x="1178" y="1053"/>
                    <a:pt x="2657" y="1053"/>
                  </a:cubicBezTo>
                  <a:cubicBezTo>
                    <a:pt x="4111" y="1053"/>
                    <a:pt x="5314" y="803"/>
                    <a:pt x="5314" y="527"/>
                  </a:cubicBezTo>
                  <a:cubicBezTo>
                    <a:pt x="5314" y="226"/>
                    <a:pt x="4111" y="1"/>
                    <a:pt x="26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28"/>
            <p:cNvSpPr/>
            <p:nvPr/>
          </p:nvSpPr>
          <p:spPr>
            <a:xfrm>
              <a:off x="2071313" y="2116009"/>
              <a:ext cx="610711" cy="121128"/>
            </a:xfrm>
            <a:custGeom>
              <a:avLst/>
              <a:gdLst/>
              <a:ahLst/>
              <a:cxnLst/>
              <a:rect l="l" t="t" r="r" b="b"/>
              <a:pathLst>
                <a:path w="5314" h="1054" fill="none" extrusionOk="0">
                  <a:moveTo>
                    <a:pt x="5314" y="527"/>
                  </a:moveTo>
                  <a:cubicBezTo>
                    <a:pt x="5314" y="803"/>
                    <a:pt x="4111" y="1053"/>
                    <a:pt x="2657" y="1053"/>
                  </a:cubicBezTo>
                  <a:cubicBezTo>
                    <a:pt x="1178" y="1053"/>
                    <a:pt x="0" y="803"/>
                    <a:pt x="0" y="527"/>
                  </a:cubicBezTo>
                  <a:cubicBezTo>
                    <a:pt x="0" y="226"/>
                    <a:pt x="1178" y="1"/>
                    <a:pt x="2657" y="1"/>
                  </a:cubicBezTo>
                  <a:cubicBezTo>
                    <a:pt x="4111" y="1"/>
                    <a:pt x="5314" y="226"/>
                    <a:pt x="5314" y="52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28"/>
            <p:cNvSpPr/>
            <p:nvPr/>
          </p:nvSpPr>
          <p:spPr>
            <a:xfrm>
              <a:off x="2247033" y="2162094"/>
              <a:ext cx="259271" cy="43326"/>
            </a:xfrm>
            <a:custGeom>
              <a:avLst/>
              <a:gdLst/>
              <a:ahLst/>
              <a:cxnLst/>
              <a:rect l="l" t="t" r="r" b="b"/>
              <a:pathLst>
                <a:path w="2256" h="377" extrusionOk="0">
                  <a:moveTo>
                    <a:pt x="1128" y="1"/>
                  </a:moveTo>
                  <a:cubicBezTo>
                    <a:pt x="501" y="1"/>
                    <a:pt x="0" y="76"/>
                    <a:pt x="0" y="176"/>
                  </a:cubicBezTo>
                  <a:cubicBezTo>
                    <a:pt x="0" y="301"/>
                    <a:pt x="501" y="377"/>
                    <a:pt x="1128" y="377"/>
                  </a:cubicBezTo>
                  <a:cubicBezTo>
                    <a:pt x="1754" y="377"/>
                    <a:pt x="2256" y="301"/>
                    <a:pt x="2256" y="176"/>
                  </a:cubicBezTo>
                  <a:cubicBezTo>
                    <a:pt x="2256" y="76"/>
                    <a:pt x="1754" y="1"/>
                    <a:pt x="11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89021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" name="Google Shape;2037;p30"/>
          <p:cNvSpPr txBox="1">
            <a:spLocks noGrp="1"/>
          </p:cNvSpPr>
          <p:nvPr>
            <p:ph type="title"/>
          </p:nvPr>
        </p:nvSpPr>
        <p:spPr>
          <a:xfrm>
            <a:off x="720000" y="713059"/>
            <a:ext cx="3509700" cy="63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Principe</a:t>
            </a:r>
            <a:endParaRPr dirty="0"/>
          </a:p>
        </p:txBody>
      </p:sp>
      <p:sp>
        <p:nvSpPr>
          <p:cNvPr id="2038" name="Google Shape;2038;p30"/>
          <p:cNvSpPr txBox="1">
            <a:spLocks noGrp="1"/>
          </p:cNvSpPr>
          <p:nvPr>
            <p:ph type="subTitle" idx="1"/>
          </p:nvPr>
        </p:nvSpPr>
        <p:spPr>
          <a:xfrm>
            <a:off x="218745" y="1300916"/>
            <a:ext cx="4010955" cy="321463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Un parcours en largeur débute à partir d'un nœud source. Puis il liste tous les voisins de la source, pour ensuite les explorer un par un.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Les étapes de l'algorithme 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fr-FR" dirty="0"/>
              <a:t>Mettre le nœud source dans la file.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fr-FR" dirty="0"/>
              <a:t>Retirer le nœud du début de la file pour le traiter.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fr-FR" dirty="0"/>
              <a:t>Mettre tous ses voisins non explorés dans la file (à la fin).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fr-FR" dirty="0"/>
              <a:t>Si la file n'est pas vide reprendre à l'étape 2.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82826D1F-0867-4FF3-B248-7D608795FF88}"/>
              </a:ext>
            </a:extLst>
          </p:cNvPr>
          <p:cNvSpPr/>
          <p:nvPr/>
        </p:nvSpPr>
        <p:spPr>
          <a:xfrm>
            <a:off x="6370862" y="1037801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  <a:endParaRPr lang="fr-FR"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1005174-02C8-4BBC-9AA1-78BB9056F232}"/>
              </a:ext>
            </a:extLst>
          </p:cNvPr>
          <p:cNvSpPr/>
          <p:nvPr/>
        </p:nvSpPr>
        <p:spPr>
          <a:xfrm>
            <a:off x="6379155" y="203215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fr-FR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10733A8B-81B4-4451-85C4-D5E4CFBC7B33}"/>
              </a:ext>
            </a:extLst>
          </p:cNvPr>
          <p:cNvSpPr/>
          <p:nvPr/>
        </p:nvSpPr>
        <p:spPr>
          <a:xfrm>
            <a:off x="7790485" y="203215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fr-FR" dirty="0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179A2EBC-8E7F-4E32-B705-2A42855D57D2}"/>
              </a:ext>
            </a:extLst>
          </p:cNvPr>
          <p:cNvSpPr/>
          <p:nvPr/>
        </p:nvSpPr>
        <p:spPr>
          <a:xfrm>
            <a:off x="5209594" y="203215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endParaRPr lang="fr-FR" dirty="0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D1323D03-0AAB-4D33-834A-40EDFB5ED0B3}"/>
              </a:ext>
            </a:extLst>
          </p:cNvPr>
          <p:cNvSpPr/>
          <p:nvPr/>
        </p:nvSpPr>
        <p:spPr>
          <a:xfrm>
            <a:off x="7790485" y="302889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  <a:endParaRPr lang="fr-FR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DED17095-2540-45E2-976E-23518870E982}"/>
              </a:ext>
            </a:extLst>
          </p:cNvPr>
          <p:cNvSpPr/>
          <p:nvPr/>
        </p:nvSpPr>
        <p:spPr>
          <a:xfrm>
            <a:off x="5209594" y="2769296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fr-FR" dirty="0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F50DA22-FD50-4BD8-8EB8-2BDA2CCFA84B}"/>
              </a:ext>
            </a:extLst>
          </p:cNvPr>
          <p:cNvSpPr/>
          <p:nvPr/>
        </p:nvSpPr>
        <p:spPr>
          <a:xfrm>
            <a:off x="4572000" y="3507387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</a:t>
            </a:r>
            <a:endParaRPr lang="fr-FR" dirty="0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4BDA2124-07B0-49E3-BDCF-FE000871044E}"/>
              </a:ext>
            </a:extLst>
          </p:cNvPr>
          <p:cNvSpPr/>
          <p:nvPr/>
        </p:nvSpPr>
        <p:spPr>
          <a:xfrm>
            <a:off x="5219085" y="3506437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</a:t>
            </a:r>
            <a:endParaRPr lang="fr-FR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A909FB23-1815-4462-AA29-D40AF7857B19}"/>
              </a:ext>
            </a:extLst>
          </p:cNvPr>
          <p:cNvSpPr/>
          <p:nvPr/>
        </p:nvSpPr>
        <p:spPr>
          <a:xfrm>
            <a:off x="5866170" y="3506437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</a:t>
            </a:r>
            <a:endParaRPr lang="fr-FR" dirty="0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005002EB-BF51-4169-A6CB-6F0B5BA7337B}"/>
              </a:ext>
            </a:extLst>
          </p:cNvPr>
          <p:cNvSpPr/>
          <p:nvPr/>
        </p:nvSpPr>
        <p:spPr>
          <a:xfrm>
            <a:off x="6963972" y="302889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  <a:endParaRPr lang="fr-FR" dirty="0"/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33159E4B-6E76-4995-B7BE-09860F5AA8A9}"/>
              </a:ext>
            </a:extLst>
          </p:cNvPr>
          <p:cNvSpPr/>
          <p:nvPr/>
        </p:nvSpPr>
        <p:spPr>
          <a:xfrm>
            <a:off x="8616997" y="3028894"/>
            <a:ext cx="308258" cy="308258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fr-FR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162D99-F71D-492A-A793-1BC7475A3332}"/>
              </a:ext>
            </a:extLst>
          </p:cNvPr>
          <p:cNvCxnSpPr>
            <a:stCxn id="4" idx="3"/>
            <a:endCxn id="7" idx="7"/>
          </p:cNvCxnSpPr>
          <p:nvPr/>
        </p:nvCxnSpPr>
        <p:spPr>
          <a:xfrm flipH="1">
            <a:off x="5472708" y="1300916"/>
            <a:ext cx="943297" cy="7763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EF57D0-78EE-4904-A328-79C2C34D6E5A}"/>
              </a:ext>
            </a:extLst>
          </p:cNvPr>
          <p:cNvCxnSpPr>
            <a:stCxn id="4" idx="4"/>
            <a:endCxn id="5" idx="0"/>
          </p:cNvCxnSpPr>
          <p:nvPr/>
        </p:nvCxnSpPr>
        <p:spPr>
          <a:xfrm>
            <a:off x="6524991" y="1346059"/>
            <a:ext cx="8293" cy="6860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B03DA2-BB28-4BFD-BA81-5C2C564FC4FF}"/>
              </a:ext>
            </a:extLst>
          </p:cNvPr>
          <p:cNvCxnSpPr>
            <a:stCxn id="4" idx="5"/>
            <a:endCxn id="6" idx="1"/>
          </p:cNvCxnSpPr>
          <p:nvPr/>
        </p:nvCxnSpPr>
        <p:spPr>
          <a:xfrm>
            <a:off x="6633976" y="1300916"/>
            <a:ext cx="1201651" cy="7763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285D00D-5BF8-4E32-A876-39B45F278AF2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5363722" y="2340412"/>
            <a:ext cx="0" cy="4288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647203-FF6A-4F7D-8EC9-6A9498A3982F}"/>
              </a:ext>
            </a:extLst>
          </p:cNvPr>
          <p:cNvCxnSpPr>
            <a:stCxn id="9" idx="3"/>
            <a:endCxn id="10" idx="0"/>
          </p:cNvCxnSpPr>
          <p:nvPr/>
        </p:nvCxnSpPr>
        <p:spPr>
          <a:xfrm flipH="1">
            <a:off x="4726129" y="3032410"/>
            <a:ext cx="528608" cy="4749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BA2FE1-4D67-4703-B01D-B316AF3B706B}"/>
              </a:ext>
            </a:extLst>
          </p:cNvPr>
          <p:cNvCxnSpPr>
            <a:stCxn id="9" idx="4"/>
            <a:endCxn id="11" idx="0"/>
          </p:cNvCxnSpPr>
          <p:nvPr/>
        </p:nvCxnSpPr>
        <p:spPr>
          <a:xfrm>
            <a:off x="5363722" y="3077553"/>
            <a:ext cx="9491" cy="4288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1123B9-F5F6-4EA6-A87C-DCF255FF4118}"/>
              </a:ext>
            </a:extLst>
          </p:cNvPr>
          <p:cNvCxnSpPr>
            <a:stCxn id="9" idx="5"/>
            <a:endCxn id="12" idx="0"/>
          </p:cNvCxnSpPr>
          <p:nvPr/>
        </p:nvCxnSpPr>
        <p:spPr>
          <a:xfrm>
            <a:off x="5472708" y="3032410"/>
            <a:ext cx="547590" cy="4740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5BABC0-D5D1-4026-9416-79C6F2CBB9DF}"/>
              </a:ext>
            </a:extLst>
          </p:cNvPr>
          <p:cNvCxnSpPr>
            <a:stCxn id="6" idx="3"/>
            <a:endCxn id="13" idx="0"/>
          </p:cNvCxnSpPr>
          <p:nvPr/>
        </p:nvCxnSpPr>
        <p:spPr>
          <a:xfrm flipH="1">
            <a:off x="7118101" y="2295269"/>
            <a:ext cx="717527" cy="7336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C569A2-60C2-428C-990C-D3783F990CE4}"/>
              </a:ext>
            </a:extLst>
          </p:cNvPr>
          <p:cNvCxnSpPr>
            <a:stCxn id="6" idx="4"/>
            <a:endCxn id="8" idx="0"/>
          </p:cNvCxnSpPr>
          <p:nvPr/>
        </p:nvCxnSpPr>
        <p:spPr>
          <a:xfrm>
            <a:off x="7944613" y="2340412"/>
            <a:ext cx="0" cy="6884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D7DE8D7-B0C6-4F4B-9361-42CEFA3B05BC}"/>
              </a:ext>
            </a:extLst>
          </p:cNvPr>
          <p:cNvCxnSpPr>
            <a:stCxn id="6" idx="5"/>
            <a:endCxn id="14" idx="0"/>
          </p:cNvCxnSpPr>
          <p:nvPr/>
        </p:nvCxnSpPr>
        <p:spPr>
          <a:xfrm>
            <a:off x="8053599" y="2295269"/>
            <a:ext cx="717527" cy="7336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7407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4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0"/>
                            </p:stCondLst>
                            <p:childTnLst>
                              <p:par>
                                <p:cTn id="4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000"/>
                            </p:stCondLst>
                            <p:childTnLst>
                              <p:par>
                                <p:cTn id="56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0"/>
                            </p:stCondLst>
                            <p:childTnLst>
                              <p:par>
                                <p:cTn id="6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6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6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9000"/>
                            </p:stCondLst>
                            <p:childTnLst>
                              <p:par>
                                <p:cTn id="7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0"/>
                            </p:stCondLst>
                            <p:childTnLst>
                              <p:par>
                                <p:cTn id="7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8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1000"/>
                            </p:stCondLst>
                            <p:childTnLst>
                              <p:par>
                                <p:cTn id="8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8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2000"/>
                            </p:stCondLst>
                            <p:childTnLst>
                              <p:par>
                                <p:cTn id="8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3000"/>
                            </p:stCondLst>
                            <p:childTnLst>
                              <p:par>
                                <p:cTn id="9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4000"/>
                            </p:stCondLst>
                            <p:childTnLst>
                              <p:par>
                                <p:cTn id="9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0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Google Shape;2152;p35"/>
          <p:cNvSpPr txBox="1">
            <a:spLocks noGrp="1"/>
          </p:cNvSpPr>
          <p:nvPr>
            <p:ph type="title" idx="2"/>
          </p:nvPr>
        </p:nvSpPr>
        <p:spPr>
          <a:xfrm>
            <a:off x="3608699" y="1114854"/>
            <a:ext cx="1926600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2153" name="Google Shape;2153;p35"/>
          <p:cNvSpPr txBox="1">
            <a:spLocks noGrp="1"/>
          </p:cNvSpPr>
          <p:nvPr>
            <p:ph type="title"/>
          </p:nvPr>
        </p:nvSpPr>
        <p:spPr>
          <a:xfrm>
            <a:off x="1933285" y="2221500"/>
            <a:ext cx="5277429" cy="7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algorithme de parcours en profondeur</a:t>
            </a:r>
          </a:p>
        </p:txBody>
      </p:sp>
      <p:sp>
        <p:nvSpPr>
          <p:cNvPr id="2154" name="Google Shape;2154;p35"/>
          <p:cNvSpPr txBox="1">
            <a:spLocks noGrp="1"/>
          </p:cNvSpPr>
          <p:nvPr>
            <p:ph type="subTitle" idx="1"/>
          </p:nvPr>
        </p:nvSpPr>
        <p:spPr>
          <a:xfrm>
            <a:off x="2549400" y="3230175"/>
            <a:ext cx="4045200" cy="70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 err="1"/>
              <a:t>Depth</a:t>
            </a:r>
            <a:r>
              <a:rPr lang="fr-FR" dirty="0"/>
              <a:t>-First </a:t>
            </a:r>
            <a:r>
              <a:rPr lang="fr-FR" dirty="0" err="1"/>
              <a:t>Search</a:t>
            </a:r>
            <a:r>
              <a:rPr lang="fr-FR" dirty="0"/>
              <a:t> en anglais</a:t>
            </a:r>
          </a:p>
        </p:txBody>
      </p:sp>
    </p:spTree>
    <p:extLst>
      <p:ext uri="{BB962C8B-B14F-4D97-AF65-F5344CB8AC3E}">
        <p14:creationId xmlns:p14="http://schemas.microsoft.com/office/powerpoint/2010/main" val="2848195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1" name="Google Shape;1911;p28"/>
          <p:cNvSpPr txBox="1">
            <a:spLocks noGrp="1"/>
          </p:cNvSpPr>
          <p:nvPr>
            <p:ph type="title"/>
          </p:nvPr>
        </p:nvSpPr>
        <p:spPr>
          <a:xfrm>
            <a:off x="4914175" y="1363133"/>
            <a:ext cx="3509700" cy="58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Définition</a:t>
            </a:r>
            <a:endParaRPr dirty="0"/>
          </a:p>
        </p:txBody>
      </p:sp>
      <p:sp>
        <p:nvSpPr>
          <p:cNvPr id="1912" name="Google Shape;1912;p28"/>
          <p:cNvSpPr txBox="1">
            <a:spLocks noGrp="1"/>
          </p:cNvSpPr>
          <p:nvPr>
            <p:ph type="subTitle" idx="1"/>
          </p:nvPr>
        </p:nvSpPr>
        <p:spPr>
          <a:xfrm>
            <a:off x="4914175" y="2309031"/>
            <a:ext cx="3509700" cy="197767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Il se décrit naturellement de manière </a:t>
            </a:r>
            <a:r>
              <a:rPr lang="fr-FR" b="1" dirty="0"/>
              <a:t>récursive</a:t>
            </a:r>
            <a:r>
              <a:rPr lang="fr-FR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Son application la plus simple consiste à déterminer s'il existe un chemin d'un sommet à un autre.</a:t>
            </a:r>
            <a:endParaRPr dirty="0"/>
          </a:p>
        </p:txBody>
      </p:sp>
      <p:grpSp>
        <p:nvGrpSpPr>
          <p:cNvPr id="1913" name="Google Shape;1913;p28"/>
          <p:cNvGrpSpPr/>
          <p:nvPr/>
        </p:nvGrpSpPr>
        <p:grpSpPr>
          <a:xfrm>
            <a:off x="2079988" y="2381809"/>
            <a:ext cx="622204" cy="916058"/>
            <a:chOff x="2071313" y="2116009"/>
            <a:chExt cx="622204" cy="916058"/>
          </a:xfrm>
        </p:grpSpPr>
        <p:sp>
          <p:nvSpPr>
            <p:cNvPr id="1914" name="Google Shape;1914;p28"/>
            <p:cNvSpPr/>
            <p:nvPr/>
          </p:nvSpPr>
          <p:spPr>
            <a:xfrm>
              <a:off x="2088552" y="2798660"/>
              <a:ext cx="602092" cy="233408"/>
            </a:xfrm>
            <a:custGeom>
              <a:avLst/>
              <a:gdLst/>
              <a:ahLst/>
              <a:cxnLst/>
              <a:rect l="l" t="t" r="r" b="b"/>
              <a:pathLst>
                <a:path w="5239" h="2031" extrusionOk="0">
                  <a:moveTo>
                    <a:pt x="1" y="1"/>
                  </a:moveTo>
                  <a:lnTo>
                    <a:pt x="1" y="1504"/>
                  </a:lnTo>
                  <a:lnTo>
                    <a:pt x="1" y="1605"/>
                  </a:lnTo>
                  <a:cubicBezTo>
                    <a:pt x="1" y="1855"/>
                    <a:pt x="1179" y="2031"/>
                    <a:pt x="2607" y="2031"/>
                  </a:cubicBezTo>
                  <a:cubicBezTo>
                    <a:pt x="4061" y="2031"/>
                    <a:pt x="5239" y="1855"/>
                    <a:pt x="5239" y="1605"/>
                  </a:cubicBezTo>
                  <a:lnTo>
                    <a:pt x="5239" y="1504"/>
                  </a:lnTo>
                  <a:lnTo>
                    <a:pt x="523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28"/>
            <p:cNvSpPr/>
            <p:nvPr/>
          </p:nvSpPr>
          <p:spPr>
            <a:xfrm>
              <a:off x="2088552" y="2798660"/>
              <a:ext cx="602092" cy="233408"/>
            </a:xfrm>
            <a:custGeom>
              <a:avLst/>
              <a:gdLst/>
              <a:ahLst/>
              <a:cxnLst/>
              <a:rect l="l" t="t" r="r" b="b"/>
              <a:pathLst>
                <a:path w="5239" h="2031" fill="none" extrusionOk="0">
                  <a:moveTo>
                    <a:pt x="5239" y="1504"/>
                  </a:moveTo>
                  <a:lnTo>
                    <a:pt x="5239" y="1605"/>
                  </a:lnTo>
                  <a:cubicBezTo>
                    <a:pt x="5239" y="1855"/>
                    <a:pt x="4061" y="2031"/>
                    <a:pt x="2607" y="2031"/>
                  </a:cubicBezTo>
                  <a:cubicBezTo>
                    <a:pt x="1179" y="2031"/>
                    <a:pt x="1" y="1855"/>
                    <a:pt x="1" y="1605"/>
                  </a:cubicBezTo>
                  <a:lnTo>
                    <a:pt x="1" y="1504"/>
                  </a:lnTo>
                  <a:lnTo>
                    <a:pt x="1" y="1"/>
                  </a:lnTo>
                  <a:lnTo>
                    <a:pt x="5239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28"/>
            <p:cNvSpPr/>
            <p:nvPr/>
          </p:nvSpPr>
          <p:spPr>
            <a:xfrm>
              <a:off x="2082806" y="2732463"/>
              <a:ext cx="610711" cy="129633"/>
            </a:xfrm>
            <a:custGeom>
              <a:avLst/>
              <a:gdLst/>
              <a:ahLst/>
              <a:cxnLst/>
              <a:rect l="l" t="t" r="r" b="b"/>
              <a:pathLst>
                <a:path w="5314" h="1128" extrusionOk="0">
                  <a:moveTo>
                    <a:pt x="2657" y="0"/>
                  </a:moveTo>
                  <a:cubicBezTo>
                    <a:pt x="1204" y="0"/>
                    <a:pt x="1" y="251"/>
                    <a:pt x="1" y="551"/>
                  </a:cubicBezTo>
                  <a:cubicBezTo>
                    <a:pt x="1" y="877"/>
                    <a:pt x="1204" y="1128"/>
                    <a:pt x="2657" y="1128"/>
                  </a:cubicBezTo>
                  <a:cubicBezTo>
                    <a:pt x="4136" y="1128"/>
                    <a:pt x="5314" y="877"/>
                    <a:pt x="5314" y="551"/>
                  </a:cubicBezTo>
                  <a:cubicBezTo>
                    <a:pt x="5314" y="251"/>
                    <a:pt x="4136" y="0"/>
                    <a:pt x="26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28"/>
            <p:cNvSpPr/>
            <p:nvPr/>
          </p:nvSpPr>
          <p:spPr>
            <a:xfrm>
              <a:off x="2082806" y="2732463"/>
              <a:ext cx="610711" cy="129633"/>
            </a:xfrm>
            <a:custGeom>
              <a:avLst/>
              <a:gdLst/>
              <a:ahLst/>
              <a:cxnLst/>
              <a:rect l="l" t="t" r="r" b="b"/>
              <a:pathLst>
                <a:path w="5314" h="1128" fill="none" extrusionOk="0">
                  <a:moveTo>
                    <a:pt x="5314" y="551"/>
                  </a:moveTo>
                  <a:cubicBezTo>
                    <a:pt x="5314" y="877"/>
                    <a:pt x="4136" y="1128"/>
                    <a:pt x="2657" y="1128"/>
                  </a:cubicBezTo>
                  <a:cubicBezTo>
                    <a:pt x="1204" y="1128"/>
                    <a:pt x="1" y="877"/>
                    <a:pt x="1" y="551"/>
                  </a:cubicBezTo>
                  <a:cubicBezTo>
                    <a:pt x="1" y="251"/>
                    <a:pt x="1204" y="0"/>
                    <a:pt x="2657" y="0"/>
                  </a:cubicBezTo>
                  <a:cubicBezTo>
                    <a:pt x="4136" y="0"/>
                    <a:pt x="5314" y="251"/>
                    <a:pt x="5314" y="55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28"/>
            <p:cNvSpPr/>
            <p:nvPr/>
          </p:nvSpPr>
          <p:spPr>
            <a:xfrm>
              <a:off x="2169229" y="2700744"/>
              <a:ext cx="414879" cy="161351"/>
            </a:xfrm>
            <a:custGeom>
              <a:avLst/>
              <a:gdLst/>
              <a:ahLst/>
              <a:cxnLst/>
              <a:rect l="l" t="t" r="r" b="b"/>
              <a:pathLst>
                <a:path w="3610" h="1404" extrusionOk="0">
                  <a:moveTo>
                    <a:pt x="0" y="0"/>
                  </a:moveTo>
                  <a:lnTo>
                    <a:pt x="0" y="1028"/>
                  </a:lnTo>
                  <a:lnTo>
                    <a:pt x="0" y="1103"/>
                  </a:lnTo>
                  <a:cubicBezTo>
                    <a:pt x="0" y="1279"/>
                    <a:pt x="802" y="1404"/>
                    <a:pt x="1805" y="1404"/>
                  </a:cubicBezTo>
                  <a:cubicBezTo>
                    <a:pt x="2807" y="1404"/>
                    <a:pt x="3609" y="1279"/>
                    <a:pt x="3609" y="1103"/>
                  </a:cubicBezTo>
                  <a:lnTo>
                    <a:pt x="3609" y="1028"/>
                  </a:lnTo>
                  <a:lnTo>
                    <a:pt x="360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28"/>
            <p:cNvSpPr/>
            <p:nvPr/>
          </p:nvSpPr>
          <p:spPr>
            <a:xfrm>
              <a:off x="2169229" y="2700744"/>
              <a:ext cx="414879" cy="161351"/>
            </a:xfrm>
            <a:custGeom>
              <a:avLst/>
              <a:gdLst/>
              <a:ahLst/>
              <a:cxnLst/>
              <a:rect l="l" t="t" r="r" b="b"/>
              <a:pathLst>
                <a:path w="3610" h="1404" fill="none" extrusionOk="0">
                  <a:moveTo>
                    <a:pt x="3609" y="1028"/>
                  </a:moveTo>
                  <a:lnTo>
                    <a:pt x="3609" y="1103"/>
                  </a:lnTo>
                  <a:cubicBezTo>
                    <a:pt x="3609" y="1279"/>
                    <a:pt x="2807" y="1404"/>
                    <a:pt x="1805" y="1404"/>
                  </a:cubicBezTo>
                  <a:cubicBezTo>
                    <a:pt x="802" y="1404"/>
                    <a:pt x="0" y="1279"/>
                    <a:pt x="0" y="1103"/>
                  </a:cubicBezTo>
                  <a:lnTo>
                    <a:pt x="0" y="1028"/>
                  </a:lnTo>
                  <a:lnTo>
                    <a:pt x="0" y="0"/>
                  </a:lnTo>
                  <a:lnTo>
                    <a:pt x="3609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28"/>
            <p:cNvSpPr/>
            <p:nvPr/>
          </p:nvSpPr>
          <p:spPr>
            <a:xfrm>
              <a:off x="2074187" y="2490433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extrusionOk="0">
                  <a:moveTo>
                    <a:pt x="0" y="1"/>
                  </a:moveTo>
                  <a:lnTo>
                    <a:pt x="0" y="1505"/>
                  </a:lnTo>
                  <a:lnTo>
                    <a:pt x="0" y="1605"/>
                  </a:lnTo>
                  <a:cubicBezTo>
                    <a:pt x="0" y="1855"/>
                    <a:pt x="1178" y="2056"/>
                    <a:pt x="2632" y="2056"/>
                  </a:cubicBezTo>
                  <a:cubicBezTo>
                    <a:pt x="4060" y="2056"/>
                    <a:pt x="5238" y="1855"/>
                    <a:pt x="5238" y="1605"/>
                  </a:cubicBezTo>
                  <a:lnTo>
                    <a:pt x="5238" y="1505"/>
                  </a:lnTo>
                  <a:lnTo>
                    <a:pt x="523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28"/>
            <p:cNvSpPr/>
            <p:nvPr/>
          </p:nvSpPr>
          <p:spPr>
            <a:xfrm>
              <a:off x="2074187" y="2490433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fill="none" extrusionOk="0">
                  <a:moveTo>
                    <a:pt x="5238" y="1505"/>
                  </a:moveTo>
                  <a:lnTo>
                    <a:pt x="5238" y="1605"/>
                  </a:lnTo>
                  <a:cubicBezTo>
                    <a:pt x="5238" y="1855"/>
                    <a:pt x="4060" y="2056"/>
                    <a:pt x="2632" y="2056"/>
                  </a:cubicBezTo>
                  <a:cubicBezTo>
                    <a:pt x="1178" y="2056"/>
                    <a:pt x="0" y="1855"/>
                    <a:pt x="0" y="1605"/>
                  </a:cubicBezTo>
                  <a:lnTo>
                    <a:pt x="0" y="1505"/>
                  </a:lnTo>
                  <a:lnTo>
                    <a:pt x="0" y="1"/>
                  </a:lnTo>
                  <a:lnTo>
                    <a:pt x="5238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28"/>
            <p:cNvSpPr/>
            <p:nvPr/>
          </p:nvSpPr>
          <p:spPr>
            <a:xfrm>
              <a:off x="2071313" y="2424236"/>
              <a:ext cx="610711" cy="124001"/>
            </a:xfrm>
            <a:custGeom>
              <a:avLst/>
              <a:gdLst/>
              <a:ahLst/>
              <a:cxnLst/>
              <a:rect l="l" t="t" r="r" b="b"/>
              <a:pathLst>
                <a:path w="5314" h="1079" extrusionOk="0">
                  <a:moveTo>
                    <a:pt x="2657" y="0"/>
                  </a:moveTo>
                  <a:cubicBezTo>
                    <a:pt x="1178" y="0"/>
                    <a:pt x="0" y="251"/>
                    <a:pt x="0" y="552"/>
                  </a:cubicBezTo>
                  <a:cubicBezTo>
                    <a:pt x="0" y="853"/>
                    <a:pt x="1178" y="1078"/>
                    <a:pt x="2657" y="1078"/>
                  </a:cubicBezTo>
                  <a:cubicBezTo>
                    <a:pt x="4111" y="1078"/>
                    <a:pt x="5314" y="853"/>
                    <a:pt x="5314" y="552"/>
                  </a:cubicBezTo>
                  <a:cubicBezTo>
                    <a:pt x="5314" y="251"/>
                    <a:pt x="4111" y="0"/>
                    <a:pt x="265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28"/>
            <p:cNvSpPr/>
            <p:nvPr/>
          </p:nvSpPr>
          <p:spPr>
            <a:xfrm>
              <a:off x="2247033" y="2490433"/>
              <a:ext cx="259271" cy="43326"/>
            </a:xfrm>
            <a:custGeom>
              <a:avLst/>
              <a:gdLst/>
              <a:ahLst/>
              <a:cxnLst/>
              <a:rect l="l" t="t" r="r" b="b"/>
              <a:pathLst>
                <a:path w="2256" h="377" extrusionOk="0">
                  <a:moveTo>
                    <a:pt x="1128" y="1"/>
                  </a:moveTo>
                  <a:cubicBezTo>
                    <a:pt x="501" y="1"/>
                    <a:pt x="0" y="76"/>
                    <a:pt x="0" y="176"/>
                  </a:cubicBezTo>
                  <a:cubicBezTo>
                    <a:pt x="0" y="302"/>
                    <a:pt x="501" y="377"/>
                    <a:pt x="1128" y="377"/>
                  </a:cubicBezTo>
                  <a:cubicBezTo>
                    <a:pt x="1754" y="377"/>
                    <a:pt x="2256" y="302"/>
                    <a:pt x="2256" y="176"/>
                  </a:cubicBezTo>
                  <a:cubicBezTo>
                    <a:pt x="2256" y="76"/>
                    <a:pt x="1754" y="1"/>
                    <a:pt x="1128" y="1"/>
                  </a:cubicBezTo>
                  <a:close/>
                </a:path>
              </a:pathLst>
            </a:custGeom>
            <a:solidFill>
              <a:srgbClr val="00A7F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28"/>
            <p:cNvSpPr/>
            <p:nvPr/>
          </p:nvSpPr>
          <p:spPr>
            <a:xfrm>
              <a:off x="2071313" y="2424236"/>
              <a:ext cx="610711" cy="124001"/>
            </a:xfrm>
            <a:custGeom>
              <a:avLst/>
              <a:gdLst/>
              <a:ahLst/>
              <a:cxnLst/>
              <a:rect l="l" t="t" r="r" b="b"/>
              <a:pathLst>
                <a:path w="5314" h="1079" fill="none" extrusionOk="0">
                  <a:moveTo>
                    <a:pt x="5314" y="552"/>
                  </a:moveTo>
                  <a:cubicBezTo>
                    <a:pt x="5314" y="853"/>
                    <a:pt x="4111" y="1078"/>
                    <a:pt x="2657" y="1078"/>
                  </a:cubicBezTo>
                  <a:cubicBezTo>
                    <a:pt x="1178" y="1078"/>
                    <a:pt x="0" y="853"/>
                    <a:pt x="0" y="552"/>
                  </a:cubicBezTo>
                  <a:cubicBezTo>
                    <a:pt x="0" y="251"/>
                    <a:pt x="1178" y="0"/>
                    <a:pt x="2657" y="0"/>
                  </a:cubicBezTo>
                  <a:cubicBezTo>
                    <a:pt x="4111" y="0"/>
                    <a:pt x="5314" y="251"/>
                    <a:pt x="5314" y="552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28"/>
            <p:cNvSpPr/>
            <p:nvPr/>
          </p:nvSpPr>
          <p:spPr>
            <a:xfrm>
              <a:off x="2169229" y="2392517"/>
              <a:ext cx="414879" cy="161466"/>
            </a:xfrm>
            <a:custGeom>
              <a:avLst/>
              <a:gdLst/>
              <a:ahLst/>
              <a:cxnLst/>
              <a:rect l="l" t="t" r="r" b="b"/>
              <a:pathLst>
                <a:path w="3610" h="1405" extrusionOk="0">
                  <a:moveTo>
                    <a:pt x="0" y="1"/>
                  </a:moveTo>
                  <a:lnTo>
                    <a:pt x="0" y="1028"/>
                  </a:lnTo>
                  <a:lnTo>
                    <a:pt x="0" y="1103"/>
                  </a:lnTo>
                  <a:cubicBezTo>
                    <a:pt x="0" y="1279"/>
                    <a:pt x="802" y="1404"/>
                    <a:pt x="1805" y="1404"/>
                  </a:cubicBezTo>
                  <a:cubicBezTo>
                    <a:pt x="2807" y="1404"/>
                    <a:pt x="3609" y="1279"/>
                    <a:pt x="3609" y="1103"/>
                  </a:cubicBezTo>
                  <a:lnTo>
                    <a:pt x="3609" y="1028"/>
                  </a:lnTo>
                  <a:lnTo>
                    <a:pt x="36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28"/>
            <p:cNvSpPr/>
            <p:nvPr/>
          </p:nvSpPr>
          <p:spPr>
            <a:xfrm>
              <a:off x="2169229" y="2392517"/>
              <a:ext cx="414879" cy="161466"/>
            </a:xfrm>
            <a:custGeom>
              <a:avLst/>
              <a:gdLst/>
              <a:ahLst/>
              <a:cxnLst/>
              <a:rect l="l" t="t" r="r" b="b"/>
              <a:pathLst>
                <a:path w="3610" h="1405" fill="none" extrusionOk="0">
                  <a:moveTo>
                    <a:pt x="3609" y="1028"/>
                  </a:moveTo>
                  <a:lnTo>
                    <a:pt x="3609" y="1103"/>
                  </a:lnTo>
                  <a:cubicBezTo>
                    <a:pt x="3609" y="1279"/>
                    <a:pt x="2807" y="1404"/>
                    <a:pt x="1805" y="1404"/>
                  </a:cubicBezTo>
                  <a:cubicBezTo>
                    <a:pt x="802" y="1404"/>
                    <a:pt x="0" y="1279"/>
                    <a:pt x="0" y="1103"/>
                  </a:cubicBezTo>
                  <a:lnTo>
                    <a:pt x="0" y="1028"/>
                  </a:lnTo>
                  <a:lnTo>
                    <a:pt x="0" y="1"/>
                  </a:lnTo>
                  <a:lnTo>
                    <a:pt x="3609" y="1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28"/>
            <p:cNvSpPr/>
            <p:nvPr/>
          </p:nvSpPr>
          <p:spPr>
            <a:xfrm>
              <a:off x="2074187" y="2182320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extrusionOk="0">
                  <a:moveTo>
                    <a:pt x="0" y="0"/>
                  </a:moveTo>
                  <a:lnTo>
                    <a:pt x="0" y="1504"/>
                  </a:lnTo>
                  <a:lnTo>
                    <a:pt x="0" y="1604"/>
                  </a:lnTo>
                  <a:cubicBezTo>
                    <a:pt x="0" y="1855"/>
                    <a:pt x="1178" y="2055"/>
                    <a:pt x="2632" y="2055"/>
                  </a:cubicBezTo>
                  <a:cubicBezTo>
                    <a:pt x="4060" y="2055"/>
                    <a:pt x="5238" y="1855"/>
                    <a:pt x="5238" y="1604"/>
                  </a:cubicBezTo>
                  <a:lnTo>
                    <a:pt x="5238" y="1504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28"/>
            <p:cNvSpPr/>
            <p:nvPr/>
          </p:nvSpPr>
          <p:spPr>
            <a:xfrm>
              <a:off x="2074187" y="2182320"/>
              <a:ext cx="602092" cy="236281"/>
            </a:xfrm>
            <a:custGeom>
              <a:avLst/>
              <a:gdLst/>
              <a:ahLst/>
              <a:cxnLst/>
              <a:rect l="l" t="t" r="r" b="b"/>
              <a:pathLst>
                <a:path w="5239" h="2056" fill="none" extrusionOk="0">
                  <a:moveTo>
                    <a:pt x="5238" y="1504"/>
                  </a:moveTo>
                  <a:lnTo>
                    <a:pt x="5238" y="1604"/>
                  </a:lnTo>
                  <a:cubicBezTo>
                    <a:pt x="5238" y="1855"/>
                    <a:pt x="4060" y="2055"/>
                    <a:pt x="2632" y="2055"/>
                  </a:cubicBezTo>
                  <a:cubicBezTo>
                    <a:pt x="1178" y="2055"/>
                    <a:pt x="0" y="1855"/>
                    <a:pt x="0" y="1604"/>
                  </a:cubicBezTo>
                  <a:lnTo>
                    <a:pt x="0" y="1504"/>
                  </a:lnTo>
                  <a:lnTo>
                    <a:pt x="0" y="0"/>
                  </a:lnTo>
                  <a:lnTo>
                    <a:pt x="5238" y="0"/>
                  </a:ln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28"/>
            <p:cNvSpPr/>
            <p:nvPr/>
          </p:nvSpPr>
          <p:spPr>
            <a:xfrm>
              <a:off x="2071313" y="2116009"/>
              <a:ext cx="610711" cy="121128"/>
            </a:xfrm>
            <a:custGeom>
              <a:avLst/>
              <a:gdLst/>
              <a:ahLst/>
              <a:cxnLst/>
              <a:rect l="l" t="t" r="r" b="b"/>
              <a:pathLst>
                <a:path w="5314" h="1054" extrusionOk="0">
                  <a:moveTo>
                    <a:pt x="2657" y="1"/>
                  </a:moveTo>
                  <a:cubicBezTo>
                    <a:pt x="1178" y="1"/>
                    <a:pt x="0" y="226"/>
                    <a:pt x="0" y="527"/>
                  </a:cubicBezTo>
                  <a:cubicBezTo>
                    <a:pt x="0" y="803"/>
                    <a:pt x="1178" y="1053"/>
                    <a:pt x="2657" y="1053"/>
                  </a:cubicBezTo>
                  <a:cubicBezTo>
                    <a:pt x="4111" y="1053"/>
                    <a:pt x="5314" y="803"/>
                    <a:pt x="5314" y="527"/>
                  </a:cubicBezTo>
                  <a:cubicBezTo>
                    <a:pt x="5314" y="226"/>
                    <a:pt x="4111" y="1"/>
                    <a:pt x="265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28"/>
            <p:cNvSpPr/>
            <p:nvPr/>
          </p:nvSpPr>
          <p:spPr>
            <a:xfrm>
              <a:off x="2071313" y="2116009"/>
              <a:ext cx="610711" cy="121128"/>
            </a:xfrm>
            <a:custGeom>
              <a:avLst/>
              <a:gdLst/>
              <a:ahLst/>
              <a:cxnLst/>
              <a:rect l="l" t="t" r="r" b="b"/>
              <a:pathLst>
                <a:path w="5314" h="1054" fill="none" extrusionOk="0">
                  <a:moveTo>
                    <a:pt x="5314" y="527"/>
                  </a:moveTo>
                  <a:cubicBezTo>
                    <a:pt x="5314" y="803"/>
                    <a:pt x="4111" y="1053"/>
                    <a:pt x="2657" y="1053"/>
                  </a:cubicBezTo>
                  <a:cubicBezTo>
                    <a:pt x="1178" y="1053"/>
                    <a:pt x="0" y="803"/>
                    <a:pt x="0" y="527"/>
                  </a:cubicBezTo>
                  <a:cubicBezTo>
                    <a:pt x="0" y="226"/>
                    <a:pt x="1178" y="1"/>
                    <a:pt x="2657" y="1"/>
                  </a:cubicBezTo>
                  <a:cubicBezTo>
                    <a:pt x="4111" y="1"/>
                    <a:pt x="5314" y="226"/>
                    <a:pt x="5314" y="52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28"/>
            <p:cNvSpPr/>
            <p:nvPr/>
          </p:nvSpPr>
          <p:spPr>
            <a:xfrm>
              <a:off x="2247033" y="2162094"/>
              <a:ext cx="259271" cy="43326"/>
            </a:xfrm>
            <a:custGeom>
              <a:avLst/>
              <a:gdLst/>
              <a:ahLst/>
              <a:cxnLst/>
              <a:rect l="l" t="t" r="r" b="b"/>
              <a:pathLst>
                <a:path w="2256" h="377" extrusionOk="0">
                  <a:moveTo>
                    <a:pt x="1128" y="1"/>
                  </a:moveTo>
                  <a:cubicBezTo>
                    <a:pt x="501" y="1"/>
                    <a:pt x="0" y="76"/>
                    <a:pt x="0" y="176"/>
                  </a:cubicBezTo>
                  <a:cubicBezTo>
                    <a:pt x="0" y="301"/>
                    <a:pt x="501" y="377"/>
                    <a:pt x="1128" y="377"/>
                  </a:cubicBezTo>
                  <a:cubicBezTo>
                    <a:pt x="1754" y="377"/>
                    <a:pt x="2256" y="301"/>
                    <a:pt x="2256" y="176"/>
                  </a:cubicBezTo>
                  <a:cubicBezTo>
                    <a:pt x="2256" y="76"/>
                    <a:pt x="1754" y="1"/>
                    <a:pt x="11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93724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" name="Google Shape;2037;p30"/>
          <p:cNvSpPr txBox="1">
            <a:spLocks noGrp="1"/>
          </p:cNvSpPr>
          <p:nvPr>
            <p:ph type="title"/>
          </p:nvPr>
        </p:nvSpPr>
        <p:spPr>
          <a:xfrm>
            <a:off x="720000" y="1137337"/>
            <a:ext cx="3509700" cy="63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Principe</a:t>
            </a:r>
            <a:endParaRPr dirty="0"/>
          </a:p>
        </p:txBody>
      </p:sp>
      <p:sp>
        <p:nvSpPr>
          <p:cNvPr id="2038" name="Google Shape;2038;p30"/>
          <p:cNvSpPr txBox="1">
            <a:spLocks noGrp="1"/>
          </p:cNvSpPr>
          <p:nvPr>
            <p:ph type="subTitle" idx="1"/>
          </p:nvPr>
        </p:nvSpPr>
        <p:spPr>
          <a:xfrm>
            <a:off x="720000" y="1770336"/>
            <a:ext cx="3509700" cy="264868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Explore les sommets possibles (à partir d'une racine donnée) sur chaque branche avant de revenir en arrière.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À chaque visite d'un nœud 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dirty="0"/>
              <a:t>Marquer le sommet actuel comme étant visité.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fr-FR" dirty="0"/>
              <a:t>Explorer chaque sommet adjacent qui n'est pas inclus dans l'ensemble visité.</a:t>
            </a:r>
            <a:endParaRPr dirty="0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52442A6A-B3F4-4495-A231-E739D7BFD76D}"/>
              </a:ext>
            </a:extLst>
          </p:cNvPr>
          <p:cNvSpPr/>
          <p:nvPr/>
        </p:nvSpPr>
        <p:spPr>
          <a:xfrm>
            <a:off x="6378172" y="1137337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A</a:t>
            </a:r>
            <a:endParaRPr lang="fr-FR" sz="1300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1F1940C-06AD-4B2E-A918-10FE23FC20B9}"/>
              </a:ext>
            </a:extLst>
          </p:cNvPr>
          <p:cNvSpPr/>
          <p:nvPr/>
        </p:nvSpPr>
        <p:spPr>
          <a:xfrm>
            <a:off x="6386499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C</a:t>
            </a:r>
            <a:endParaRPr lang="fr-FR" sz="1300" dirty="0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88012DBA-371E-4285-8C6F-5DA9B3E39D19}"/>
              </a:ext>
            </a:extLst>
          </p:cNvPr>
          <p:cNvSpPr/>
          <p:nvPr/>
        </p:nvSpPr>
        <p:spPr>
          <a:xfrm>
            <a:off x="7803564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D</a:t>
            </a:r>
            <a:endParaRPr lang="fr-FR" sz="1300" dirty="0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80E53EAE-C845-4BE3-8484-5D319F993959}"/>
              </a:ext>
            </a:extLst>
          </p:cNvPr>
          <p:cNvSpPr/>
          <p:nvPr/>
        </p:nvSpPr>
        <p:spPr>
          <a:xfrm>
            <a:off x="5212185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B</a:t>
            </a:r>
            <a:endParaRPr lang="fr-FR" sz="1300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9C93457E-58CA-481C-BC6F-A1AAF8102F3A}"/>
              </a:ext>
            </a:extLst>
          </p:cNvPr>
          <p:cNvSpPr/>
          <p:nvPr/>
        </p:nvSpPr>
        <p:spPr>
          <a:xfrm>
            <a:off x="7803564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G</a:t>
            </a:r>
            <a:endParaRPr lang="fr-FR" sz="1300" dirty="0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72B30BCA-756A-43EC-AB27-7840CE4C8113}"/>
              </a:ext>
            </a:extLst>
          </p:cNvPr>
          <p:cNvSpPr/>
          <p:nvPr/>
        </p:nvSpPr>
        <p:spPr>
          <a:xfrm>
            <a:off x="5212185" y="2875869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E</a:t>
            </a:r>
            <a:endParaRPr lang="fr-FR" sz="1300" dirty="0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B4B0646A-FE40-4C2E-BF99-148EF5849704}"/>
              </a:ext>
            </a:extLst>
          </p:cNvPr>
          <p:cNvSpPr/>
          <p:nvPr/>
        </p:nvSpPr>
        <p:spPr>
          <a:xfrm>
            <a:off x="4572000" y="3616960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I</a:t>
            </a:r>
            <a:endParaRPr lang="fr-FR" sz="1300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2E68FE24-7544-496E-A90F-2DA155747C46}"/>
              </a:ext>
            </a:extLst>
          </p:cNvPr>
          <p:cNvSpPr/>
          <p:nvPr/>
        </p:nvSpPr>
        <p:spPr>
          <a:xfrm>
            <a:off x="5221714" y="361600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J</a:t>
            </a:r>
            <a:endParaRPr lang="fr-FR" sz="1300" dirty="0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8D983AED-C317-43A3-B2EB-9C4D0EF123C6}"/>
              </a:ext>
            </a:extLst>
          </p:cNvPr>
          <p:cNvSpPr/>
          <p:nvPr/>
        </p:nvSpPr>
        <p:spPr>
          <a:xfrm>
            <a:off x="5871429" y="361600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K</a:t>
            </a:r>
            <a:endParaRPr lang="fr-FR" sz="1300" dirty="0"/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F035711E-0086-4121-A8A7-387DD212D9B5}"/>
              </a:ext>
            </a:extLst>
          </p:cNvPr>
          <p:cNvSpPr/>
          <p:nvPr/>
        </p:nvSpPr>
        <p:spPr>
          <a:xfrm>
            <a:off x="6973693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F</a:t>
            </a:r>
            <a:endParaRPr lang="fr-FR" sz="1300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52C1A500-613D-4C33-9D3D-36D0E3796977}"/>
              </a:ext>
            </a:extLst>
          </p:cNvPr>
          <p:cNvSpPr/>
          <p:nvPr/>
        </p:nvSpPr>
        <p:spPr>
          <a:xfrm>
            <a:off x="8633436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H</a:t>
            </a:r>
            <a:endParaRPr lang="fr-FR" sz="13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2EC873-7D3B-44C0-821E-610C0EF8B2EE}"/>
              </a:ext>
            </a:extLst>
          </p:cNvPr>
          <p:cNvCxnSpPr>
            <a:stCxn id="5" idx="3"/>
            <a:endCxn id="8" idx="7"/>
          </p:cNvCxnSpPr>
          <p:nvPr/>
        </p:nvCxnSpPr>
        <p:spPr>
          <a:xfrm flipH="1">
            <a:off x="5476369" y="1401521"/>
            <a:ext cx="947130" cy="7795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FADC67-5E7B-4E9D-97B5-E0E385F43AEC}"/>
              </a:ext>
            </a:extLst>
          </p:cNvPr>
          <p:cNvCxnSpPr>
            <a:stCxn id="5" idx="4"/>
            <a:endCxn id="6" idx="0"/>
          </p:cNvCxnSpPr>
          <p:nvPr/>
        </p:nvCxnSpPr>
        <p:spPr>
          <a:xfrm>
            <a:off x="6532927" y="1446847"/>
            <a:ext cx="8327" cy="6888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93207A-A719-4D94-BFD3-C8AF33BB70DD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6642356" y="1401521"/>
            <a:ext cx="1206535" cy="7795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C63830-30F9-4F98-9FE8-460F60DD693D}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5366940" y="2445242"/>
            <a:ext cx="0" cy="430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7F105EE-EC48-4E48-972B-DF6A5A889B83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 flipH="1">
            <a:off x="4726755" y="3140052"/>
            <a:ext cx="530756" cy="4769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843FA0-1D35-43B7-B638-0A11ADF13128}"/>
              </a:ext>
            </a:extLst>
          </p:cNvPr>
          <p:cNvCxnSpPr>
            <a:stCxn id="10" idx="4"/>
            <a:endCxn id="12" idx="0"/>
          </p:cNvCxnSpPr>
          <p:nvPr/>
        </p:nvCxnSpPr>
        <p:spPr>
          <a:xfrm>
            <a:off x="5366940" y="3185379"/>
            <a:ext cx="9530" cy="430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D10D4E2-565D-49F2-A04F-FCFA3986B75F}"/>
              </a:ext>
            </a:extLst>
          </p:cNvPr>
          <p:cNvCxnSpPr>
            <a:stCxn id="10" idx="5"/>
            <a:endCxn id="13" idx="0"/>
          </p:cNvCxnSpPr>
          <p:nvPr/>
        </p:nvCxnSpPr>
        <p:spPr>
          <a:xfrm>
            <a:off x="5476369" y="3140052"/>
            <a:ext cx="549815" cy="4759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A9C465-87EB-4804-8205-9A90D4CDAA2E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7128448" y="2399915"/>
            <a:ext cx="720443" cy="7366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21A992F-91F6-45BB-97F3-68A93F301316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7958319" y="2445242"/>
            <a:ext cx="0" cy="6912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792FEC8-0678-4F56-AFFC-D912442A3A51}"/>
              </a:ext>
            </a:extLst>
          </p:cNvPr>
          <p:cNvCxnSpPr>
            <a:stCxn id="7" idx="5"/>
            <a:endCxn id="15" idx="0"/>
          </p:cNvCxnSpPr>
          <p:nvPr/>
        </p:nvCxnSpPr>
        <p:spPr>
          <a:xfrm>
            <a:off x="8067748" y="2399915"/>
            <a:ext cx="720443" cy="7366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04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000"/>
                            </p:stCondLst>
                            <p:childTnLst>
                              <p:par>
                                <p:cTn id="5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000"/>
                            </p:stCondLst>
                            <p:childTnLst>
                              <p:par>
                                <p:cTn id="56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8000"/>
                            </p:stCondLst>
                            <p:childTnLst>
                              <p:par>
                                <p:cTn id="6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6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000"/>
                            </p:stCondLst>
                            <p:childTnLst>
                              <p:par>
                                <p:cTn id="66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6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0"/>
                            </p:stCondLst>
                            <p:childTnLst>
                              <p:par>
                                <p:cTn id="7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1000"/>
                            </p:stCondLst>
                            <p:childTnLst>
                              <p:par>
                                <p:cTn id="76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8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8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2000"/>
                            </p:stCondLst>
                            <p:childTnLst>
                              <p:par>
                                <p:cTn id="8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3000"/>
                            </p:stCondLst>
                            <p:childTnLst>
                              <p:par>
                                <p:cTn id="9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4000"/>
                            </p:stCondLst>
                            <p:childTnLst>
                              <p:par>
                                <p:cTn id="9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0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" name="Google Shape;2037;p30"/>
          <p:cNvSpPr txBox="1">
            <a:spLocks noGrp="1"/>
          </p:cNvSpPr>
          <p:nvPr>
            <p:ph type="title"/>
          </p:nvPr>
        </p:nvSpPr>
        <p:spPr>
          <a:xfrm>
            <a:off x="720000" y="1137337"/>
            <a:ext cx="3509700" cy="63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Recherche un chemin</a:t>
            </a:r>
            <a:endParaRPr dirty="0"/>
          </a:p>
        </p:txBody>
      </p:sp>
      <p:sp>
        <p:nvSpPr>
          <p:cNvPr id="2038" name="Google Shape;2038;p30"/>
          <p:cNvSpPr txBox="1">
            <a:spLocks noGrp="1"/>
          </p:cNvSpPr>
          <p:nvPr>
            <p:ph type="subTitle" idx="1"/>
          </p:nvPr>
        </p:nvSpPr>
        <p:spPr>
          <a:xfrm>
            <a:off x="720000" y="1770336"/>
            <a:ext cx="3509700" cy="674905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Dans cette exemple on va rechercher un chemin entre les sommet A et H</a:t>
            </a:r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52442A6A-B3F4-4495-A231-E739D7BFD76D}"/>
              </a:ext>
            </a:extLst>
          </p:cNvPr>
          <p:cNvSpPr/>
          <p:nvPr/>
        </p:nvSpPr>
        <p:spPr>
          <a:xfrm>
            <a:off x="6378172" y="1137337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A</a:t>
            </a:r>
            <a:endParaRPr lang="fr-FR" sz="1300" dirty="0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1F1940C-06AD-4B2E-A918-10FE23FC20B9}"/>
              </a:ext>
            </a:extLst>
          </p:cNvPr>
          <p:cNvSpPr/>
          <p:nvPr/>
        </p:nvSpPr>
        <p:spPr>
          <a:xfrm>
            <a:off x="6386499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C</a:t>
            </a:r>
            <a:endParaRPr lang="fr-FR" sz="1300" dirty="0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88012DBA-371E-4285-8C6F-5DA9B3E39D19}"/>
              </a:ext>
            </a:extLst>
          </p:cNvPr>
          <p:cNvSpPr/>
          <p:nvPr/>
        </p:nvSpPr>
        <p:spPr>
          <a:xfrm>
            <a:off x="7803564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D</a:t>
            </a:r>
            <a:endParaRPr lang="fr-FR" sz="1300" dirty="0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80E53EAE-C845-4BE3-8484-5D319F993959}"/>
              </a:ext>
            </a:extLst>
          </p:cNvPr>
          <p:cNvSpPr/>
          <p:nvPr/>
        </p:nvSpPr>
        <p:spPr>
          <a:xfrm>
            <a:off x="5212185" y="213573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B</a:t>
            </a:r>
            <a:endParaRPr lang="fr-FR" sz="1300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9C93457E-58CA-481C-BC6F-A1AAF8102F3A}"/>
              </a:ext>
            </a:extLst>
          </p:cNvPr>
          <p:cNvSpPr/>
          <p:nvPr/>
        </p:nvSpPr>
        <p:spPr>
          <a:xfrm>
            <a:off x="7803564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G</a:t>
            </a:r>
            <a:endParaRPr lang="fr-FR" sz="1300" dirty="0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72B30BCA-756A-43EC-AB27-7840CE4C8113}"/>
              </a:ext>
            </a:extLst>
          </p:cNvPr>
          <p:cNvSpPr/>
          <p:nvPr/>
        </p:nvSpPr>
        <p:spPr>
          <a:xfrm>
            <a:off x="5212185" y="2875869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E</a:t>
            </a:r>
            <a:endParaRPr lang="fr-FR" sz="1300" dirty="0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B4B0646A-FE40-4C2E-BF99-148EF5849704}"/>
              </a:ext>
            </a:extLst>
          </p:cNvPr>
          <p:cNvSpPr/>
          <p:nvPr/>
        </p:nvSpPr>
        <p:spPr>
          <a:xfrm>
            <a:off x="4572000" y="3616960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I</a:t>
            </a:r>
            <a:endParaRPr lang="fr-FR" sz="1300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2E68FE24-7544-496E-A90F-2DA155747C46}"/>
              </a:ext>
            </a:extLst>
          </p:cNvPr>
          <p:cNvSpPr/>
          <p:nvPr/>
        </p:nvSpPr>
        <p:spPr>
          <a:xfrm>
            <a:off x="5221714" y="361600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J</a:t>
            </a:r>
            <a:endParaRPr lang="fr-FR" sz="1300" dirty="0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8D983AED-C317-43A3-B2EB-9C4D0EF123C6}"/>
              </a:ext>
            </a:extLst>
          </p:cNvPr>
          <p:cNvSpPr/>
          <p:nvPr/>
        </p:nvSpPr>
        <p:spPr>
          <a:xfrm>
            <a:off x="5871429" y="361600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K</a:t>
            </a:r>
            <a:endParaRPr lang="fr-FR" sz="1300" dirty="0"/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F035711E-0086-4121-A8A7-387DD212D9B5}"/>
              </a:ext>
            </a:extLst>
          </p:cNvPr>
          <p:cNvSpPr/>
          <p:nvPr/>
        </p:nvSpPr>
        <p:spPr>
          <a:xfrm>
            <a:off x="6973693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F</a:t>
            </a:r>
            <a:endParaRPr lang="fr-FR" sz="1300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52C1A500-613D-4C33-9D3D-36D0E3796977}"/>
              </a:ext>
            </a:extLst>
          </p:cNvPr>
          <p:cNvSpPr/>
          <p:nvPr/>
        </p:nvSpPr>
        <p:spPr>
          <a:xfrm>
            <a:off x="8633436" y="3136521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H</a:t>
            </a:r>
            <a:endParaRPr lang="fr-FR" sz="13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2EC873-7D3B-44C0-821E-610C0EF8B2EE}"/>
              </a:ext>
            </a:extLst>
          </p:cNvPr>
          <p:cNvCxnSpPr>
            <a:cxnSpLocks/>
            <a:stCxn id="5" idx="3"/>
            <a:endCxn id="8" idx="7"/>
          </p:cNvCxnSpPr>
          <p:nvPr/>
        </p:nvCxnSpPr>
        <p:spPr>
          <a:xfrm flipH="1">
            <a:off x="5476369" y="1401521"/>
            <a:ext cx="947130" cy="7795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FADC67-5E7B-4E9D-97B5-E0E385F43AEC}"/>
              </a:ext>
            </a:extLst>
          </p:cNvPr>
          <p:cNvCxnSpPr>
            <a:stCxn id="5" idx="4"/>
            <a:endCxn id="6" idx="0"/>
          </p:cNvCxnSpPr>
          <p:nvPr/>
        </p:nvCxnSpPr>
        <p:spPr>
          <a:xfrm>
            <a:off x="6532927" y="1446847"/>
            <a:ext cx="8327" cy="6888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93207A-A719-4D94-BFD3-C8AF33BB70DD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6642356" y="1401521"/>
            <a:ext cx="1206535" cy="7795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C63830-30F9-4F98-9FE8-460F60DD693D}"/>
              </a:ext>
            </a:extLst>
          </p:cNvPr>
          <p:cNvCxnSpPr>
            <a:stCxn id="8" idx="4"/>
            <a:endCxn id="10" idx="0"/>
          </p:cNvCxnSpPr>
          <p:nvPr/>
        </p:nvCxnSpPr>
        <p:spPr>
          <a:xfrm>
            <a:off x="5366940" y="2445242"/>
            <a:ext cx="0" cy="430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7F105EE-EC48-4E48-972B-DF6A5A889B83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 flipH="1">
            <a:off x="4726755" y="3140052"/>
            <a:ext cx="530756" cy="4769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843FA0-1D35-43B7-B638-0A11ADF13128}"/>
              </a:ext>
            </a:extLst>
          </p:cNvPr>
          <p:cNvCxnSpPr>
            <a:stCxn id="10" idx="4"/>
            <a:endCxn id="12" idx="0"/>
          </p:cNvCxnSpPr>
          <p:nvPr/>
        </p:nvCxnSpPr>
        <p:spPr>
          <a:xfrm>
            <a:off x="5366940" y="3185379"/>
            <a:ext cx="9530" cy="430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D10D4E2-565D-49F2-A04F-FCFA3986B75F}"/>
              </a:ext>
            </a:extLst>
          </p:cNvPr>
          <p:cNvCxnSpPr>
            <a:stCxn id="10" idx="5"/>
            <a:endCxn id="13" idx="0"/>
          </p:cNvCxnSpPr>
          <p:nvPr/>
        </p:nvCxnSpPr>
        <p:spPr>
          <a:xfrm>
            <a:off x="5476369" y="3140052"/>
            <a:ext cx="549815" cy="4759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A9C465-87EB-4804-8205-9A90D4CDAA2E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7128448" y="2399915"/>
            <a:ext cx="720443" cy="7366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21A992F-91F6-45BB-97F3-68A93F301316}"/>
              </a:ext>
            </a:extLst>
          </p:cNvPr>
          <p:cNvCxnSpPr>
            <a:stCxn id="7" idx="4"/>
            <a:endCxn id="9" idx="0"/>
          </p:cNvCxnSpPr>
          <p:nvPr/>
        </p:nvCxnSpPr>
        <p:spPr>
          <a:xfrm>
            <a:off x="7958319" y="2445242"/>
            <a:ext cx="0" cy="6912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792FEC8-0678-4F56-AFFC-D912442A3A51}"/>
              </a:ext>
            </a:extLst>
          </p:cNvPr>
          <p:cNvCxnSpPr>
            <a:stCxn id="7" idx="5"/>
            <a:endCxn id="15" idx="0"/>
          </p:cNvCxnSpPr>
          <p:nvPr/>
        </p:nvCxnSpPr>
        <p:spPr>
          <a:xfrm>
            <a:off x="8067748" y="2399915"/>
            <a:ext cx="720443" cy="7366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1EC1A40-A231-40B6-B718-84FF0C4BF8AB}"/>
              </a:ext>
            </a:extLst>
          </p:cNvPr>
          <p:cNvSpPr txBox="1"/>
          <p:nvPr/>
        </p:nvSpPr>
        <p:spPr>
          <a:xfrm>
            <a:off x="589138" y="2875869"/>
            <a:ext cx="883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sym typeface="Roboto"/>
              </a:rPr>
              <a:t>Chemin</a:t>
            </a:r>
            <a:endParaRPr lang="fr-FR" sz="1600" dirty="0">
              <a:solidFill>
                <a:schemeClr val="dk1"/>
              </a:solidFill>
              <a:latin typeface="Roboto"/>
              <a:ea typeface="Roboto"/>
              <a:sym typeface="Roboto"/>
            </a:endParaRP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A2A2A786-1182-4682-9F54-4C8A772FFBCF}"/>
              </a:ext>
            </a:extLst>
          </p:cNvPr>
          <p:cNvSpPr/>
          <p:nvPr/>
        </p:nvSpPr>
        <p:spPr>
          <a:xfrm>
            <a:off x="629788" y="349029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A</a:t>
            </a:r>
            <a:endParaRPr lang="fr-FR" sz="1300" dirty="0"/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6EDA47ED-0F5C-488D-98DD-B66DC0727B2A}"/>
              </a:ext>
            </a:extLst>
          </p:cNvPr>
          <p:cNvSpPr/>
          <p:nvPr/>
        </p:nvSpPr>
        <p:spPr>
          <a:xfrm>
            <a:off x="629788" y="393957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C</a:t>
            </a:r>
            <a:endParaRPr lang="fr-FR" sz="1300" dirty="0"/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94FA16E0-2B7B-4538-A03B-017960F442DD}"/>
              </a:ext>
            </a:extLst>
          </p:cNvPr>
          <p:cNvSpPr/>
          <p:nvPr/>
        </p:nvSpPr>
        <p:spPr>
          <a:xfrm>
            <a:off x="1112769" y="3936956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D</a:t>
            </a:r>
            <a:endParaRPr lang="fr-FR" sz="1300" dirty="0"/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3E408862-E631-4085-8EF0-617F54DCB1E5}"/>
              </a:ext>
            </a:extLst>
          </p:cNvPr>
          <p:cNvSpPr/>
          <p:nvPr/>
        </p:nvSpPr>
        <p:spPr>
          <a:xfrm>
            <a:off x="1058396" y="349831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B</a:t>
            </a:r>
            <a:endParaRPr lang="fr-FR" sz="1300" dirty="0"/>
          </a:p>
        </p:txBody>
      </p:sp>
      <p:sp>
        <p:nvSpPr>
          <p:cNvPr id="43" name="Flowchart: Connector 42">
            <a:extLst>
              <a:ext uri="{FF2B5EF4-FFF2-40B4-BE49-F238E27FC236}">
                <a16:creationId xmlns:a16="http://schemas.microsoft.com/office/drawing/2014/main" id="{7D741D20-1D71-4BF4-8003-420919B01A9E}"/>
              </a:ext>
            </a:extLst>
          </p:cNvPr>
          <p:cNvSpPr/>
          <p:nvPr/>
        </p:nvSpPr>
        <p:spPr>
          <a:xfrm>
            <a:off x="2075534" y="3943134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G</a:t>
            </a:r>
            <a:endParaRPr lang="fr-FR" sz="1300" dirty="0"/>
          </a:p>
        </p:txBody>
      </p:sp>
      <p:sp>
        <p:nvSpPr>
          <p:cNvPr id="44" name="Flowchart: Connector 43">
            <a:extLst>
              <a:ext uri="{FF2B5EF4-FFF2-40B4-BE49-F238E27FC236}">
                <a16:creationId xmlns:a16="http://schemas.microsoft.com/office/drawing/2014/main" id="{B944829F-6C1D-4045-AA83-ECC05A537579}"/>
              </a:ext>
            </a:extLst>
          </p:cNvPr>
          <p:cNvSpPr/>
          <p:nvPr/>
        </p:nvSpPr>
        <p:spPr>
          <a:xfrm>
            <a:off x="1493674" y="349831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E</a:t>
            </a:r>
            <a:endParaRPr lang="fr-FR" sz="1300" dirty="0"/>
          </a:p>
        </p:txBody>
      </p:sp>
      <p:sp>
        <p:nvSpPr>
          <p:cNvPr id="45" name="Flowchart: Connector 44">
            <a:extLst>
              <a:ext uri="{FF2B5EF4-FFF2-40B4-BE49-F238E27FC236}">
                <a16:creationId xmlns:a16="http://schemas.microsoft.com/office/drawing/2014/main" id="{8E43FCFB-1FE9-43CD-B29F-00A2D53710C1}"/>
              </a:ext>
            </a:extLst>
          </p:cNvPr>
          <p:cNvSpPr/>
          <p:nvPr/>
        </p:nvSpPr>
        <p:spPr>
          <a:xfrm>
            <a:off x="1904446" y="351700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I</a:t>
            </a:r>
            <a:endParaRPr lang="fr-FR" sz="1300" dirty="0"/>
          </a:p>
        </p:txBody>
      </p:sp>
      <p:sp>
        <p:nvSpPr>
          <p:cNvPr id="46" name="Flowchart: Connector 45">
            <a:extLst>
              <a:ext uri="{FF2B5EF4-FFF2-40B4-BE49-F238E27FC236}">
                <a16:creationId xmlns:a16="http://schemas.microsoft.com/office/drawing/2014/main" id="{66C3E32C-7F7C-409B-AA89-13A00904C8C7}"/>
              </a:ext>
            </a:extLst>
          </p:cNvPr>
          <p:cNvSpPr/>
          <p:nvPr/>
        </p:nvSpPr>
        <p:spPr>
          <a:xfrm>
            <a:off x="2335392" y="352961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J</a:t>
            </a:r>
            <a:endParaRPr lang="fr-FR" sz="1300" dirty="0"/>
          </a:p>
        </p:txBody>
      </p:sp>
      <p:sp>
        <p:nvSpPr>
          <p:cNvPr id="47" name="Flowchart: Connector 46">
            <a:extLst>
              <a:ext uri="{FF2B5EF4-FFF2-40B4-BE49-F238E27FC236}">
                <a16:creationId xmlns:a16="http://schemas.microsoft.com/office/drawing/2014/main" id="{B8F52DAF-947D-4C42-9184-5B091A65B803}"/>
              </a:ext>
            </a:extLst>
          </p:cNvPr>
          <p:cNvSpPr/>
          <p:nvPr/>
        </p:nvSpPr>
        <p:spPr>
          <a:xfrm>
            <a:off x="2770253" y="352961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K</a:t>
            </a:r>
            <a:endParaRPr lang="fr-FR" sz="1300" dirty="0"/>
          </a:p>
        </p:txBody>
      </p:sp>
      <p:sp>
        <p:nvSpPr>
          <p:cNvPr id="48" name="Flowchart: Connector 47">
            <a:extLst>
              <a:ext uri="{FF2B5EF4-FFF2-40B4-BE49-F238E27FC236}">
                <a16:creationId xmlns:a16="http://schemas.microsoft.com/office/drawing/2014/main" id="{99A71E2B-2FC0-4B5D-B7BA-5609CDD280FA}"/>
              </a:ext>
            </a:extLst>
          </p:cNvPr>
          <p:cNvSpPr/>
          <p:nvPr/>
        </p:nvSpPr>
        <p:spPr>
          <a:xfrm>
            <a:off x="1561246" y="3939922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F</a:t>
            </a:r>
            <a:endParaRPr lang="fr-FR" sz="1300" dirty="0"/>
          </a:p>
        </p:txBody>
      </p:sp>
      <p:sp>
        <p:nvSpPr>
          <p:cNvPr id="49" name="Flowchart: Connector 48">
            <a:extLst>
              <a:ext uri="{FF2B5EF4-FFF2-40B4-BE49-F238E27FC236}">
                <a16:creationId xmlns:a16="http://schemas.microsoft.com/office/drawing/2014/main" id="{8CE87584-6108-41E4-80B1-062A1AD4694F}"/>
              </a:ext>
            </a:extLst>
          </p:cNvPr>
          <p:cNvSpPr/>
          <p:nvPr/>
        </p:nvSpPr>
        <p:spPr>
          <a:xfrm>
            <a:off x="2644902" y="3954564"/>
            <a:ext cx="309510" cy="309510"/>
          </a:xfrm>
          <a:prstGeom prst="flowChartConnector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/>
              <a:t>H</a:t>
            </a:r>
            <a:endParaRPr lang="fr-FR" sz="1300" dirty="0"/>
          </a:p>
        </p:txBody>
      </p:sp>
      <p:sp>
        <p:nvSpPr>
          <p:cNvPr id="54" name="Google Shape;3115;p57" descr="Timeline background shape">
            <a:extLst>
              <a:ext uri="{FF2B5EF4-FFF2-40B4-BE49-F238E27FC236}">
                <a16:creationId xmlns:a16="http://schemas.microsoft.com/office/drawing/2014/main" id="{A032E652-4863-4BBF-ACA9-300C697BF502}"/>
              </a:ext>
            </a:extLst>
          </p:cNvPr>
          <p:cNvSpPr/>
          <p:nvPr/>
        </p:nvSpPr>
        <p:spPr>
          <a:xfrm>
            <a:off x="533374" y="3397772"/>
            <a:ext cx="1461813" cy="476907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64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39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0"/>
                            </p:stCondLst>
                            <p:childTnLst>
                              <p:par>
                                <p:cTn id="42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4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6000"/>
                            </p:stCondLst>
                            <p:childTnLst>
                              <p:par>
                                <p:cTn id="5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5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0"/>
                            </p:stCondLst>
                            <p:childTnLst>
                              <p:par>
                                <p:cTn id="60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6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5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66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8000"/>
                            </p:stCondLst>
                            <p:childTnLst>
                              <p:par>
                                <p:cTn id="69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1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2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9000"/>
                            </p:stCondLst>
                            <p:childTnLst>
                              <p:par>
                                <p:cTn id="78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9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1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8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8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0"/>
                            </p:stCondLst>
                            <p:childTnLst>
                              <p:par>
                                <p:cTn id="9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2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93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4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1000"/>
                            </p:stCondLst>
                            <p:childTnLst>
                              <p:par>
                                <p:cTn id="96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9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0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3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000"/>
                            </p:stCondLst>
                            <p:childTnLst>
                              <p:par>
                                <p:cTn id="105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0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0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11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2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3000"/>
                            </p:stCondLst>
                            <p:childTnLst>
                              <p:par>
                                <p:cTn id="114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9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2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4000"/>
                            </p:stCondLst>
                            <p:childTnLst>
                              <p:par>
                                <p:cTn id="123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8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29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30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500"/>
                            </p:stCondLst>
                            <p:childTnLst>
                              <p:par>
                                <p:cTn id="158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0.00503 -0.08673 " pathEditMode="relative" rAng="0" ptsTypes="AA">
                                      <p:cBhvr>
                                        <p:cTn id="15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" y="-435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1500"/>
                            </p:stCondLst>
                            <p:childTnLst>
                              <p:par>
                                <p:cTn id="161" presetID="50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4.5679E-6 L -0.06441 4.5679E-6 C -0.09323 4.5679E-6 -0.12813 -0.02655 -0.12813 -0.0463 L -0.12813 -0.09198 " pathEditMode="relative" rAng="0" ptsTypes="AAAA">
                                      <p:cBhvr>
                                        <p:cTn id="162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06" y="-45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0" name="Google Shape;2660;p50"/>
          <p:cNvSpPr txBox="1">
            <a:spLocks noGrp="1"/>
          </p:cNvSpPr>
          <p:nvPr>
            <p:ph type="title"/>
          </p:nvPr>
        </p:nvSpPr>
        <p:spPr>
          <a:xfrm>
            <a:off x="720000" y="2125050"/>
            <a:ext cx="7704000" cy="89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merci!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30AC01-EF37-49A4-973A-EFF00C05E3CC}"/>
              </a:ext>
            </a:extLst>
          </p:cNvPr>
          <p:cNvSpPr/>
          <p:nvPr/>
        </p:nvSpPr>
        <p:spPr>
          <a:xfrm>
            <a:off x="2443843" y="3352801"/>
            <a:ext cx="4256314" cy="14260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uter Science Proposal by Slidesgo">
  <a:themeElements>
    <a:clrScheme name="Simple Light">
      <a:dk1>
        <a:srgbClr val="FFFFFF"/>
      </a:dk1>
      <a:lt1>
        <a:srgbClr val="0F3570"/>
      </a:lt1>
      <a:dk2>
        <a:srgbClr val="00F4AD"/>
      </a:dk2>
      <a:lt2>
        <a:srgbClr val="0F3570"/>
      </a:lt2>
      <a:accent1>
        <a:srgbClr val="285293"/>
      </a:accent1>
      <a:accent2>
        <a:srgbClr val="9FC5E8"/>
      </a:accent2>
      <a:accent3>
        <a:srgbClr val="434343"/>
      </a:accent3>
      <a:accent4>
        <a:srgbClr val="00F4AD"/>
      </a:accent4>
      <a:accent5>
        <a:srgbClr val="285293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612</TotalTime>
  <Words>449</Words>
  <Application>Microsoft Office PowerPoint</Application>
  <PresentationFormat>On-screen Show (16:9)</PresentationFormat>
  <Paragraphs>96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Bebas Neue</vt:lpstr>
      <vt:lpstr>Roboto</vt:lpstr>
      <vt:lpstr>Arial</vt:lpstr>
      <vt:lpstr>Computer Science Proposal by Slidesgo</vt:lpstr>
      <vt:lpstr>Les algorithme de parcours d’un arbre</vt:lpstr>
      <vt:lpstr>Plan</vt:lpstr>
      <vt:lpstr>1</vt:lpstr>
      <vt:lpstr>Introduction</vt:lpstr>
      <vt:lpstr>2</vt:lpstr>
      <vt:lpstr>Définition</vt:lpstr>
      <vt:lpstr>Principe</vt:lpstr>
      <vt:lpstr>3</vt:lpstr>
      <vt:lpstr>Définition</vt:lpstr>
      <vt:lpstr>Principe</vt:lpstr>
      <vt:lpstr>Recherche un chemin</vt:lpstr>
      <vt:lpstr>merci!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algorithme de parcours d’un arbre</dc:title>
  <cp:lastModifiedBy>oussematrabelsi</cp:lastModifiedBy>
  <cp:revision>9</cp:revision>
  <dcterms:modified xsi:type="dcterms:W3CDTF">2021-12-16T16:49:29Z</dcterms:modified>
</cp:coreProperties>
</file>